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notesMasterIdLst>
    <p:notesMasterId r:id="rId42"/>
  </p:notesMasterIdLst>
  <p:handoutMasterIdLst>
    <p:handoutMasterId r:id="rId43"/>
  </p:handoutMasterIdLst>
  <p:sldIdLst>
    <p:sldId id="307" r:id="rId2"/>
    <p:sldId id="308" r:id="rId3"/>
    <p:sldId id="309" r:id="rId4"/>
    <p:sldId id="310" r:id="rId5"/>
    <p:sldId id="311" r:id="rId6"/>
    <p:sldId id="312" r:id="rId7"/>
    <p:sldId id="317" r:id="rId8"/>
    <p:sldId id="314" r:id="rId9"/>
    <p:sldId id="315" r:id="rId10"/>
    <p:sldId id="316" r:id="rId11"/>
    <p:sldId id="329" r:id="rId12"/>
    <p:sldId id="330" r:id="rId13"/>
    <p:sldId id="331" r:id="rId14"/>
    <p:sldId id="332" r:id="rId15"/>
    <p:sldId id="313" r:id="rId16"/>
    <p:sldId id="318" r:id="rId17"/>
    <p:sldId id="319" r:id="rId18"/>
    <p:sldId id="320" r:id="rId19"/>
    <p:sldId id="325" r:id="rId20"/>
    <p:sldId id="326" r:id="rId21"/>
    <p:sldId id="327" r:id="rId22"/>
    <p:sldId id="328" r:id="rId23"/>
    <p:sldId id="321" r:id="rId24"/>
    <p:sldId id="322" r:id="rId25"/>
    <p:sldId id="323" r:id="rId26"/>
    <p:sldId id="324" r:id="rId27"/>
    <p:sldId id="337" r:id="rId28"/>
    <p:sldId id="338" r:id="rId29"/>
    <p:sldId id="339" r:id="rId30"/>
    <p:sldId id="340" r:id="rId31"/>
    <p:sldId id="348" r:id="rId32"/>
    <p:sldId id="343" r:id="rId33"/>
    <p:sldId id="344" r:id="rId34"/>
    <p:sldId id="345" r:id="rId35"/>
    <p:sldId id="346" r:id="rId36"/>
    <p:sldId id="347" r:id="rId37"/>
    <p:sldId id="349" r:id="rId38"/>
    <p:sldId id="350" r:id="rId39"/>
    <p:sldId id="342" r:id="rId40"/>
    <p:sldId id="352" r:id="rId41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 Section" id="{FC9DB412-C5F6-44E6-97D4-722236D9F6D5}">
          <p14:sldIdLst>
            <p14:sldId id="307"/>
          </p14:sldIdLst>
        </p14:section>
        <p14:section name="About Us Section" id="{EE006F91-5E07-4536-9478-354F28A5864A}">
          <p14:sldIdLst>
            <p14:sldId id="308"/>
            <p14:sldId id="309"/>
            <p14:sldId id="310"/>
            <p14:sldId id="311"/>
            <p14:sldId id="312"/>
            <p14:sldId id="317"/>
          </p14:sldIdLst>
        </p14:section>
        <p14:section name="Problem Solving Section" id="{58E0546F-5F6D-4485-AB52-65830B757A97}">
          <p14:sldIdLst>
            <p14:sldId id="314"/>
            <p14:sldId id="315"/>
          </p14:sldIdLst>
        </p14:section>
        <p14:section name="Testimonial Section" id="{B9A3DBBD-C2DE-41A4-B354-529268CC65B3}">
          <p14:sldIdLst>
            <p14:sldId id="316"/>
          </p14:sldIdLst>
        </p14:section>
        <p14:section name="Team Section" id="{8DF0A21A-3CA8-42FC-9CBA-4887641BB3DC}">
          <p14:sldIdLst>
            <p14:sldId id="329"/>
            <p14:sldId id="330"/>
            <p14:sldId id="331"/>
            <p14:sldId id="332"/>
          </p14:sldIdLst>
        </p14:section>
        <p14:section name="Service Section" id="{1DB5E23D-682B-497F-95E0-2329F7040514}">
          <p14:sldIdLst>
            <p14:sldId id="313"/>
            <p14:sldId id="318"/>
            <p14:sldId id="319"/>
            <p14:sldId id="320"/>
          </p14:sldIdLst>
        </p14:section>
        <p14:section name="Portfolio Section" id="{CCA3E8CD-8EF0-4259-B601-2646575E773A}">
          <p14:sldIdLst>
            <p14:sldId id="325"/>
            <p14:sldId id="326"/>
          </p14:sldIdLst>
        </p14:section>
        <p14:section name="Mockup Section" id="{988D7241-A9CF-40D5-B36F-4940EE7CA32C}">
          <p14:sldIdLst>
            <p14:sldId id="327"/>
            <p14:sldId id="328"/>
          </p14:sldIdLst>
        </p14:section>
        <p14:section name="SWOT Section" id="{83183838-4B8F-4D9A-A195-8631D6CFA80B}">
          <p14:sldIdLst>
            <p14:sldId id="321"/>
            <p14:sldId id="322"/>
            <p14:sldId id="323"/>
            <p14:sldId id="324"/>
          </p14:sldIdLst>
        </p14:section>
        <p14:section name="Chart Section" id="{35EDD432-74FD-49E4-A34A-0F53A16A32B4}">
          <p14:sldIdLst>
            <p14:sldId id="337"/>
            <p14:sldId id="338"/>
            <p14:sldId id="339"/>
            <p14:sldId id="340"/>
          </p14:sldIdLst>
        </p14:section>
        <p14:section name="Break Section" id="{A1161FBE-1F93-4EC2-95A9-EBCE4B65B3CA}">
          <p14:sldIdLst>
            <p14:sldId id="348"/>
          </p14:sldIdLst>
        </p14:section>
        <p14:section name="Infographic Section" id="{329EFE6B-576A-4307-AF71-93BE97112FE4}">
          <p14:sldIdLst>
            <p14:sldId id="343"/>
            <p14:sldId id="344"/>
            <p14:sldId id="345"/>
            <p14:sldId id="346"/>
            <p14:sldId id="347"/>
          </p14:sldIdLst>
        </p14:section>
        <p14:section name="Article Section" id="{EFA04F8A-9EFC-4848-B151-A95662767697}">
          <p14:sldIdLst>
            <p14:sldId id="349"/>
            <p14:sldId id="350"/>
          </p14:sldIdLst>
        </p14:section>
        <p14:section name="Contact Section" id="{E38382DD-9390-487D-B78B-2C14A3F4A63D}">
          <p14:sldIdLst>
            <p14:sldId id="342"/>
          </p14:sldIdLst>
        </p14:section>
        <p14:section name="EndingSection" id="{06A27E68-C00B-4B3A-AF6B-FEFD686FA35E}">
          <p14:sldIdLst>
            <p14:sldId id="35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4FE3"/>
    <a:srgbClr val="203864"/>
    <a:srgbClr val="E5FAFF"/>
    <a:srgbClr val="056AE1"/>
    <a:srgbClr val="00B0F0"/>
    <a:srgbClr val="00CCFF"/>
    <a:srgbClr val="05A0FF"/>
    <a:srgbClr val="078EFD"/>
    <a:srgbClr val="FDC102"/>
    <a:srgbClr val="B9E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02" autoAdjust="0"/>
    <p:restoredTop sz="94073" autoAdjust="0"/>
  </p:normalViewPr>
  <p:slideViewPr>
    <p:cSldViewPr snapToGrid="0">
      <p:cViewPr varScale="1">
        <p:scale>
          <a:sx n="74" d="100"/>
          <a:sy n="74" d="100"/>
        </p:scale>
        <p:origin x="6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Category mark 1</c:v>
                </c:pt>
              </c:strCache>
            </c:strRef>
          </c:tx>
          <c:spPr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6000">
                  <a:schemeClr val="accent1">
                    <a:alpha val="50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</c:v>
                </c:pt>
                <c:pt idx="1">
                  <c:v>30</c:v>
                </c:pt>
                <c:pt idx="2">
                  <c:v>25</c:v>
                </c:pt>
                <c:pt idx="3">
                  <c:v>28</c:v>
                </c:pt>
                <c:pt idx="4">
                  <c:v>50</c:v>
                </c:pt>
                <c:pt idx="5">
                  <c:v>45</c:v>
                </c:pt>
                <c:pt idx="6">
                  <c:v>42</c:v>
                </c:pt>
                <c:pt idx="7">
                  <c:v>50</c:v>
                </c:pt>
                <c:pt idx="8">
                  <c:v>47</c:v>
                </c:pt>
                <c:pt idx="9">
                  <c:v>70</c:v>
                </c:pt>
                <c:pt idx="10">
                  <c:v>83</c:v>
                </c:pt>
                <c:pt idx="1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D6-41F9-AFC7-694E2A95E10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Category Fill 2</c:v>
                </c:pt>
              </c:strCache>
            </c:strRef>
          </c:tx>
          <c:spPr>
            <a:gradFill>
              <a:gsLst>
                <a:gs pos="100000">
                  <a:schemeClr val="accent1">
                    <a:lumMod val="5000"/>
                    <a:lumOff val="95000"/>
                    <a:alpha val="0"/>
                  </a:schemeClr>
                </a:gs>
                <a:gs pos="26000">
                  <a:schemeClr val="accent3">
                    <a:alpha val="50000"/>
                  </a:schemeClr>
                </a:gs>
              </a:gsLst>
              <a:lin ang="5400000" scaled="0"/>
            </a:gradFill>
            <a:ln w="25400"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30</c:v>
                </c:pt>
                <c:pt idx="6">
                  <c:v>25</c:v>
                </c:pt>
                <c:pt idx="7">
                  <c:v>28</c:v>
                </c:pt>
                <c:pt idx="8">
                  <c:v>35</c:v>
                </c:pt>
                <c:pt idx="9">
                  <c:v>28</c:v>
                </c:pt>
                <c:pt idx="10">
                  <c:v>45</c:v>
                </c:pt>
                <c:pt idx="11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5D6-41F9-AFC7-694E2A95E1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72221528"/>
        <c:axId val="1472222184"/>
      </c:areaChart>
      <c:lineChart>
        <c:grouping val="standard"/>
        <c:varyColors val="0"/>
        <c:ser>
          <c:idx val="2"/>
          <c:order val="1"/>
          <c:tx>
            <c:strRef>
              <c:f>Sheet1!$C$1</c:f>
              <c:strCache>
                <c:ptCount val="1"/>
                <c:pt idx="0">
                  <c:v>Category Fill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</c:v>
                </c:pt>
                <c:pt idx="1">
                  <c:v>30</c:v>
                </c:pt>
                <c:pt idx="2">
                  <c:v>25</c:v>
                </c:pt>
                <c:pt idx="3">
                  <c:v>28</c:v>
                </c:pt>
                <c:pt idx="4">
                  <c:v>50</c:v>
                </c:pt>
                <c:pt idx="5">
                  <c:v>45</c:v>
                </c:pt>
                <c:pt idx="6">
                  <c:v>42</c:v>
                </c:pt>
                <c:pt idx="7">
                  <c:v>50</c:v>
                </c:pt>
                <c:pt idx="8">
                  <c:v>47</c:v>
                </c:pt>
                <c:pt idx="9">
                  <c:v>70</c:v>
                </c:pt>
                <c:pt idx="10">
                  <c:v>83</c:v>
                </c:pt>
                <c:pt idx="11">
                  <c:v>120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5D6-41F9-AFC7-694E2A95E10F}"/>
            </c:ext>
          </c:extLst>
        </c:ser>
        <c:ser>
          <c:idx val="0"/>
          <c:order val="2"/>
          <c:tx>
            <c:strRef>
              <c:f>Sheet1!$D$1</c:f>
              <c:strCache>
                <c:ptCount val="1"/>
                <c:pt idx="0">
                  <c:v>Category mark 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</c:v>
                </c:pt>
                <c:pt idx="1">
                  <c:v>10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30</c:v>
                </c:pt>
                <c:pt idx="6">
                  <c:v>25</c:v>
                </c:pt>
                <c:pt idx="7">
                  <c:v>28</c:v>
                </c:pt>
                <c:pt idx="8">
                  <c:v>35</c:v>
                </c:pt>
                <c:pt idx="9">
                  <c:v>28</c:v>
                </c:pt>
                <c:pt idx="10">
                  <c:v>45</c:v>
                </c:pt>
                <c:pt idx="11">
                  <c:v>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5D6-41F9-AFC7-694E2A95E1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221528"/>
        <c:axId val="1472222184"/>
      </c:lineChart>
      <c:catAx>
        <c:axId val="1472221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bg1">
                    <a:lumMod val="65000"/>
                  </a:schemeClr>
                </a:solidFill>
                <a:latin typeface="Titillium Web SemiBold" panose="000007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472222184"/>
        <c:crosses val="autoZero"/>
        <c:auto val="1"/>
        <c:lblAlgn val="ctr"/>
        <c:lblOffset val="100"/>
        <c:noMultiLvlLbl val="0"/>
      </c:catAx>
      <c:valAx>
        <c:axId val="14722221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72221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Montserrat Light" panose="00000400000000000000" pitchFamily="50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100000">
                  <a:schemeClr val="accent1"/>
                </a:gs>
                <a:gs pos="5000">
                  <a:schemeClr val="accent1">
                    <a:lumMod val="60000"/>
                    <a:lumOff val="40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04-422D-8501-2B1F52ADB5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>
              <a:gsLst>
                <a:gs pos="100000">
                  <a:schemeClr val="accent3"/>
                </a:gs>
                <a:gs pos="5000">
                  <a:schemeClr val="accent3">
                    <a:lumMod val="60000"/>
                    <a:lumOff val="40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04-422D-8501-2B1F52ADB5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gradFill>
              <a:gsLst>
                <a:gs pos="100000">
                  <a:schemeClr val="accent4"/>
                </a:gs>
                <a:gs pos="5000">
                  <a:schemeClr val="accent4">
                    <a:lumMod val="60000"/>
                    <a:lumOff val="40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E04-422D-8501-2B1F52ADB5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5"/>
        <c:axId val="396210712"/>
        <c:axId val="295953472"/>
      </c:barChart>
      <c:catAx>
        <c:axId val="3962107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tillium Web SemiBold" panose="000007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295953472"/>
        <c:crosses val="autoZero"/>
        <c:auto val="1"/>
        <c:lblAlgn val="ctr"/>
        <c:lblOffset val="100"/>
        <c:noMultiLvlLbl val="0"/>
      </c:catAx>
      <c:valAx>
        <c:axId val="29595347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96210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cked"/>
        <c:varyColors val="0"/>
        <c:ser>
          <c:idx val="0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gradFill>
              <a:gsLst>
                <a:gs pos="100000">
                  <a:schemeClr val="bg1"/>
                </a:gs>
                <a:gs pos="72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0"/>
            </a:gradFill>
            <a:ln>
              <a:noFill/>
            </a:ln>
            <a:effectLst/>
          </c:spPr>
          <c:cat>
            <c:numRef>
              <c:f>Sheet1!$A$2:$A$31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15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10</c:v>
                </c:pt>
                <c:pt idx="1">
                  <c:v>30</c:v>
                </c:pt>
                <c:pt idx="2">
                  <c:v>25</c:v>
                </c:pt>
                <c:pt idx="3">
                  <c:v>28</c:v>
                </c:pt>
                <c:pt idx="4">
                  <c:v>50</c:v>
                </c:pt>
                <c:pt idx="5">
                  <c:v>45</c:v>
                </c:pt>
                <c:pt idx="6">
                  <c:v>42</c:v>
                </c:pt>
                <c:pt idx="7">
                  <c:v>50</c:v>
                </c:pt>
                <c:pt idx="8">
                  <c:v>47</c:v>
                </c:pt>
                <c:pt idx="9">
                  <c:v>70</c:v>
                </c:pt>
                <c:pt idx="10">
                  <c:v>83</c:v>
                </c:pt>
                <c:pt idx="11">
                  <c:v>120</c:v>
                </c:pt>
                <c:pt idx="12">
                  <c:v>88</c:v>
                </c:pt>
                <c:pt idx="13">
                  <c:v>65</c:v>
                </c:pt>
                <c:pt idx="14">
                  <c:v>49</c:v>
                </c:pt>
                <c:pt idx="15">
                  <c:v>23</c:v>
                </c:pt>
                <c:pt idx="16">
                  <c:v>20</c:v>
                </c:pt>
                <c:pt idx="17">
                  <c:v>30</c:v>
                </c:pt>
                <c:pt idx="18">
                  <c:v>25</c:v>
                </c:pt>
                <c:pt idx="19">
                  <c:v>28</c:v>
                </c:pt>
                <c:pt idx="20">
                  <c:v>35</c:v>
                </c:pt>
                <c:pt idx="21">
                  <c:v>28</c:v>
                </c:pt>
                <c:pt idx="22">
                  <c:v>45</c:v>
                </c:pt>
                <c:pt idx="23">
                  <c:v>53</c:v>
                </c:pt>
                <c:pt idx="24">
                  <c:v>35</c:v>
                </c:pt>
                <c:pt idx="25">
                  <c:v>28</c:v>
                </c:pt>
                <c:pt idx="26">
                  <c:v>44</c:v>
                </c:pt>
                <c:pt idx="27">
                  <c:v>60</c:v>
                </c:pt>
                <c:pt idx="28">
                  <c:v>50</c:v>
                </c:pt>
                <c:pt idx="29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423-4125-8CFB-7DA83930EB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4813536"/>
        <c:axId val="644812552"/>
      </c:areaChart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Category 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Sheet1!$A$2:$A$31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15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</c:v>
                </c:pt>
                <c:pt idx="1">
                  <c:v>30</c:v>
                </c:pt>
                <c:pt idx="2">
                  <c:v>25</c:v>
                </c:pt>
                <c:pt idx="3">
                  <c:v>28</c:v>
                </c:pt>
                <c:pt idx="4">
                  <c:v>50</c:v>
                </c:pt>
                <c:pt idx="5">
                  <c:v>45</c:v>
                </c:pt>
                <c:pt idx="6">
                  <c:v>42</c:v>
                </c:pt>
                <c:pt idx="7">
                  <c:v>50</c:v>
                </c:pt>
                <c:pt idx="8">
                  <c:v>47</c:v>
                </c:pt>
                <c:pt idx="9">
                  <c:v>70</c:v>
                </c:pt>
                <c:pt idx="10">
                  <c:v>83</c:v>
                </c:pt>
                <c:pt idx="11">
                  <c:v>120</c:v>
                </c:pt>
                <c:pt idx="12">
                  <c:v>88</c:v>
                </c:pt>
                <c:pt idx="13">
                  <c:v>65</c:v>
                </c:pt>
                <c:pt idx="14">
                  <c:v>49</c:v>
                </c:pt>
                <c:pt idx="15">
                  <c:v>23</c:v>
                </c:pt>
                <c:pt idx="16">
                  <c:v>20</c:v>
                </c:pt>
                <c:pt idx="17">
                  <c:v>30</c:v>
                </c:pt>
                <c:pt idx="18">
                  <c:v>25</c:v>
                </c:pt>
                <c:pt idx="19">
                  <c:v>28</c:v>
                </c:pt>
                <c:pt idx="20">
                  <c:v>35</c:v>
                </c:pt>
                <c:pt idx="21">
                  <c:v>28</c:v>
                </c:pt>
                <c:pt idx="22">
                  <c:v>45</c:v>
                </c:pt>
                <c:pt idx="23">
                  <c:v>53</c:v>
                </c:pt>
                <c:pt idx="24">
                  <c:v>35</c:v>
                </c:pt>
                <c:pt idx="25">
                  <c:v>28</c:v>
                </c:pt>
                <c:pt idx="26">
                  <c:v>44</c:v>
                </c:pt>
                <c:pt idx="27">
                  <c:v>60</c:v>
                </c:pt>
                <c:pt idx="28">
                  <c:v>50</c:v>
                </c:pt>
                <c:pt idx="29">
                  <c:v>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23-4125-8CFB-7DA83930EB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2221528"/>
        <c:axId val="1472222184"/>
      </c:lineChart>
      <c:catAx>
        <c:axId val="1472221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bg1">
                    <a:lumMod val="65000"/>
                  </a:schemeClr>
                </a:solidFill>
                <a:latin typeface="Titillium Web SemiBold" panose="000007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472222184"/>
        <c:crosses val="autoZero"/>
        <c:auto val="1"/>
        <c:lblAlgn val="ctr"/>
        <c:lblOffset val="100"/>
        <c:noMultiLvlLbl val="0"/>
      </c:catAx>
      <c:valAx>
        <c:axId val="14722221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72221528"/>
        <c:crosses val="autoZero"/>
        <c:crossBetween val="between"/>
      </c:valAx>
      <c:valAx>
        <c:axId val="644812552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644813536"/>
        <c:crosses val="max"/>
        <c:crossBetween val="between"/>
      </c:valAx>
      <c:catAx>
        <c:axId val="6448135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448125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Montserrat Light" panose="00000400000000000000" pitchFamily="50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tillium Web SemiBold" panose="00000700000000000000" pitchFamily="2" charset="0"/>
                <a:ea typeface="+mn-ea"/>
                <a:cs typeface="Poppins" panose="00000500000000000000" pitchFamily="2" charset="0"/>
              </a:defRPr>
            </a:pPr>
            <a:r>
              <a:rPr lang="en-US"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Titillium Web SemiBold" panose="00000700000000000000" pitchFamily="2" charset="0"/>
                <a:cs typeface="Poppins" panose="00000500000000000000" pitchFamily="2" charset="0"/>
              </a:rPr>
              <a:t>Sales Report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tillium Web SemiBold" panose="00000700000000000000" pitchFamily="2" charset="0"/>
              <a:ea typeface="+mn-ea"/>
              <a:cs typeface="Poppins" panose="00000500000000000000" pitchFamily="2" charset="0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40F-4A3D-A451-748A7BA66629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40F-4A3D-A451-748A7BA66629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40F-4A3D-A451-748A7BA66629}"/>
              </c:ext>
            </c:extLst>
          </c:dPt>
          <c:dPt>
            <c:idx val="3"/>
            <c:bubble3D val="0"/>
            <c:spPr>
              <a:solidFill>
                <a:schemeClr val="bg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40F-4A3D-A451-748A7BA6662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1" u="none" strike="noStrike" kern="1200" baseline="0">
                    <a:solidFill>
                      <a:schemeClr val="bg1"/>
                    </a:solidFill>
                    <a:latin typeface="Poppins" panose="00000500000000000000" pitchFamily="2" charset="0"/>
                    <a:ea typeface="+mn-ea"/>
                    <a:cs typeface="Poppins" panose="00000500000000000000" pitchFamily="2" charset="0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40F-4A3D-A451-748A7BA666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BD79E-8D51-40EF-BE01-345250C80DBB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0C946-64B7-414D-AD10-7BD9923E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266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F069B3-956F-4B25-AC46-8B843F9ECF9A}" type="datetimeFigureOut">
              <a:rPr lang="en-US" smtClean="0"/>
              <a:t>10/2/2023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8ACD6E-0AE1-4A3A-AF2A-3699677E9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40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2038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38447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1097280" y="4505577"/>
            <a:ext cx="2310938" cy="2310938"/>
          </a:xfrm>
          <a:custGeom>
            <a:avLst/>
            <a:gdLst>
              <a:gd name="connsiteX0" fmla="*/ 1155470 w 2310938"/>
              <a:gd name="connsiteY0" fmla="*/ 0 h 2310938"/>
              <a:gd name="connsiteX1" fmla="*/ 2310938 w 2310938"/>
              <a:gd name="connsiteY1" fmla="*/ 1155469 h 2310938"/>
              <a:gd name="connsiteX2" fmla="*/ 1155470 w 2310938"/>
              <a:gd name="connsiteY2" fmla="*/ 2310938 h 2310938"/>
              <a:gd name="connsiteX3" fmla="*/ 0 w 2310938"/>
              <a:gd name="connsiteY3" fmla="*/ 1155469 h 2310938"/>
              <a:gd name="connsiteX4" fmla="*/ 1155470 w 2310938"/>
              <a:gd name="connsiteY4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10938" h="2310938">
                <a:moveTo>
                  <a:pt x="1155470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70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70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9123218" y="0"/>
            <a:ext cx="9164783" cy="10287000"/>
          </a:xfrm>
          <a:custGeom>
            <a:avLst/>
            <a:gdLst>
              <a:gd name="connsiteX0" fmla="*/ 7136859 w 9164783"/>
              <a:gd name="connsiteY0" fmla="*/ 0 h 10287000"/>
              <a:gd name="connsiteX1" fmla="*/ 7493825 w 9164783"/>
              <a:gd name="connsiteY1" fmla="*/ 0 h 10287000"/>
              <a:gd name="connsiteX2" fmla="*/ 7806233 w 9164783"/>
              <a:gd name="connsiteY2" fmla="*/ 0 h 10287000"/>
              <a:gd name="connsiteX3" fmla="*/ 8077051 w 9164783"/>
              <a:gd name="connsiteY3" fmla="*/ 0 h 10287000"/>
              <a:gd name="connsiteX4" fmla="*/ 8309253 w 9164783"/>
              <a:gd name="connsiteY4" fmla="*/ 0 h 10287000"/>
              <a:gd name="connsiteX5" fmla="*/ 8505807 w 9164783"/>
              <a:gd name="connsiteY5" fmla="*/ 0 h 10287000"/>
              <a:gd name="connsiteX6" fmla="*/ 8669685 w 9164783"/>
              <a:gd name="connsiteY6" fmla="*/ 0 h 10287000"/>
              <a:gd name="connsiteX7" fmla="*/ 8803857 w 9164783"/>
              <a:gd name="connsiteY7" fmla="*/ 0 h 10287000"/>
              <a:gd name="connsiteX8" fmla="*/ 8911293 w 9164783"/>
              <a:gd name="connsiteY8" fmla="*/ 0 h 10287000"/>
              <a:gd name="connsiteX9" fmla="*/ 8994965 w 9164783"/>
              <a:gd name="connsiteY9" fmla="*/ 0 h 10287000"/>
              <a:gd name="connsiteX10" fmla="*/ 9057841 w 9164783"/>
              <a:gd name="connsiteY10" fmla="*/ 0 h 10287000"/>
              <a:gd name="connsiteX11" fmla="*/ 9102895 w 9164783"/>
              <a:gd name="connsiteY11" fmla="*/ 0 h 10287000"/>
              <a:gd name="connsiteX12" fmla="*/ 9133097 w 9164783"/>
              <a:gd name="connsiteY12" fmla="*/ 0 h 10287000"/>
              <a:gd name="connsiteX13" fmla="*/ 9160823 w 9164783"/>
              <a:gd name="connsiteY13" fmla="*/ 0 h 10287000"/>
              <a:gd name="connsiteX14" fmla="*/ 9164783 w 9164783"/>
              <a:gd name="connsiteY14" fmla="*/ 0 h 10287000"/>
              <a:gd name="connsiteX15" fmla="*/ 9164783 w 9164783"/>
              <a:gd name="connsiteY15" fmla="*/ 474708 h 10287000"/>
              <a:gd name="connsiteX16" fmla="*/ 9164783 w 9164783"/>
              <a:gd name="connsiteY16" fmla="*/ 934583 h 10287000"/>
              <a:gd name="connsiteX17" fmla="*/ 9164783 w 9164783"/>
              <a:gd name="connsiteY17" fmla="*/ 1379859 h 10287000"/>
              <a:gd name="connsiteX18" fmla="*/ 9164783 w 9164783"/>
              <a:gd name="connsiteY18" fmla="*/ 1810773 h 10287000"/>
              <a:gd name="connsiteX19" fmla="*/ 9164783 w 9164783"/>
              <a:gd name="connsiteY19" fmla="*/ 2227561 h 10287000"/>
              <a:gd name="connsiteX20" fmla="*/ 9164783 w 9164783"/>
              <a:gd name="connsiteY20" fmla="*/ 2630456 h 10287000"/>
              <a:gd name="connsiteX21" fmla="*/ 9164783 w 9164783"/>
              <a:gd name="connsiteY21" fmla="*/ 3019695 h 10287000"/>
              <a:gd name="connsiteX22" fmla="*/ 9164783 w 9164783"/>
              <a:gd name="connsiteY22" fmla="*/ 3395514 h 10287000"/>
              <a:gd name="connsiteX23" fmla="*/ 9164783 w 9164783"/>
              <a:gd name="connsiteY23" fmla="*/ 3758147 h 10287000"/>
              <a:gd name="connsiteX24" fmla="*/ 9164783 w 9164783"/>
              <a:gd name="connsiteY24" fmla="*/ 4107831 h 10287000"/>
              <a:gd name="connsiteX25" fmla="*/ 9164783 w 9164783"/>
              <a:gd name="connsiteY25" fmla="*/ 4444800 h 10287000"/>
              <a:gd name="connsiteX26" fmla="*/ 9164783 w 9164783"/>
              <a:gd name="connsiteY26" fmla="*/ 4769291 h 10287000"/>
              <a:gd name="connsiteX27" fmla="*/ 9164783 w 9164783"/>
              <a:gd name="connsiteY27" fmla="*/ 5081538 h 10287000"/>
              <a:gd name="connsiteX28" fmla="*/ 9164783 w 9164783"/>
              <a:gd name="connsiteY28" fmla="*/ 5381776 h 10287000"/>
              <a:gd name="connsiteX29" fmla="*/ 9164783 w 9164783"/>
              <a:gd name="connsiteY29" fmla="*/ 5670243 h 10287000"/>
              <a:gd name="connsiteX30" fmla="*/ 9164783 w 9164783"/>
              <a:gd name="connsiteY30" fmla="*/ 5947172 h 10287000"/>
              <a:gd name="connsiteX31" fmla="*/ 9164783 w 9164783"/>
              <a:gd name="connsiteY31" fmla="*/ 6212800 h 10287000"/>
              <a:gd name="connsiteX32" fmla="*/ 9164783 w 9164783"/>
              <a:gd name="connsiteY32" fmla="*/ 6467361 h 10287000"/>
              <a:gd name="connsiteX33" fmla="*/ 9164783 w 9164783"/>
              <a:gd name="connsiteY33" fmla="*/ 6711092 h 10287000"/>
              <a:gd name="connsiteX34" fmla="*/ 9164783 w 9164783"/>
              <a:gd name="connsiteY34" fmla="*/ 6944228 h 10287000"/>
              <a:gd name="connsiteX35" fmla="*/ 9164783 w 9164783"/>
              <a:gd name="connsiteY35" fmla="*/ 7167003 h 10287000"/>
              <a:gd name="connsiteX36" fmla="*/ 9164783 w 9164783"/>
              <a:gd name="connsiteY36" fmla="*/ 7379654 h 10287000"/>
              <a:gd name="connsiteX37" fmla="*/ 9164783 w 9164783"/>
              <a:gd name="connsiteY37" fmla="*/ 7582417 h 10287000"/>
              <a:gd name="connsiteX38" fmla="*/ 9164783 w 9164783"/>
              <a:gd name="connsiteY38" fmla="*/ 7775526 h 10287000"/>
              <a:gd name="connsiteX39" fmla="*/ 9164783 w 9164783"/>
              <a:gd name="connsiteY39" fmla="*/ 7959216 h 10287000"/>
              <a:gd name="connsiteX40" fmla="*/ 9164783 w 9164783"/>
              <a:gd name="connsiteY40" fmla="*/ 8133725 h 10287000"/>
              <a:gd name="connsiteX41" fmla="*/ 9164783 w 9164783"/>
              <a:gd name="connsiteY41" fmla="*/ 8299286 h 10287000"/>
              <a:gd name="connsiteX42" fmla="*/ 9164783 w 9164783"/>
              <a:gd name="connsiteY42" fmla="*/ 8456135 h 10287000"/>
              <a:gd name="connsiteX43" fmla="*/ 9164783 w 9164783"/>
              <a:gd name="connsiteY43" fmla="*/ 8604508 h 10287000"/>
              <a:gd name="connsiteX44" fmla="*/ 9164783 w 9164783"/>
              <a:gd name="connsiteY44" fmla="*/ 8744641 h 10287000"/>
              <a:gd name="connsiteX45" fmla="*/ 9164783 w 9164783"/>
              <a:gd name="connsiteY45" fmla="*/ 8876768 h 10287000"/>
              <a:gd name="connsiteX46" fmla="*/ 9164783 w 9164783"/>
              <a:gd name="connsiteY46" fmla="*/ 9001125 h 10287000"/>
              <a:gd name="connsiteX47" fmla="*/ 9164783 w 9164783"/>
              <a:gd name="connsiteY47" fmla="*/ 9117948 h 10287000"/>
              <a:gd name="connsiteX48" fmla="*/ 9164783 w 9164783"/>
              <a:gd name="connsiteY48" fmla="*/ 9227472 h 10287000"/>
              <a:gd name="connsiteX49" fmla="*/ 9164783 w 9164783"/>
              <a:gd name="connsiteY49" fmla="*/ 9425564 h 10287000"/>
              <a:gd name="connsiteX50" fmla="*/ 9164783 w 9164783"/>
              <a:gd name="connsiteY50" fmla="*/ 9597286 h 10287000"/>
              <a:gd name="connsiteX51" fmla="*/ 9164783 w 9164783"/>
              <a:gd name="connsiteY51" fmla="*/ 9744521 h 10287000"/>
              <a:gd name="connsiteX52" fmla="*/ 9164783 w 9164783"/>
              <a:gd name="connsiteY52" fmla="*/ 9869153 h 10287000"/>
              <a:gd name="connsiteX53" fmla="*/ 9164783 w 9164783"/>
              <a:gd name="connsiteY53" fmla="*/ 9973066 h 10287000"/>
              <a:gd name="connsiteX54" fmla="*/ 9164783 w 9164783"/>
              <a:gd name="connsiteY54" fmla="*/ 10058142 h 10287000"/>
              <a:gd name="connsiteX55" fmla="*/ 9164783 w 9164783"/>
              <a:gd name="connsiteY55" fmla="*/ 10126266 h 10287000"/>
              <a:gd name="connsiteX56" fmla="*/ 9164783 w 9164783"/>
              <a:gd name="connsiteY56" fmla="*/ 10179321 h 10287000"/>
              <a:gd name="connsiteX57" fmla="*/ 9164783 w 9164783"/>
              <a:gd name="connsiteY57" fmla="*/ 10219190 h 10287000"/>
              <a:gd name="connsiteX58" fmla="*/ 9164783 w 9164783"/>
              <a:gd name="connsiteY58" fmla="*/ 10247758 h 10287000"/>
              <a:gd name="connsiteX59" fmla="*/ 9164783 w 9164783"/>
              <a:gd name="connsiteY59" fmla="*/ 10266908 h 10287000"/>
              <a:gd name="connsiteX60" fmla="*/ 9164783 w 9164783"/>
              <a:gd name="connsiteY60" fmla="*/ 10278524 h 10287000"/>
              <a:gd name="connsiteX61" fmla="*/ 9164783 w 9164783"/>
              <a:gd name="connsiteY61" fmla="*/ 10284489 h 10287000"/>
              <a:gd name="connsiteX62" fmla="*/ 9164783 w 9164783"/>
              <a:gd name="connsiteY62" fmla="*/ 10287000 h 10287000"/>
              <a:gd name="connsiteX63" fmla="*/ 8338079 w 9164783"/>
              <a:gd name="connsiteY63" fmla="*/ 10287000 h 10287000"/>
              <a:gd name="connsiteX64" fmla="*/ 7563027 w 9164783"/>
              <a:gd name="connsiteY64" fmla="*/ 10287000 h 10287000"/>
              <a:gd name="connsiteX65" fmla="*/ 6837960 w 9164783"/>
              <a:gd name="connsiteY65" fmla="*/ 10287000 h 10287000"/>
              <a:gd name="connsiteX66" fmla="*/ 6161212 w 9164783"/>
              <a:gd name="connsiteY66" fmla="*/ 10287000 h 10287000"/>
              <a:gd name="connsiteX67" fmla="*/ 5531117 w 9164783"/>
              <a:gd name="connsiteY67" fmla="*/ 10287000 h 10287000"/>
              <a:gd name="connsiteX68" fmla="*/ 4946010 w 9164783"/>
              <a:gd name="connsiteY68" fmla="*/ 10287000 h 10287000"/>
              <a:gd name="connsiteX69" fmla="*/ 4404223 w 9164783"/>
              <a:gd name="connsiteY69" fmla="*/ 10287000 h 10287000"/>
              <a:gd name="connsiteX70" fmla="*/ 3904091 w 9164783"/>
              <a:gd name="connsiteY70" fmla="*/ 10287000 h 10287000"/>
              <a:gd name="connsiteX71" fmla="*/ 3443947 w 9164783"/>
              <a:gd name="connsiteY71" fmla="*/ 10287000 h 10287000"/>
              <a:gd name="connsiteX72" fmla="*/ 3022125 w 9164783"/>
              <a:gd name="connsiteY72" fmla="*/ 10287000 h 10287000"/>
              <a:gd name="connsiteX73" fmla="*/ 2636959 w 9164783"/>
              <a:gd name="connsiteY73" fmla="*/ 10287000 h 10287000"/>
              <a:gd name="connsiteX74" fmla="*/ 2286783 w 9164783"/>
              <a:gd name="connsiteY74" fmla="*/ 10287000 h 10287000"/>
              <a:gd name="connsiteX75" fmla="*/ 1969931 w 9164783"/>
              <a:gd name="connsiteY75" fmla="*/ 10287000 h 10287000"/>
              <a:gd name="connsiteX76" fmla="*/ 1684736 w 9164783"/>
              <a:gd name="connsiteY76" fmla="*/ 10287000 h 10287000"/>
              <a:gd name="connsiteX77" fmla="*/ 1429532 w 9164783"/>
              <a:gd name="connsiteY77" fmla="*/ 10287000 h 10287000"/>
              <a:gd name="connsiteX78" fmla="*/ 1202654 w 9164783"/>
              <a:gd name="connsiteY78" fmla="*/ 10287000 h 10287000"/>
              <a:gd name="connsiteX79" fmla="*/ 1002434 w 9164783"/>
              <a:gd name="connsiteY79" fmla="*/ 10287000 h 10287000"/>
              <a:gd name="connsiteX80" fmla="*/ 827208 w 9164783"/>
              <a:gd name="connsiteY80" fmla="*/ 10287000 h 10287000"/>
              <a:gd name="connsiteX81" fmla="*/ 675307 w 9164783"/>
              <a:gd name="connsiteY81" fmla="*/ 10287000 h 10287000"/>
              <a:gd name="connsiteX82" fmla="*/ 545067 w 9164783"/>
              <a:gd name="connsiteY82" fmla="*/ 10287000 h 10287000"/>
              <a:gd name="connsiteX83" fmla="*/ 434821 w 9164783"/>
              <a:gd name="connsiteY83" fmla="*/ 10287000 h 10287000"/>
              <a:gd name="connsiteX84" fmla="*/ 342904 w 9164783"/>
              <a:gd name="connsiteY84" fmla="*/ 10287000 h 10287000"/>
              <a:gd name="connsiteX85" fmla="*/ 267648 w 9164783"/>
              <a:gd name="connsiteY85" fmla="*/ 10287000 h 10287000"/>
              <a:gd name="connsiteX86" fmla="*/ 207388 w 9164783"/>
              <a:gd name="connsiteY86" fmla="*/ 10287000 h 10287000"/>
              <a:gd name="connsiteX87" fmla="*/ 125189 w 9164783"/>
              <a:gd name="connsiteY87" fmla="*/ 10287000 h 10287000"/>
              <a:gd name="connsiteX88" fmla="*/ 82980 w 9164783"/>
              <a:gd name="connsiteY88" fmla="*/ 10287000 h 10287000"/>
              <a:gd name="connsiteX89" fmla="*/ 67428 w 9164783"/>
              <a:gd name="connsiteY89" fmla="*/ 10287000 h 10287000"/>
              <a:gd name="connsiteX90" fmla="*/ 65207 w 9164783"/>
              <a:gd name="connsiteY90" fmla="*/ 10287000 h 10287000"/>
              <a:gd name="connsiteX91" fmla="*/ 0 w 9164783"/>
              <a:gd name="connsiteY91" fmla="*/ 9597571 h 10287000"/>
              <a:gd name="connsiteX92" fmla="*/ 0 w 9164783"/>
              <a:gd name="connsiteY92" fmla="*/ 9550400 h 10287000"/>
              <a:gd name="connsiteX93" fmla="*/ 0 w 9164783"/>
              <a:gd name="connsiteY93" fmla="*/ 9445171 h 10287000"/>
              <a:gd name="connsiteX94" fmla="*/ 0 w 9164783"/>
              <a:gd name="connsiteY94" fmla="*/ 9408886 h 10287000"/>
              <a:gd name="connsiteX95" fmla="*/ 0 w 9164783"/>
              <a:gd name="connsiteY95" fmla="*/ 9361714 h 10287000"/>
              <a:gd name="connsiteX96" fmla="*/ 811822 w 9164783"/>
              <a:gd name="connsiteY96" fmla="*/ 6930572 h 10287000"/>
              <a:gd name="connsiteX97" fmla="*/ 3211423 w 9164783"/>
              <a:gd name="connsiteY97" fmla="*/ 5283200 h 10287000"/>
              <a:gd name="connsiteX98" fmla="*/ 5943579 w 9164783"/>
              <a:gd name="connsiteY98" fmla="*/ 4383315 h 10287000"/>
              <a:gd name="connsiteX99" fmla="*/ 7606346 w 9164783"/>
              <a:gd name="connsiteY99" fmla="*/ 2670629 h 10287000"/>
              <a:gd name="connsiteX100" fmla="*/ 7100995 w 9164783"/>
              <a:gd name="connsiteY100" fmla="*/ 366486 h 10287000"/>
              <a:gd name="connsiteX101" fmla="*/ 7136859 w 9164783"/>
              <a:gd name="connsiteY101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164783" h="10287000">
                <a:moveTo>
                  <a:pt x="7136859" y="0"/>
                </a:moveTo>
                <a:lnTo>
                  <a:pt x="7493825" y="0"/>
                </a:lnTo>
                <a:lnTo>
                  <a:pt x="7806233" y="0"/>
                </a:lnTo>
                <a:lnTo>
                  <a:pt x="8077051" y="0"/>
                </a:lnTo>
                <a:lnTo>
                  <a:pt x="8309253" y="0"/>
                </a:lnTo>
                <a:lnTo>
                  <a:pt x="8505807" y="0"/>
                </a:lnTo>
                <a:lnTo>
                  <a:pt x="8669685" y="0"/>
                </a:lnTo>
                <a:lnTo>
                  <a:pt x="8803857" y="0"/>
                </a:lnTo>
                <a:lnTo>
                  <a:pt x="8911293" y="0"/>
                </a:lnTo>
                <a:lnTo>
                  <a:pt x="8994965" y="0"/>
                </a:lnTo>
                <a:lnTo>
                  <a:pt x="9057841" y="0"/>
                </a:lnTo>
                <a:lnTo>
                  <a:pt x="9102895" y="0"/>
                </a:lnTo>
                <a:lnTo>
                  <a:pt x="9133097" y="0"/>
                </a:lnTo>
                <a:lnTo>
                  <a:pt x="9160823" y="0"/>
                </a:lnTo>
                <a:lnTo>
                  <a:pt x="9164783" y="0"/>
                </a:lnTo>
                <a:lnTo>
                  <a:pt x="9164783" y="474708"/>
                </a:lnTo>
                <a:lnTo>
                  <a:pt x="9164783" y="934583"/>
                </a:lnTo>
                <a:lnTo>
                  <a:pt x="9164783" y="1379859"/>
                </a:lnTo>
                <a:lnTo>
                  <a:pt x="9164783" y="1810773"/>
                </a:lnTo>
                <a:lnTo>
                  <a:pt x="9164783" y="2227561"/>
                </a:lnTo>
                <a:lnTo>
                  <a:pt x="9164783" y="2630456"/>
                </a:lnTo>
                <a:lnTo>
                  <a:pt x="9164783" y="3019695"/>
                </a:lnTo>
                <a:lnTo>
                  <a:pt x="9164783" y="3395514"/>
                </a:lnTo>
                <a:lnTo>
                  <a:pt x="9164783" y="3758147"/>
                </a:lnTo>
                <a:lnTo>
                  <a:pt x="9164783" y="4107831"/>
                </a:lnTo>
                <a:lnTo>
                  <a:pt x="9164783" y="4444800"/>
                </a:lnTo>
                <a:lnTo>
                  <a:pt x="9164783" y="4769291"/>
                </a:lnTo>
                <a:lnTo>
                  <a:pt x="9164783" y="5081538"/>
                </a:lnTo>
                <a:lnTo>
                  <a:pt x="9164783" y="5381776"/>
                </a:lnTo>
                <a:lnTo>
                  <a:pt x="9164783" y="5670243"/>
                </a:lnTo>
                <a:lnTo>
                  <a:pt x="9164783" y="5947172"/>
                </a:lnTo>
                <a:lnTo>
                  <a:pt x="9164783" y="6212800"/>
                </a:lnTo>
                <a:lnTo>
                  <a:pt x="9164783" y="6467361"/>
                </a:lnTo>
                <a:lnTo>
                  <a:pt x="9164783" y="6711092"/>
                </a:lnTo>
                <a:lnTo>
                  <a:pt x="9164783" y="6944228"/>
                </a:lnTo>
                <a:lnTo>
                  <a:pt x="9164783" y="7167003"/>
                </a:lnTo>
                <a:lnTo>
                  <a:pt x="9164783" y="7379654"/>
                </a:lnTo>
                <a:lnTo>
                  <a:pt x="9164783" y="7582417"/>
                </a:lnTo>
                <a:lnTo>
                  <a:pt x="9164783" y="7775526"/>
                </a:lnTo>
                <a:lnTo>
                  <a:pt x="9164783" y="7959216"/>
                </a:lnTo>
                <a:lnTo>
                  <a:pt x="9164783" y="8133725"/>
                </a:lnTo>
                <a:lnTo>
                  <a:pt x="9164783" y="8299286"/>
                </a:lnTo>
                <a:lnTo>
                  <a:pt x="9164783" y="8456135"/>
                </a:lnTo>
                <a:lnTo>
                  <a:pt x="9164783" y="8604508"/>
                </a:lnTo>
                <a:lnTo>
                  <a:pt x="9164783" y="8744641"/>
                </a:lnTo>
                <a:lnTo>
                  <a:pt x="9164783" y="8876768"/>
                </a:lnTo>
                <a:lnTo>
                  <a:pt x="9164783" y="9001125"/>
                </a:lnTo>
                <a:lnTo>
                  <a:pt x="9164783" y="9117948"/>
                </a:lnTo>
                <a:lnTo>
                  <a:pt x="9164783" y="9227472"/>
                </a:lnTo>
                <a:lnTo>
                  <a:pt x="9164783" y="9425564"/>
                </a:lnTo>
                <a:lnTo>
                  <a:pt x="9164783" y="9597286"/>
                </a:lnTo>
                <a:lnTo>
                  <a:pt x="9164783" y="9744521"/>
                </a:lnTo>
                <a:lnTo>
                  <a:pt x="9164783" y="9869153"/>
                </a:lnTo>
                <a:lnTo>
                  <a:pt x="9164783" y="9973066"/>
                </a:lnTo>
                <a:lnTo>
                  <a:pt x="9164783" y="10058142"/>
                </a:lnTo>
                <a:lnTo>
                  <a:pt x="9164783" y="10126266"/>
                </a:lnTo>
                <a:lnTo>
                  <a:pt x="9164783" y="10179321"/>
                </a:lnTo>
                <a:lnTo>
                  <a:pt x="9164783" y="10219190"/>
                </a:lnTo>
                <a:lnTo>
                  <a:pt x="9164783" y="10247758"/>
                </a:lnTo>
                <a:lnTo>
                  <a:pt x="9164783" y="10266908"/>
                </a:lnTo>
                <a:lnTo>
                  <a:pt x="9164783" y="10278524"/>
                </a:lnTo>
                <a:lnTo>
                  <a:pt x="9164783" y="10284489"/>
                </a:lnTo>
                <a:lnTo>
                  <a:pt x="9164783" y="10287000"/>
                </a:lnTo>
                <a:lnTo>
                  <a:pt x="8338079" y="10287000"/>
                </a:lnTo>
                <a:lnTo>
                  <a:pt x="7563027" y="10287000"/>
                </a:lnTo>
                <a:lnTo>
                  <a:pt x="6837960" y="10287000"/>
                </a:lnTo>
                <a:lnTo>
                  <a:pt x="6161212" y="10287000"/>
                </a:lnTo>
                <a:lnTo>
                  <a:pt x="5531117" y="10287000"/>
                </a:lnTo>
                <a:lnTo>
                  <a:pt x="4946010" y="10287000"/>
                </a:lnTo>
                <a:lnTo>
                  <a:pt x="4404223" y="10287000"/>
                </a:lnTo>
                <a:lnTo>
                  <a:pt x="3904091" y="10287000"/>
                </a:lnTo>
                <a:lnTo>
                  <a:pt x="3443947" y="10287000"/>
                </a:lnTo>
                <a:lnTo>
                  <a:pt x="3022125" y="10287000"/>
                </a:lnTo>
                <a:lnTo>
                  <a:pt x="2636959" y="10287000"/>
                </a:lnTo>
                <a:lnTo>
                  <a:pt x="2286783" y="10287000"/>
                </a:lnTo>
                <a:lnTo>
                  <a:pt x="1969931" y="10287000"/>
                </a:lnTo>
                <a:lnTo>
                  <a:pt x="1684736" y="10287000"/>
                </a:lnTo>
                <a:lnTo>
                  <a:pt x="1429532" y="10287000"/>
                </a:lnTo>
                <a:lnTo>
                  <a:pt x="1202654" y="10287000"/>
                </a:lnTo>
                <a:lnTo>
                  <a:pt x="1002434" y="10287000"/>
                </a:lnTo>
                <a:lnTo>
                  <a:pt x="827208" y="10287000"/>
                </a:lnTo>
                <a:lnTo>
                  <a:pt x="675307" y="10287000"/>
                </a:lnTo>
                <a:lnTo>
                  <a:pt x="545067" y="10287000"/>
                </a:lnTo>
                <a:lnTo>
                  <a:pt x="434821" y="10287000"/>
                </a:lnTo>
                <a:lnTo>
                  <a:pt x="342904" y="10287000"/>
                </a:lnTo>
                <a:lnTo>
                  <a:pt x="267648" y="10287000"/>
                </a:lnTo>
                <a:lnTo>
                  <a:pt x="207388" y="10287000"/>
                </a:lnTo>
                <a:lnTo>
                  <a:pt x="125189" y="10287000"/>
                </a:lnTo>
                <a:lnTo>
                  <a:pt x="82980" y="10287000"/>
                </a:lnTo>
                <a:lnTo>
                  <a:pt x="67428" y="10287000"/>
                </a:lnTo>
                <a:lnTo>
                  <a:pt x="65207" y="10287000"/>
                </a:lnTo>
                <a:cubicBezTo>
                  <a:pt x="26083" y="10058400"/>
                  <a:pt x="6521" y="9829800"/>
                  <a:pt x="0" y="9597571"/>
                </a:cubicBezTo>
                <a:cubicBezTo>
                  <a:pt x="0" y="9583057"/>
                  <a:pt x="0" y="9564914"/>
                  <a:pt x="0" y="9550400"/>
                </a:cubicBezTo>
                <a:cubicBezTo>
                  <a:pt x="0" y="9514114"/>
                  <a:pt x="0" y="9481457"/>
                  <a:pt x="0" y="9445171"/>
                </a:cubicBezTo>
                <a:cubicBezTo>
                  <a:pt x="0" y="9430657"/>
                  <a:pt x="0" y="9419771"/>
                  <a:pt x="0" y="9408886"/>
                </a:cubicBezTo>
                <a:cubicBezTo>
                  <a:pt x="0" y="9390743"/>
                  <a:pt x="0" y="9376229"/>
                  <a:pt x="0" y="9361714"/>
                </a:cubicBezTo>
                <a:cubicBezTo>
                  <a:pt x="26083" y="8479971"/>
                  <a:pt x="296690" y="7605486"/>
                  <a:pt x="811822" y="6930572"/>
                </a:cubicBezTo>
                <a:cubicBezTo>
                  <a:pt x="1431284" y="6125029"/>
                  <a:pt x="2311573" y="5627915"/>
                  <a:pt x="3211423" y="5283200"/>
                </a:cubicBezTo>
                <a:cubicBezTo>
                  <a:pt x="4108014" y="4938486"/>
                  <a:pt x="5046989" y="4728029"/>
                  <a:pt x="5943579" y="4383315"/>
                </a:cubicBezTo>
                <a:cubicBezTo>
                  <a:pt x="6696715" y="4089400"/>
                  <a:pt x="7524838" y="3552372"/>
                  <a:pt x="7606346" y="2670629"/>
                </a:cubicBezTo>
                <a:cubicBezTo>
                  <a:pt x="7684595" y="1875972"/>
                  <a:pt x="7114037" y="1161143"/>
                  <a:pt x="7100995" y="366486"/>
                </a:cubicBezTo>
                <a:cubicBezTo>
                  <a:pt x="7100995" y="239486"/>
                  <a:pt x="7114037" y="119743"/>
                  <a:pt x="713685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91280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1"/>
          </p:nvPr>
        </p:nvSpPr>
        <p:spPr>
          <a:xfrm>
            <a:off x="6833056" y="0"/>
            <a:ext cx="11454944" cy="10287000"/>
          </a:xfrm>
          <a:custGeom>
            <a:avLst/>
            <a:gdLst>
              <a:gd name="connsiteX0" fmla="*/ 2859800 w 11454944"/>
              <a:gd name="connsiteY0" fmla="*/ 0 h 10287000"/>
              <a:gd name="connsiteX1" fmla="*/ 4955300 w 11454944"/>
              <a:gd name="connsiteY1" fmla="*/ 0 h 10287000"/>
              <a:gd name="connsiteX2" fmla="*/ 6794454 w 11454944"/>
              <a:gd name="connsiteY2" fmla="*/ 0 h 10287000"/>
              <a:gd name="connsiteX3" fmla="*/ 11454944 w 11454944"/>
              <a:gd name="connsiteY3" fmla="*/ 0 h 10287000"/>
              <a:gd name="connsiteX4" fmla="*/ 11454944 w 11454944"/>
              <a:gd name="connsiteY4" fmla="*/ 3455219 h 10287000"/>
              <a:gd name="connsiteX5" fmla="*/ 11454944 w 11454944"/>
              <a:gd name="connsiteY5" fmla="*/ 10287000 h 10287000"/>
              <a:gd name="connsiteX6" fmla="*/ 11435268 w 11454944"/>
              <a:gd name="connsiteY6" fmla="*/ 10287000 h 10287000"/>
              <a:gd name="connsiteX7" fmla="*/ 9339767 w 11454944"/>
              <a:gd name="connsiteY7" fmla="*/ 10287000 h 10287000"/>
              <a:gd name="connsiteX8" fmla="*/ 6794454 w 11454944"/>
              <a:gd name="connsiteY8" fmla="*/ 10287000 h 10287000"/>
              <a:gd name="connsiteX9" fmla="*/ 2095499 w 11454944"/>
              <a:gd name="connsiteY9" fmla="*/ 10287000 h 10287000"/>
              <a:gd name="connsiteX10" fmla="*/ 0 w 11454944"/>
              <a:gd name="connsiteY10" fmla="*/ 10287000 h 10287000"/>
              <a:gd name="connsiteX11" fmla="*/ 72030 w 11454944"/>
              <a:gd name="connsiteY11" fmla="*/ 10178884 h 10287000"/>
              <a:gd name="connsiteX12" fmla="*/ 4952128 w 11454944"/>
              <a:gd name="connsiteY12" fmla="*/ 2853963 h 10287000"/>
              <a:gd name="connsiteX13" fmla="*/ 4608642 w 11454944"/>
              <a:gd name="connsiteY13" fmla="*/ 1165926 h 10287000"/>
              <a:gd name="connsiteX14" fmla="*/ 2991303 w 11454944"/>
              <a:gd name="connsiteY14" fmla="*/ 87672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54944" h="10287000">
                <a:moveTo>
                  <a:pt x="2859800" y="0"/>
                </a:moveTo>
                <a:lnTo>
                  <a:pt x="4955300" y="0"/>
                </a:lnTo>
                <a:lnTo>
                  <a:pt x="6794454" y="0"/>
                </a:lnTo>
                <a:lnTo>
                  <a:pt x="11454944" y="0"/>
                </a:lnTo>
                <a:lnTo>
                  <a:pt x="11454944" y="3455219"/>
                </a:lnTo>
                <a:lnTo>
                  <a:pt x="11454944" y="10287000"/>
                </a:lnTo>
                <a:lnTo>
                  <a:pt x="11435268" y="10287000"/>
                </a:lnTo>
                <a:lnTo>
                  <a:pt x="9339767" y="10287000"/>
                </a:lnTo>
                <a:lnTo>
                  <a:pt x="6794454" y="10287000"/>
                </a:lnTo>
                <a:lnTo>
                  <a:pt x="2095499" y="10287000"/>
                </a:lnTo>
                <a:lnTo>
                  <a:pt x="0" y="10287000"/>
                </a:lnTo>
                <a:lnTo>
                  <a:pt x="72030" y="10178884"/>
                </a:lnTo>
                <a:cubicBezTo>
                  <a:pt x="584607" y="9409517"/>
                  <a:pt x="1846336" y="7515690"/>
                  <a:pt x="4952128" y="2853963"/>
                </a:cubicBezTo>
                <a:cubicBezTo>
                  <a:pt x="5325057" y="2294555"/>
                  <a:pt x="5177849" y="1538865"/>
                  <a:pt x="4608642" y="1165926"/>
                </a:cubicBezTo>
                <a:cubicBezTo>
                  <a:pt x="4608642" y="1165926"/>
                  <a:pt x="4608642" y="1165926"/>
                  <a:pt x="2991303" y="8767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1194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10445680" cy="10286999"/>
          </a:xfrm>
          <a:custGeom>
            <a:avLst/>
            <a:gdLst>
              <a:gd name="connsiteX0" fmla="*/ 6923377 w 10445680"/>
              <a:gd name="connsiteY0" fmla="*/ 0 h 10286999"/>
              <a:gd name="connsiteX1" fmla="*/ 8126876 w 10445680"/>
              <a:gd name="connsiteY1" fmla="*/ 0 h 10286999"/>
              <a:gd name="connsiteX2" fmla="*/ 8130576 w 10445680"/>
              <a:gd name="connsiteY2" fmla="*/ 0 h 10286999"/>
              <a:gd name="connsiteX3" fmla="*/ 8156475 w 10445680"/>
              <a:gd name="connsiteY3" fmla="*/ 0 h 10286999"/>
              <a:gd name="connsiteX4" fmla="*/ 8184686 w 10445680"/>
              <a:gd name="connsiteY4" fmla="*/ 0 h 10286999"/>
              <a:gd name="connsiteX5" fmla="*/ 8226771 w 10445680"/>
              <a:gd name="connsiteY5" fmla="*/ 0 h 10286999"/>
              <a:gd name="connsiteX6" fmla="*/ 8285505 w 10445680"/>
              <a:gd name="connsiteY6" fmla="*/ 0 h 10286999"/>
              <a:gd name="connsiteX7" fmla="*/ 8363664 w 10445680"/>
              <a:gd name="connsiteY7" fmla="*/ 0 h 10286999"/>
              <a:gd name="connsiteX8" fmla="*/ 8464020 w 10445680"/>
              <a:gd name="connsiteY8" fmla="*/ 0 h 10286999"/>
              <a:gd name="connsiteX9" fmla="*/ 8568534 w 10445680"/>
              <a:gd name="connsiteY9" fmla="*/ 0 h 10286999"/>
              <a:gd name="connsiteX10" fmla="*/ 8589352 w 10445680"/>
              <a:gd name="connsiteY10" fmla="*/ 0 h 10286999"/>
              <a:gd name="connsiteX11" fmla="*/ 8701409 w 10445680"/>
              <a:gd name="connsiteY11" fmla="*/ 0 h 10286999"/>
              <a:gd name="connsiteX12" fmla="*/ 8830245 w 10445680"/>
              <a:gd name="connsiteY12" fmla="*/ 0 h 10286999"/>
              <a:gd name="connsiteX13" fmla="*/ 8977031 w 10445680"/>
              <a:gd name="connsiteY13" fmla="*/ 0 h 10286999"/>
              <a:gd name="connsiteX14" fmla="*/ 9142938 w 10445680"/>
              <a:gd name="connsiteY14" fmla="*/ 0 h 10286999"/>
              <a:gd name="connsiteX15" fmla="*/ 9329136 w 10445680"/>
              <a:gd name="connsiteY15" fmla="*/ 0 h 10286999"/>
              <a:gd name="connsiteX16" fmla="*/ 9536796 w 10445680"/>
              <a:gd name="connsiteY16" fmla="*/ 0 h 10286999"/>
              <a:gd name="connsiteX17" fmla="*/ 9767087 w 10445680"/>
              <a:gd name="connsiteY17" fmla="*/ 0 h 10286999"/>
              <a:gd name="connsiteX18" fmla="*/ 10021182 w 10445680"/>
              <a:gd name="connsiteY18" fmla="*/ 0 h 10286999"/>
              <a:gd name="connsiteX19" fmla="*/ 9638395 w 10445680"/>
              <a:gd name="connsiteY19" fmla="*/ 1069927 h 10286999"/>
              <a:gd name="connsiteX20" fmla="*/ 10433415 w 10445680"/>
              <a:gd name="connsiteY20" fmla="*/ 2768067 h 10286999"/>
              <a:gd name="connsiteX21" fmla="*/ 9795436 w 10445680"/>
              <a:gd name="connsiteY21" fmla="*/ 3406098 h 10286999"/>
              <a:gd name="connsiteX22" fmla="*/ 8853189 w 10445680"/>
              <a:gd name="connsiteY22" fmla="*/ 3553334 h 10286999"/>
              <a:gd name="connsiteX23" fmla="*/ 7685196 w 10445680"/>
              <a:gd name="connsiteY23" fmla="*/ 3945968 h 10286999"/>
              <a:gd name="connsiteX24" fmla="*/ 7272964 w 10445680"/>
              <a:gd name="connsiteY24" fmla="*/ 5045341 h 10286999"/>
              <a:gd name="connsiteX25" fmla="*/ 7606677 w 10445680"/>
              <a:gd name="connsiteY25" fmla="*/ 6125084 h 10286999"/>
              <a:gd name="connsiteX26" fmla="*/ 6163863 w 10445680"/>
              <a:gd name="connsiteY26" fmla="*/ 6134900 h 10286999"/>
              <a:gd name="connsiteX27" fmla="*/ 5476806 w 10445680"/>
              <a:gd name="connsiteY27" fmla="*/ 6164348 h 10286999"/>
              <a:gd name="connsiteX28" fmla="*/ 5290323 w 10445680"/>
              <a:gd name="connsiteY28" fmla="*/ 6792561 h 10286999"/>
              <a:gd name="connsiteX29" fmla="*/ 5309951 w 10445680"/>
              <a:gd name="connsiteY29" fmla="*/ 7479669 h 10286999"/>
              <a:gd name="connsiteX30" fmla="*/ 4809384 w 10445680"/>
              <a:gd name="connsiteY30" fmla="*/ 7999909 h 10286999"/>
              <a:gd name="connsiteX31" fmla="*/ 3101562 w 10445680"/>
              <a:gd name="connsiteY31" fmla="*/ 8294384 h 10286999"/>
              <a:gd name="connsiteX32" fmla="*/ 1835417 w 10445680"/>
              <a:gd name="connsiteY32" fmla="*/ 9226889 h 10286999"/>
              <a:gd name="connsiteX33" fmla="*/ 1599855 w 10445680"/>
              <a:gd name="connsiteY33" fmla="*/ 10286999 h 10286999"/>
              <a:gd name="connsiteX34" fmla="*/ 1596731 w 10445680"/>
              <a:gd name="connsiteY34" fmla="*/ 10286999 h 10286999"/>
              <a:gd name="connsiteX35" fmla="*/ 1574858 w 10445680"/>
              <a:gd name="connsiteY35" fmla="*/ 10286999 h 10286999"/>
              <a:gd name="connsiteX36" fmla="*/ 1551032 w 10445680"/>
              <a:gd name="connsiteY36" fmla="*/ 10286999 h 10286999"/>
              <a:gd name="connsiteX37" fmla="*/ 1515488 w 10445680"/>
              <a:gd name="connsiteY37" fmla="*/ 10286999 h 10286999"/>
              <a:gd name="connsiteX38" fmla="*/ 1465883 w 10445680"/>
              <a:gd name="connsiteY38" fmla="*/ 10286999 h 10286999"/>
              <a:gd name="connsiteX39" fmla="*/ 1399874 w 10445680"/>
              <a:gd name="connsiteY39" fmla="*/ 10286999 h 10286999"/>
              <a:gd name="connsiteX40" fmla="*/ 1315116 w 10445680"/>
              <a:gd name="connsiteY40" fmla="*/ 10286999 h 10286999"/>
              <a:gd name="connsiteX41" fmla="*/ 1209266 w 10445680"/>
              <a:gd name="connsiteY41" fmla="*/ 10286999 h 10286999"/>
              <a:gd name="connsiteX42" fmla="*/ 1079981 w 10445680"/>
              <a:gd name="connsiteY42" fmla="*/ 10286999 h 10286999"/>
              <a:gd name="connsiteX43" fmla="*/ 924917 w 10445680"/>
              <a:gd name="connsiteY43" fmla="*/ 10286999 h 10286999"/>
              <a:gd name="connsiteX44" fmla="*/ 741730 w 10445680"/>
              <a:gd name="connsiteY44" fmla="*/ 10286999 h 10286999"/>
              <a:gd name="connsiteX45" fmla="*/ 528077 w 10445680"/>
              <a:gd name="connsiteY45" fmla="*/ 10286999 h 10286999"/>
              <a:gd name="connsiteX46" fmla="*/ 281615 w 10445680"/>
              <a:gd name="connsiteY46" fmla="*/ 10286999 h 10286999"/>
              <a:gd name="connsiteX47" fmla="*/ 0 w 10445680"/>
              <a:gd name="connsiteY47" fmla="*/ 10286999 h 10286999"/>
              <a:gd name="connsiteX48" fmla="*/ 0 w 10445680"/>
              <a:gd name="connsiteY48" fmla="*/ 10285770 h 10286999"/>
              <a:gd name="connsiteX49" fmla="*/ 0 w 10445680"/>
              <a:gd name="connsiteY49" fmla="*/ 10277169 h 10286999"/>
              <a:gd name="connsiteX50" fmla="*/ 0 w 10445680"/>
              <a:gd name="connsiteY50" fmla="*/ 10253821 h 10286999"/>
              <a:gd name="connsiteX51" fmla="*/ 0 w 10445680"/>
              <a:gd name="connsiteY51" fmla="*/ 10208356 h 10286999"/>
              <a:gd name="connsiteX52" fmla="*/ 0 w 10445680"/>
              <a:gd name="connsiteY52" fmla="*/ 10175024 h 10286999"/>
              <a:gd name="connsiteX53" fmla="*/ 0 w 10445680"/>
              <a:gd name="connsiteY53" fmla="*/ 10133399 h 10286999"/>
              <a:gd name="connsiteX54" fmla="*/ 0 w 10445680"/>
              <a:gd name="connsiteY54" fmla="*/ 10082557 h 10286999"/>
              <a:gd name="connsiteX55" fmla="*/ 0 w 10445680"/>
              <a:gd name="connsiteY55" fmla="*/ 10021578 h 10286999"/>
              <a:gd name="connsiteX56" fmla="*/ 0 w 10445680"/>
              <a:gd name="connsiteY56" fmla="*/ 9949539 h 10286999"/>
              <a:gd name="connsiteX57" fmla="*/ 0 w 10445680"/>
              <a:gd name="connsiteY57" fmla="*/ 9865520 h 10286999"/>
              <a:gd name="connsiteX58" fmla="*/ 0 w 10445680"/>
              <a:gd name="connsiteY58" fmla="*/ 9768598 h 10286999"/>
              <a:gd name="connsiteX59" fmla="*/ 0 w 10445680"/>
              <a:gd name="connsiteY59" fmla="*/ 9657853 h 10286999"/>
              <a:gd name="connsiteX60" fmla="*/ 0 w 10445680"/>
              <a:gd name="connsiteY60" fmla="*/ 9532362 h 10286999"/>
              <a:gd name="connsiteX61" fmla="*/ 0 w 10445680"/>
              <a:gd name="connsiteY61" fmla="*/ 9391203 h 10286999"/>
              <a:gd name="connsiteX62" fmla="*/ 0 w 10445680"/>
              <a:gd name="connsiteY62" fmla="*/ 9233456 h 10286999"/>
              <a:gd name="connsiteX63" fmla="*/ 0 w 10445680"/>
              <a:gd name="connsiteY63" fmla="*/ 9058198 h 10286999"/>
              <a:gd name="connsiteX64" fmla="*/ 0 w 10445680"/>
              <a:gd name="connsiteY64" fmla="*/ 8864508 h 10286999"/>
              <a:gd name="connsiteX65" fmla="*/ 0 w 10445680"/>
              <a:gd name="connsiteY65" fmla="*/ 8651465 h 10286999"/>
              <a:gd name="connsiteX66" fmla="*/ 0 w 10445680"/>
              <a:gd name="connsiteY66" fmla="*/ 8418146 h 10286999"/>
              <a:gd name="connsiteX67" fmla="*/ 0 w 10445680"/>
              <a:gd name="connsiteY67" fmla="*/ 8163631 h 10286999"/>
              <a:gd name="connsiteX68" fmla="*/ 0 w 10445680"/>
              <a:gd name="connsiteY68" fmla="*/ 7886997 h 10286999"/>
              <a:gd name="connsiteX69" fmla="*/ 0 w 10445680"/>
              <a:gd name="connsiteY69" fmla="*/ 7587323 h 10286999"/>
              <a:gd name="connsiteX70" fmla="*/ 0 w 10445680"/>
              <a:gd name="connsiteY70" fmla="*/ 7263688 h 10286999"/>
              <a:gd name="connsiteX71" fmla="*/ 0 w 10445680"/>
              <a:gd name="connsiteY71" fmla="*/ 6915169 h 10286999"/>
              <a:gd name="connsiteX72" fmla="*/ 0 w 10445680"/>
              <a:gd name="connsiteY72" fmla="*/ 6540845 h 10286999"/>
              <a:gd name="connsiteX73" fmla="*/ 0 w 10445680"/>
              <a:gd name="connsiteY73" fmla="*/ 6139795 h 10286999"/>
              <a:gd name="connsiteX74" fmla="*/ 0 w 10445680"/>
              <a:gd name="connsiteY74" fmla="*/ 5711097 h 10286999"/>
              <a:gd name="connsiteX75" fmla="*/ 0 w 10445680"/>
              <a:gd name="connsiteY75" fmla="*/ 5253830 h 10286999"/>
              <a:gd name="connsiteX76" fmla="*/ 0 w 10445680"/>
              <a:gd name="connsiteY76" fmla="*/ 4844077 h 10286999"/>
              <a:gd name="connsiteX77" fmla="*/ 0 w 10445680"/>
              <a:gd name="connsiteY77" fmla="*/ 4750867 h 10286999"/>
              <a:gd name="connsiteX78" fmla="*/ 0 w 10445680"/>
              <a:gd name="connsiteY78" fmla="*/ 3461687 h 10286999"/>
              <a:gd name="connsiteX79" fmla="*/ 0 w 10445680"/>
              <a:gd name="connsiteY79" fmla="*/ 2 h 10286999"/>
              <a:gd name="connsiteX80" fmla="*/ 6923377 w 10445680"/>
              <a:gd name="connsiteY80" fmla="*/ 2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0445680" h="10286999">
                <a:moveTo>
                  <a:pt x="6923377" y="0"/>
                </a:moveTo>
                <a:lnTo>
                  <a:pt x="8126876" y="0"/>
                </a:lnTo>
                <a:lnTo>
                  <a:pt x="8130576" y="0"/>
                </a:lnTo>
                <a:lnTo>
                  <a:pt x="8156475" y="0"/>
                </a:lnTo>
                <a:lnTo>
                  <a:pt x="8184686" y="0"/>
                </a:lnTo>
                <a:lnTo>
                  <a:pt x="8226771" y="0"/>
                </a:lnTo>
                <a:lnTo>
                  <a:pt x="8285505" y="0"/>
                </a:lnTo>
                <a:lnTo>
                  <a:pt x="8363664" y="0"/>
                </a:lnTo>
                <a:lnTo>
                  <a:pt x="8464020" y="0"/>
                </a:lnTo>
                <a:lnTo>
                  <a:pt x="8568534" y="0"/>
                </a:lnTo>
                <a:lnTo>
                  <a:pt x="8589352" y="0"/>
                </a:lnTo>
                <a:lnTo>
                  <a:pt x="8701409" y="0"/>
                </a:lnTo>
                <a:lnTo>
                  <a:pt x="8830245" y="0"/>
                </a:lnTo>
                <a:lnTo>
                  <a:pt x="8977031" y="0"/>
                </a:lnTo>
                <a:lnTo>
                  <a:pt x="9142938" y="0"/>
                </a:lnTo>
                <a:lnTo>
                  <a:pt x="9329136" y="0"/>
                </a:lnTo>
                <a:lnTo>
                  <a:pt x="9536796" y="0"/>
                </a:lnTo>
                <a:lnTo>
                  <a:pt x="9767087" y="0"/>
                </a:lnTo>
                <a:lnTo>
                  <a:pt x="10021182" y="0"/>
                </a:lnTo>
                <a:cubicBezTo>
                  <a:pt x="9726731" y="274844"/>
                  <a:pt x="9550059" y="687110"/>
                  <a:pt x="9638395" y="1069927"/>
                </a:cubicBezTo>
                <a:cubicBezTo>
                  <a:pt x="9785621" y="1688325"/>
                  <a:pt x="10551196" y="2139853"/>
                  <a:pt x="10433415" y="2768067"/>
                </a:cubicBezTo>
                <a:cubicBezTo>
                  <a:pt x="10374524" y="3072358"/>
                  <a:pt x="10089889" y="3307938"/>
                  <a:pt x="9795436" y="3406098"/>
                </a:cubicBezTo>
                <a:cubicBezTo>
                  <a:pt x="9491169" y="3514070"/>
                  <a:pt x="9167271" y="3523886"/>
                  <a:pt x="8853189" y="3553334"/>
                </a:cubicBezTo>
                <a:cubicBezTo>
                  <a:pt x="8440957" y="3592598"/>
                  <a:pt x="8009094" y="3690756"/>
                  <a:pt x="7685196" y="3945968"/>
                </a:cubicBezTo>
                <a:cubicBezTo>
                  <a:pt x="7351485" y="4201179"/>
                  <a:pt x="7145368" y="4652707"/>
                  <a:pt x="7272964" y="5045341"/>
                </a:cubicBezTo>
                <a:cubicBezTo>
                  <a:pt x="7390747" y="5418343"/>
                  <a:pt x="7783349" y="5781530"/>
                  <a:pt x="7606677" y="6125084"/>
                </a:cubicBezTo>
                <a:cubicBezTo>
                  <a:pt x="7351485" y="6635508"/>
                  <a:pt x="6546650" y="6242874"/>
                  <a:pt x="6163863" y="6134900"/>
                </a:cubicBezTo>
                <a:cubicBezTo>
                  <a:pt x="5938115" y="6076004"/>
                  <a:pt x="5673110" y="6026926"/>
                  <a:pt x="5476806" y="6164348"/>
                </a:cubicBezTo>
                <a:cubicBezTo>
                  <a:pt x="5290323" y="6301770"/>
                  <a:pt x="5260875" y="6566797"/>
                  <a:pt x="5290323" y="6792561"/>
                </a:cubicBezTo>
                <a:cubicBezTo>
                  <a:pt x="5309951" y="7028141"/>
                  <a:pt x="5368842" y="7263721"/>
                  <a:pt x="5309951" y="7479669"/>
                </a:cubicBezTo>
                <a:cubicBezTo>
                  <a:pt x="5241247" y="7725065"/>
                  <a:pt x="5035129" y="7901751"/>
                  <a:pt x="4809384" y="7999909"/>
                </a:cubicBezTo>
                <a:cubicBezTo>
                  <a:pt x="4279370" y="8215858"/>
                  <a:pt x="3651206" y="8117699"/>
                  <a:pt x="3101562" y="8294384"/>
                </a:cubicBezTo>
                <a:cubicBezTo>
                  <a:pt x="2591178" y="8461254"/>
                  <a:pt x="2110241" y="8755728"/>
                  <a:pt x="1835417" y="9226889"/>
                </a:cubicBezTo>
                <a:cubicBezTo>
                  <a:pt x="1648931" y="9550811"/>
                  <a:pt x="1580226" y="9913997"/>
                  <a:pt x="1599855" y="10286999"/>
                </a:cubicBezTo>
                <a:lnTo>
                  <a:pt x="1596731" y="10286999"/>
                </a:lnTo>
                <a:lnTo>
                  <a:pt x="1574858" y="10286999"/>
                </a:lnTo>
                <a:lnTo>
                  <a:pt x="1551032" y="10286999"/>
                </a:lnTo>
                <a:lnTo>
                  <a:pt x="1515488" y="10286999"/>
                </a:lnTo>
                <a:lnTo>
                  <a:pt x="1465883" y="10286999"/>
                </a:lnTo>
                <a:lnTo>
                  <a:pt x="1399874" y="10286999"/>
                </a:lnTo>
                <a:lnTo>
                  <a:pt x="1315116" y="10286999"/>
                </a:lnTo>
                <a:lnTo>
                  <a:pt x="1209266" y="10286999"/>
                </a:lnTo>
                <a:lnTo>
                  <a:pt x="1079981" y="10286999"/>
                </a:lnTo>
                <a:lnTo>
                  <a:pt x="924917" y="10286999"/>
                </a:lnTo>
                <a:lnTo>
                  <a:pt x="741730" y="10286999"/>
                </a:lnTo>
                <a:lnTo>
                  <a:pt x="528077" y="10286999"/>
                </a:lnTo>
                <a:lnTo>
                  <a:pt x="281615" y="10286999"/>
                </a:lnTo>
                <a:lnTo>
                  <a:pt x="0" y="10286999"/>
                </a:lnTo>
                <a:lnTo>
                  <a:pt x="0" y="10285770"/>
                </a:lnTo>
                <a:lnTo>
                  <a:pt x="0" y="10277169"/>
                </a:lnTo>
                <a:lnTo>
                  <a:pt x="0" y="10253821"/>
                </a:lnTo>
                <a:lnTo>
                  <a:pt x="0" y="10208356"/>
                </a:lnTo>
                <a:lnTo>
                  <a:pt x="0" y="10175024"/>
                </a:lnTo>
                <a:lnTo>
                  <a:pt x="0" y="10133399"/>
                </a:lnTo>
                <a:lnTo>
                  <a:pt x="0" y="10082557"/>
                </a:lnTo>
                <a:lnTo>
                  <a:pt x="0" y="10021578"/>
                </a:lnTo>
                <a:lnTo>
                  <a:pt x="0" y="9949539"/>
                </a:lnTo>
                <a:lnTo>
                  <a:pt x="0" y="9865520"/>
                </a:lnTo>
                <a:lnTo>
                  <a:pt x="0" y="9768598"/>
                </a:lnTo>
                <a:lnTo>
                  <a:pt x="0" y="9657853"/>
                </a:lnTo>
                <a:lnTo>
                  <a:pt x="0" y="9532362"/>
                </a:lnTo>
                <a:lnTo>
                  <a:pt x="0" y="9391203"/>
                </a:lnTo>
                <a:lnTo>
                  <a:pt x="0" y="9233456"/>
                </a:lnTo>
                <a:lnTo>
                  <a:pt x="0" y="9058198"/>
                </a:lnTo>
                <a:lnTo>
                  <a:pt x="0" y="8864508"/>
                </a:lnTo>
                <a:lnTo>
                  <a:pt x="0" y="8651465"/>
                </a:lnTo>
                <a:lnTo>
                  <a:pt x="0" y="8418146"/>
                </a:lnTo>
                <a:lnTo>
                  <a:pt x="0" y="8163631"/>
                </a:lnTo>
                <a:lnTo>
                  <a:pt x="0" y="7886997"/>
                </a:lnTo>
                <a:lnTo>
                  <a:pt x="0" y="7587323"/>
                </a:lnTo>
                <a:lnTo>
                  <a:pt x="0" y="7263688"/>
                </a:lnTo>
                <a:lnTo>
                  <a:pt x="0" y="6915169"/>
                </a:lnTo>
                <a:lnTo>
                  <a:pt x="0" y="6540845"/>
                </a:lnTo>
                <a:lnTo>
                  <a:pt x="0" y="6139795"/>
                </a:lnTo>
                <a:lnTo>
                  <a:pt x="0" y="5711097"/>
                </a:lnTo>
                <a:lnTo>
                  <a:pt x="0" y="5253830"/>
                </a:lnTo>
                <a:lnTo>
                  <a:pt x="0" y="4844077"/>
                </a:lnTo>
                <a:lnTo>
                  <a:pt x="0" y="4750867"/>
                </a:lnTo>
                <a:lnTo>
                  <a:pt x="0" y="3461687"/>
                </a:lnTo>
                <a:lnTo>
                  <a:pt x="0" y="2"/>
                </a:lnTo>
                <a:lnTo>
                  <a:pt x="6923377" y="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8826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406874" y="0"/>
            <a:ext cx="10881126" cy="10287000"/>
          </a:xfrm>
          <a:custGeom>
            <a:avLst/>
            <a:gdLst>
              <a:gd name="connsiteX0" fmla="*/ 6766324 w 10881126"/>
              <a:gd name="connsiteY0" fmla="*/ 0 h 10287000"/>
              <a:gd name="connsiteX1" fmla="*/ 10881124 w 10881126"/>
              <a:gd name="connsiteY1" fmla="*/ 0 h 10287000"/>
              <a:gd name="connsiteX2" fmla="*/ 10881124 w 10881126"/>
              <a:gd name="connsiteY2" fmla="*/ 192495 h 10287000"/>
              <a:gd name="connsiteX3" fmla="*/ 10881126 w 10881126"/>
              <a:gd name="connsiteY3" fmla="*/ 192503 h 10287000"/>
              <a:gd name="connsiteX4" fmla="*/ 10881126 w 10881126"/>
              <a:gd name="connsiteY4" fmla="*/ 194921 h 10287000"/>
              <a:gd name="connsiteX5" fmla="*/ 10881126 w 10881126"/>
              <a:gd name="connsiteY5" fmla="*/ 211847 h 10287000"/>
              <a:gd name="connsiteX6" fmla="*/ 10881126 w 10881126"/>
              <a:gd name="connsiteY6" fmla="*/ 230285 h 10287000"/>
              <a:gd name="connsiteX7" fmla="*/ 10881126 w 10881126"/>
              <a:gd name="connsiteY7" fmla="*/ 257790 h 10287000"/>
              <a:gd name="connsiteX8" fmla="*/ 10881126 w 10881126"/>
              <a:gd name="connsiteY8" fmla="*/ 296177 h 10287000"/>
              <a:gd name="connsiteX9" fmla="*/ 10881126 w 10881126"/>
              <a:gd name="connsiteY9" fmla="*/ 347258 h 10287000"/>
              <a:gd name="connsiteX10" fmla="*/ 10881126 w 10881126"/>
              <a:gd name="connsiteY10" fmla="*/ 412848 h 10287000"/>
              <a:gd name="connsiteX11" fmla="*/ 10881126 w 10881126"/>
              <a:gd name="connsiteY11" fmla="*/ 494760 h 10287000"/>
              <a:gd name="connsiteX12" fmla="*/ 10881126 w 10881126"/>
              <a:gd name="connsiteY12" fmla="*/ 594807 h 10287000"/>
              <a:gd name="connsiteX13" fmla="*/ 10881126 w 10881126"/>
              <a:gd name="connsiteY13" fmla="*/ 714804 h 10287000"/>
              <a:gd name="connsiteX14" fmla="*/ 10881126 w 10881126"/>
              <a:gd name="connsiteY14" fmla="*/ 856563 h 10287000"/>
              <a:gd name="connsiteX15" fmla="*/ 10881126 w 10881126"/>
              <a:gd name="connsiteY15" fmla="*/ 1021897 h 10287000"/>
              <a:gd name="connsiteX16" fmla="*/ 10881126 w 10881126"/>
              <a:gd name="connsiteY16" fmla="*/ 1212622 h 10287000"/>
              <a:gd name="connsiteX17" fmla="*/ 10881126 w 10881126"/>
              <a:gd name="connsiteY17" fmla="*/ 1430550 h 10287000"/>
              <a:gd name="connsiteX18" fmla="*/ 10881126 w 10881126"/>
              <a:gd name="connsiteY18" fmla="*/ 1550282 h 10287000"/>
              <a:gd name="connsiteX19" fmla="*/ 10881126 w 10881126"/>
              <a:gd name="connsiteY19" fmla="*/ 1677494 h 10287000"/>
              <a:gd name="connsiteX20" fmla="*/ 10881126 w 10881126"/>
              <a:gd name="connsiteY20" fmla="*/ 1812415 h 10287000"/>
              <a:gd name="connsiteX21" fmla="*/ 10881126 w 10881126"/>
              <a:gd name="connsiteY21" fmla="*/ 1955269 h 10287000"/>
              <a:gd name="connsiteX22" fmla="*/ 10881126 w 10881126"/>
              <a:gd name="connsiteY22" fmla="*/ 2106285 h 10287000"/>
              <a:gd name="connsiteX23" fmla="*/ 10881126 w 10881126"/>
              <a:gd name="connsiteY23" fmla="*/ 2265688 h 10287000"/>
              <a:gd name="connsiteX24" fmla="*/ 10881126 w 10881126"/>
              <a:gd name="connsiteY24" fmla="*/ 2433705 h 10287000"/>
              <a:gd name="connsiteX25" fmla="*/ 10881126 w 10881126"/>
              <a:gd name="connsiteY25" fmla="*/ 2610564 h 10287000"/>
              <a:gd name="connsiteX26" fmla="*/ 10881126 w 10881126"/>
              <a:gd name="connsiteY26" fmla="*/ 2796490 h 10287000"/>
              <a:gd name="connsiteX27" fmla="*/ 10881126 w 10881126"/>
              <a:gd name="connsiteY27" fmla="*/ 2991710 h 10287000"/>
              <a:gd name="connsiteX28" fmla="*/ 10881126 w 10881126"/>
              <a:gd name="connsiteY28" fmla="*/ 3196452 h 10287000"/>
              <a:gd name="connsiteX29" fmla="*/ 10881126 w 10881126"/>
              <a:gd name="connsiteY29" fmla="*/ 3410942 h 10287000"/>
              <a:gd name="connsiteX30" fmla="*/ 10881126 w 10881126"/>
              <a:gd name="connsiteY30" fmla="*/ 3635406 h 10287000"/>
              <a:gd name="connsiteX31" fmla="*/ 10881126 w 10881126"/>
              <a:gd name="connsiteY31" fmla="*/ 3870071 h 10287000"/>
              <a:gd name="connsiteX32" fmla="*/ 10881126 w 10881126"/>
              <a:gd name="connsiteY32" fmla="*/ 4115164 h 10287000"/>
              <a:gd name="connsiteX33" fmla="*/ 10881126 w 10881126"/>
              <a:gd name="connsiteY33" fmla="*/ 4370912 h 10287000"/>
              <a:gd name="connsiteX34" fmla="*/ 10881126 w 10881126"/>
              <a:gd name="connsiteY34" fmla="*/ 4637541 h 10287000"/>
              <a:gd name="connsiteX35" fmla="*/ 10881126 w 10881126"/>
              <a:gd name="connsiteY35" fmla="*/ 4915278 h 10287000"/>
              <a:gd name="connsiteX36" fmla="*/ 10881126 w 10881126"/>
              <a:gd name="connsiteY36" fmla="*/ 5204350 h 10287000"/>
              <a:gd name="connsiteX37" fmla="*/ 10881126 w 10881126"/>
              <a:gd name="connsiteY37" fmla="*/ 5504983 h 10287000"/>
              <a:gd name="connsiteX38" fmla="*/ 10881126 w 10881126"/>
              <a:gd name="connsiteY38" fmla="*/ 5817404 h 10287000"/>
              <a:gd name="connsiteX39" fmla="*/ 10881126 w 10881126"/>
              <a:gd name="connsiteY39" fmla="*/ 6141839 h 10287000"/>
              <a:gd name="connsiteX40" fmla="*/ 10881126 w 10881126"/>
              <a:gd name="connsiteY40" fmla="*/ 6478517 h 10287000"/>
              <a:gd name="connsiteX41" fmla="*/ 10881126 w 10881126"/>
              <a:gd name="connsiteY41" fmla="*/ 6827662 h 10287000"/>
              <a:gd name="connsiteX42" fmla="*/ 10881126 w 10881126"/>
              <a:gd name="connsiteY42" fmla="*/ 7189502 h 10287000"/>
              <a:gd name="connsiteX43" fmla="*/ 10881126 w 10881126"/>
              <a:gd name="connsiteY43" fmla="*/ 7564264 h 10287000"/>
              <a:gd name="connsiteX44" fmla="*/ 10881126 w 10881126"/>
              <a:gd name="connsiteY44" fmla="*/ 7952173 h 10287000"/>
              <a:gd name="connsiteX45" fmla="*/ 10881126 w 10881126"/>
              <a:gd name="connsiteY45" fmla="*/ 8353458 h 10287000"/>
              <a:gd name="connsiteX46" fmla="*/ 10881126 w 10881126"/>
              <a:gd name="connsiteY46" fmla="*/ 8768344 h 10287000"/>
              <a:gd name="connsiteX47" fmla="*/ 10881126 w 10881126"/>
              <a:gd name="connsiteY47" fmla="*/ 9197059 h 10287000"/>
              <a:gd name="connsiteX48" fmla="*/ 10881126 w 10881126"/>
              <a:gd name="connsiteY48" fmla="*/ 9639829 h 10287000"/>
              <a:gd name="connsiteX49" fmla="*/ 10881126 w 10881126"/>
              <a:gd name="connsiteY49" fmla="*/ 10096880 h 10287000"/>
              <a:gd name="connsiteX50" fmla="*/ 10881124 w 10881126"/>
              <a:gd name="connsiteY50" fmla="*/ 10096887 h 10287000"/>
              <a:gd name="connsiteX51" fmla="*/ 10881124 w 10881126"/>
              <a:gd name="connsiteY51" fmla="*/ 10287000 h 10287000"/>
              <a:gd name="connsiteX52" fmla="*/ 10681958 w 10881126"/>
              <a:gd name="connsiteY52" fmla="*/ 10287000 h 10287000"/>
              <a:gd name="connsiteX53" fmla="*/ 10680574 w 10881126"/>
              <a:gd name="connsiteY53" fmla="*/ 10287000 h 10287000"/>
              <a:gd name="connsiteX54" fmla="*/ 10670890 w 10881126"/>
              <a:gd name="connsiteY54" fmla="*/ 10287000 h 10287000"/>
              <a:gd name="connsiteX55" fmla="*/ 10644600 w 10881126"/>
              <a:gd name="connsiteY55" fmla="*/ 10287000 h 10287000"/>
              <a:gd name="connsiteX56" fmla="*/ 10593406 w 10881126"/>
              <a:gd name="connsiteY56" fmla="*/ 10287000 h 10287000"/>
              <a:gd name="connsiteX57" fmla="*/ 10509006 w 10881126"/>
              <a:gd name="connsiteY57" fmla="*/ 10287000 h 10287000"/>
              <a:gd name="connsiteX58" fmla="*/ 10451760 w 10881126"/>
              <a:gd name="connsiteY58" fmla="*/ 10287000 h 10287000"/>
              <a:gd name="connsiteX59" fmla="*/ 10383098 w 10881126"/>
              <a:gd name="connsiteY59" fmla="*/ 10287000 h 10287000"/>
              <a:gd name="connsiteX60" fmla="*/ 10301986 w 10881126"/>
              <a:gd name="connsiteY60" fmla="*/ 10287000 h 10287000"/>
              <a:gd name="connsiteX61" fmla="*/ 10207380 w 10881126"/>
              <a:gd name="connsiteY61" fmla="*/ 10287000 h 10287000"/>
              <a:gd name="connsiteX62" fmla="*/ 10098250 w 10881126"/>
              <a:gd name="connsiteY62" fmla="*/ 10287000 h 10287000"/>
              <a:gd name="connsiteX63" fmla="*/ 9973550 w 10881126"/>
              <a:gd name="connsiteY63" fmla="*/ 10287000 h 10287000"/>
              <a:gd name="connsiteX64" fmla="*/ 9832250 w 10881126"/>
              <a:gd name="connsiteY64" fmla="*/ 10287000 h 10287000"/>
              <a:gd name="connsiteX65" fmla="*/ 9673308 w 10881126"/>
              <a:gd name="connsiteY65" fmla="*/ 10287000 h 10287000"/>
              <a:gd name="connsiteX66" fmla="*/ 9495686 w 10881126"/>
              <a:gd name="connsiteY66" fmla="*/ 10287000 h 10287000"/>
              <a:gd name="connsiteX67" fmla="*/ 9298350 w 10881126"/>
              <a:gd name="connsiteY67" fmla="*/ 10287000 h 10287000"/>
              <a:gd name="connsiteX68" fmla="*/ 9080259 w 10881126"/>
              <a:gd name="connsiteY68" fmla="*/ 10287000 h 10287000"/>
              <a:gd name="connsiteX69" fmla="*/ 8840376 w 10881126"/>
              <a:gd name="connsiteY69" fmla="*/ 10287000 h 10287000"/>
              <a:gd name="connsiteX70" fmla="*/ 8577664 w 10881126"/>
              <a:gd name="connsiteY70" fmla="*/ 10287000 h 10287000"/>
              <a:gd name="connsiteX71" fmla="*/ 8291085 w 10881126"/>
              <a:gd name="connsiteY71" fmla="*/ 10287000 h 10287000"/>
              <a:gd name="connsiteX72" fmla="*/ 7979600 w 10881126"/>
              <a:gd name="connsiteY72" fmla="*/ 10287000 h 10287000"/>
              <a:gd name="connsiteX73" fmla="*/ 7642173 w 10881126"/>
              <a:gd name="connsiteY73" fmla="*/ 10287000 h 10287000"/>
              <a:gd name="connsiteX74" fmla="*/ 7277766 w 10881126"/>
              <a:gd name="connsiteY74" fmla="*/ 10287000 h 10287000"/>
              <a:gd name="connsiteX75" fmla="*/ 6885340 w 10881126"/>
              <a:gd name="connsiteY75" fmla="*/ 10287000 h 10287000"/>
              <a:gd name="connsiteX76" fmla="*/ 6766324 w 10881126"/>
              <a:gd name="connsiteY76" fmla="*/ 10287000 h 10287000"/>
              <a:gd name="connsiteX77" fmla="*/ 6463858 w 10881126"/>
              <a:gd name="connsiteY77" fmla="*/ 10287000 h 10287000"/>
              <a:gd name="connsiteX78" fmla="*/ 6128055 w 10881126"/>
              <a:gd name="connsiteY78" fmla="*/ 10287000 h 10287000"/>
              <a:gd name="connsiteX79" fmla="*/ 5774887 w 10881126"/>
              <a:gd name="connsiteY79" fmla="*/ 10287000 h 10287000"/>
              <a:gd name="connsiteX80" fmla="*/ 5403915 w 10881126"/>
              <a:gd name="connsiteY80" fmla="*/ 10287000 h 10287000"/>
              <a:gd name="connsiteX81" fmla="*/ 5014702 w 10881126"/>
              <a:gd name="connsiteY81" fmla="*/ 10287000 h 10287000"/>
              <a:gd name="connsiteX82" fmla="*/ 189390 w 10881126"/>
              <a:gd name="connsiteY82" fmla="*/ 3044312 h 10287000"/>
              <a:gd name="connsiteX83" fmla="*/ 506249 w 10881126"/>
              <a:gd name="connsiteY83" fmla="*/ 1487133 h 10287000"/>
              <a:gd name="connsiteX84" fmla="*/ 2733316 w 10881126"/>
              <a:gd name="connsiteY84" fmla="*/ 2382 h 10287000"/>
              <a:gd name="connsiteX85" fmla="*/ 6523524 w 10881126"/>
              <a:gd name="connsiteY85" fmla="*/ 2382 h 10287000"/>
              <a:gd name="connsiteX86" fmla="*/ 6766324 w 10881126"/>
              <a:gd name="connsiteY86" fmla="*/ 2382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0881126" h="10287000">
                <a:moveTo>
                  <a:pt x="6766324" y="0"/>
                </a:moveTo>
                <a:lnTo>
                  <a:pt x="10881124" y="0"/>
                </a:lnTo>
                <a:lnTo>
                  <a:pt x="10881124" y="192495"/>
                </a:lnTo>
                <a:lnTo>
                  <a:pt x="10881126" y="192503"/>
                </a:lnTo>
                <a:lnTo>
                  <a:pt x="10881126" y="194921"/>
                </a:lnTo>
                <a:lnTo>
                  <a:pt x="10881126" y="211847"/>
                </a:lnTo>
                <a:lnTo>
                  <a:pt x="10881126" y="230285"/>
                </a:lnTo>
                <a:lnTo>
                  <a:pt x="10881126" y="257790"/>
                </a:lnTo>
                <a:lnTo>
                  <a:pt x="10881126" y="296177"/>
                </a:lnTo>
                <a:lnTo>
                  <a:pt x="10881126" y="347258"/>
                </a:lnTo>
                <a:lnTo>
                  <a:pt x="10881126" y="412848"/>
                </a:lnTo>
                <a:lnTo>
                  <a:pt x="10881126" y="494760"/>
                </a:lnTo>
                <a:lnTo>
                  <a:pt x="10881126" y="594807"/>
                </a:lnTo>
                <a:lnTo>
                  <a:pt x="10881126" y="714804"/>
                </a:lnTo>
                <a:lnTo>
                  <a:pt x="10881126" y="856563"/>
                </a:lnTo>
                <a:lnTo>
                  <a:pt x="10881126" y="1021897"/>
                </a:lnTo>
                <a:lnTo>
                  <a:pt x="10881126" y="1212622"/>
                </a:lnTo>
                <a:lnTo>
                  <a:pt x="10881126" y="1430550"/>
                </a:lnTo>
                <a:lnTo>
                  <a:pt x="10881126" y="1550282"/>
                </a:lnTo>
                <a:lnTo>
                  <a:pt x="10881126" y="1677494"/>
                </a:lnTo>
                <a:lnTo>
                  <a:pt x="10881126" y="1812415"/>
                </a:lnTo>
                <a:lnTo>
                  <a:pt x="10881126" y="1955269"/>
                </a:lnTo>
                <a:lnTo>
                  <a:pt x="10881126" y="2106285"/>
                </a:lnTo>
                <a:lnTo>
                  <a:pt x="10881126" y="2265688"/>
                </a:lnTo>
                <a:lnTo>
                  <a:pt x="10881126" y="2433705"/>
                </a:lnTo>
                <a:lnTo>
                  <a:pt x="10881126" y="2610564"/>
                </a:lnTo>
                <a:lnTo>
                  <a:pt x="10881126" y="2796490"/>
                </a:lnTo>
                <a:lnTo>
                  <a:pt x="10881126" y="2991710"/>
                </a:lnTo>
                <a:lnTo>
                  <a:pt x="10881126" y="3196452"/>
                </a:lnTo>
                <a:lnTo>
                  <a:pt x="10881126" y="3410942"/>
                </a:lnTo>
                <a:lnTo>
                  <a:pt x="10881126" y="3635406"/>
                </a:lnTo>
                <a:lnTo>
                  <a:pt x="10881126" y="3870071"/>
                </a:lnTo>
                <a:lnTo>
                  <a:pt x="10881126" y="4115164"/>
                </a:lnTo>
                <a:lnTo>
                  <a:pt x="10881126" y="4370912"/>
                </a:lnTo>
                <a:lnTo>
                  <a:pt x="10881126" y="4637541"/>
                </a:lnTo>
                <a:lnTo>
                  <a:pt x="10881126" y="4915278"/>
                </a:lnTo>
                <a:lnTo>
                  <a:pt x="10881126" y="5204350"/>
                </a:lnTo>
                <a:lnTo>
                  <a:pt x="10881126" y="5504983"/>
                </a:lnTo>
                <a:lnTo>
                  <a:pt x="10881126" y="5817404"/>
                </a:lnTo>
                <a:lnTo>
                  <a:pt x="10881126" y="6141839"/>
                </a:lnTo>
                <a:lnTo>
                  <a:pt x="10881126" y="6478517"/>
                </a:lnTo>
                <a:lnTo>
                  <a:pt x="10881126" y="6827662"/>
                </a:lnTo>
                <a:lnTo>
                  <a:pt x="10881126" y="7189502"/>
                </a:lnTo>
                <a:lnTo>
                  <a:pt x="10881126" y="7564264"/>
                </a:lnTo>
                <a:lnTo>
                  <a:pt x="10881126" y="7952173"/>
                </a:lnTo>
                <a:lnTo>
                  <a:pt x="10881126" y="8353458"/>
                </a:lnTo>
                <a:lnTo>
                  <a:pt x="10881126" y="8768344"/>
                </a:lnTo>
                <a:lnTo>
                  <a:pt x="10881126" y="9197059"/>
                </a:lnTo>
                <a:lnTo>
                  <a:pt x="10881126" y="9639829"/>
                </a:lnTo>
                <a:lnTo>
                  <a:pt x="10881126" y="10096880"/>
                </a:lnTo>
                <a:lnTo>
                  <a:pt x="10881124" y="10096887"/>
                </a:lnTo>
                <a:lnTo>
                  <a:pt x="10881124" y="10287000"/>
                </a:lnTo>
                <a:lnTo>
                  <a:pt x="10681958" y="10287000"/>
                </a:lnTo>
                <a:lnTo>
                  <a:pt x="10680574" y="10287000"/>
                </a:lnTo>
                <a:lnTo>
                  <a:pt x="10670890" y="10287000"/>
                </a:lnTo>
                <a:lnTo>
                  <a:pt x="10644600" y="10287000"/>
                </a:lnTo>
                <a:lnTo>
                  <a:pt x="10593406" y="10287000"/>
                </a:lnTo>
                <a:lnTo>
                  <a:pt x="10509006" y="10287000"/>
                </a:lnTo>
                <a:lnTo>
                  <a:pt x="10451760" y="10287000"/>
                </a:lnTo>
                <a:lnTo>
                  <a:pt x="10383098" y="10287000"/>
                </a:lnTo>
                <a:lnTo>
                  <a:pt x="10301986" y="10287000"/>
                </a:lnTo>
                <a:lnTo>
                  <a:pt x="10207380" y="10287000"/>
                </a:lnTo>
                <a:lnTo>
                  <a:pt x="10098250" y="10287000"/>
                </a:lnTo>
                <a:lnTo>
                  <a:pt x="9973550" y="10287000"/>
                </a:lnTo>
                <a:lnTo>
                  <a:pt x="9832250" y="10287000"/>
                </a:lnTo>
                <a:lnTo>
                  <a:pt x="9673308" y="10287000"/>
                </a:lnTo>
                <a:lnTo>
                  <a:pt x="9495686" y="10287000"/>
                </a:lnTo>
                <a:lnTo>
                  <a:pt x="9298350" y="10287000"/>
                </a:lnTo>
                <a:lnTo>
                  <a:pt x="9080259" y="10287000"/>
                </a:lnTo>
                <a:lnTo>
                  <a:pt x="8840376" y="10287000"/>
                </a:lnTo>
                <a:lnTo>
                  <a:pt x="8577664" y="10287000"/>
                </a:lnTo>
                <a:lnTo>
                  <a:pt x="8291085" y="10287000"/>
                </a:lnTo>
                <a:lnTo>
                  <a:pt x="7979600" y="10287000"/>
                </a:lnTo>
                <a:lnTo>
                  <a:pt x="7642173" y="10287000"/>
                </a:lnTo>
                <a:lnTo>
                  <a:pt x="7277766" y="10287000"/>
                </a:lnTo>
                <a:lnTo>
                  <a:pt x="6885340" y="10287000"/>
                </a:lnTo>
                <a:lnTo>
                  <a:pt x="6766324" y="10287000"/>
                </a:lnTo>
                <a:lnTo>
                  <a:pt x="6463858" y="10287000"/>
                </a:lnTo>
                <a:lnTo>
                  <a:pt x="6128055" y="10287000"/>
                </a:lnTo>
                <a:lnTo>
                  <a:pt x="5774887" y="10287000"/>
                </a:lnTo>
                <a:lnTo>
                  <a:pt x="5403915" y="10287000"/>
                </a:lnTo>
                <a:lnTo>
                  <a:pt x="5014702" y="10287000"/>
                </a:lnTo>
                <a:cubicBezTo>
                  <a:pt x="5014702" y="10287000"/>
                  <a:pt x="5014702" y="10287000"/>
                  <a:pt x="189390" y="3044312"/>
                </a:cubicBezTo>
                <a:cubicBezTo>
                  <a:pt x="-154629" y="2528270"/>
                  <a:pt x="-18832" y="1831161"/>
                  <a:pt x="506249" y="1487133"/>
                </a:cubicBezTo>
                <a:cubicBezTo>
                  <a:pt x="506249" y="1487133"/>
                  <a:pt x="506249" y="1487133"/>
                  <a:pt x="2733316" y="2382"/>
                </a:cubicBezTo>
                <a:cubicBezTo>
                  <a:pt x="2733316" y="2382"/>
                  <a:pt x="2733316" y="2382"/>
                  <a:pt x="6523524" y="2382"/>
                </a:cubicBezTo>
                <a:lnTo>
                  <a:pt x="6766324" y="2382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3761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9377748" y="0"/>
            <a:ext cx="8910253" cy="10287000"/>
          </a:xfrm>
          <a:custGeom>
            <a:avLst/>
            <a:gdLst>
              <a:gd name="connsiteX0" fmla="*/ 2883689 w 8910253"/>
              <a:gd name="connsiteY0" fmla="*/ 0 h 10287000"/>
              <a:gd name="connsiteX1" fmla="*/ 5606614 w 8910253"/>
              <a:gd name="connsiteY1" fmla="*/ 0 h 10287000"/>
              <a:gd name="connsiteX2" fmla="*/ 8084343 w 8910253"/>
              <a:gd name="connsiteY2" fmla="*/ 0 h 10287000"/>
              <a:gd name="connsiteX3" fmla="*/ 8910253 w 8910253"/>
              <a:gd name="connsiteY3" fmla="*/ 0 h 10287000"/>
              <a:gd name="connsiteX4" fmla="*/ 8910253 w 8910253"/>
              <a:gd name="connsiteY4" fmla="*/ 10287000 h 10287000"/>
              <a:gd name="connsiteX5" fmla="*/ 8084343 w 8910253"/>
              <a:gd name="connsiteY5" fmla="*/ 10287000 h 10287000"/>
              <a:gd name="connsiteX6" fmla="*/ 5606614 w 8910253"/>
              <a:gd name="connsiteY6" fmla="*/ 10287000 h 10287000"/>
              <a:gd name="connsiteX7" fmla="*/ 2883689 w 8910253"/>
              <a:gd name="connsiteY7" fmla="*/ 10287000 h 10287000"/>
              <a:gd name="connsiteX8" fmla="*/ 2657321 w 8910253"/>
              <a:gd name="connsiteY8" fmla="*/ 10141863 h 10287000"/>
              <a:gd name="connsiteX9" fmla="*/ 0 w 8910253"/>
              <a:gd name="connsiteY9" fmla="*/ 5143500 h 10287000"/>
              <a:gd name="connsiteX10" fmla="*/ 2657321 w 8910253"/>
              <a:gd name="connsiteY10" fmla="*/ 145137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910253" h="10287000">
                <a:moveTo>
                  <a:pt x="2883689" y="0"/>
                </a:moveTo>
                <a:lnTo>
                  <a:pt x="5606614" y="0"/>
                </a:lnTo>
                <a:lnTo>
                  <a:pt x="8084343" y="0"/>
                </a:lnTo>
                <a:lnTo>
                  <a:pt x="8910253" y="0"/>
                </a:lnTo>
                <a:lnTo>
                  <a:pt x="8910253" y="10287000"/>
                </a:lnTo>
                <a:lnTo>
                  <a:pt x="8084343" y="10287000"/>
                </a:lnTo>
                <a:lnTo>
                  <a:pt x="5606614" y="10287000"/>
                </a:lnTo>
                <a:lnTo>
                  <a:pt x="2883689" y="10287000"/>
                </a:lnTo>
                <a:lnTo>
                  <a:pt x="2657321" y="10141863"/>
                </a:lnTo>
                <a:cubicBezTo>
                  <a:pt x="1054085" y="9058620"/>
                  <a:pt x="0" y="7224171"/>
                  <a:pt x="0" y="5143500"/>
                </a:cubicBezTo>
                <a:cubicBezTo>
                  <a:pt x="0" y="3062829"/>
                  <a:pt x="1054085" y="1228380"/>
                  <a:pt x="2657321" y="145137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7503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9466060" y="2"/>
            <a:ext cx="8821941" cy="8998526"/>
          </a:xfrm>
          <a:custGeom>
            <a:avLst/>
            <a:gdLst>
              <a:gd name="connsiteX0" fmla="*/ 518423 w 8821941"/>
              <a:gd name="connsiteY0" fmla="*/ 0 h 8998526"/>
              <a:gd name="connsiteX1" fmla="*/ 8821941 w 8821941"/>
              <a:gd name="connsiteY1" fmla="*/ 0 h 8998526"/>
              <a:gd name="connsiteX2" fmla="*/ 8821941 w 8821941"/>
              <a:gd name="connsiteY2" fmla="*/ 7537738 h 8998526"/>
              <a:gd name="connsiteX3" fmla="*/ 5065535 w 8821941"/>
              <a:gd name="connsiteY3" fmla="*/ 8858596 h 8998526"/>
              <a:gd name="connsiteX4" fmla="*/ 1895923 w 8821941"/>
              <a:gd name="connsiteY4" fmla="*/ 7338364 h 8998526"/>
              <a:gd name="connsiteX5" fmla="*/ 140063 w 8821941"/>
              <a:gd name="connsiteY5" fmla="*/ 2340392 h 8998526"/>
              <a:gd name="connsiteX6" fmla="*/ 518423 w 8821941"/>
              <a:gd name="connsiteY6" fmla="*/ 0 h 899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21941" h="8998526">
                <a:moveTo>
                  <a:pt x="518423" y="0"/>
                </a:moveTo>
                <a:lnTo>
                  <a:pt x="8821941" y="0"/>
                </a:lnTo>
                <a:lnTo>
                  <a:pt x="8821941" y="7537738"/>
                </a:lnTo>
                <a:lnTo>
                  <a:pt x="5065535" y="8858596"/>
                </a:lnTo>
                <a:cubicBezTo>
                  <a:pt x="3776392" y="9311722"/>
                  <a:pt x="2349048" y="8627503"/>
                  <a:pt x="1895923" y="7338364"/>
                </a:cubicBezTo>
                <a:lnTo>
                  <a:pt x="140063" y="2340392"/>
                </a:lnTo>
                <a:cubicBezTo>
                  <a:pt x="-147671" y="1520237"/>
                  <a:pt x="22251" y="645705"/>
                  <a:pt x="518423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9541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4451576" cy="4428823"/>
          </a:xfrm>
          <a:custGeom>
            <a:avLst/>
            <a:gdLst>
              <a:gd name="connsiteX0" fmla="*/ 0 w 4451576"/>
              <a:gd name="connsiteY0" fmla="*/ 0 h 4428823"/>
              <a:gd name="connsiteX1" fmla="*/ 3778821 w 4451576"/>
              <a:gd name="connsiteY1" fmla="*/ 0 h 4428823"/>
              <a:gd name="connsiteX2" fmla="*/ 3829293 w 4451576"/>
              <a:gd name="connsiteY2" fmla="*/ 44942 h 4428823"/>
              <a:gd name="connsiteX3" fmla="*/ 4249206 w 4451576"/>
              <a:gd name="connsiteY3" fmla="*/ 418847 h 4428823"/>
              <a:gd name="connsiteX4" fmla="*/ 4431050 w 4451576"/>
              <a:gd name="connsiteY4" fmla="*/ 1024230 h 4428823"/>
              <a:gd name="connsiteX5" fmla="*/ 3758000 w 4451576"/>
              <a:gd name="connsiteY5" fmla="*/ 3536088 h 4428823"/>
              <a:gd name="connsiteX6" fmla="*/ 3295297 w 4451576"/>
              <a:gd name="connsiteY6" fmla="*/ 3978886 h 4428823"/>
              <a:gd name="connsiteX7" fmla="*/ 1144546 w 4451576"/>
              <a:gd name="connsiteY7" fmla="*/ 4414700 h 4428823"/>
              <a:gd name="connsiteX8" fmla="*/ 625268 w 4451576"/>
              <a:gd name="connsiteY8" fmla="*/ 4275560 h 4428823"/>
              <a:gd name="connsiteX9" fmla="*/ 90822 w 4451576"/>
              <a:gd name="connsiteY9" fmla="*/ 3803470 h 4428823"/>
              <a:gd name="connsiteX10" fmla="*/ 0 w 4451576"/>
              <a:gd name="connsiteY10" fmla="*/ 3723245 h 4428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51576" h="4428823">
                <a:moveTo>
                  <a:pt x="0" y="0"/>
                </a:moveTo>
                <a:lnTo>
                  <a:pt x="3778821" y="0"/>
                </a:lnTo>
                <a:lnTo>
                  <a:pt x="3829293" y="44942"/>
                </a:lnTo>
                <a:cubicBezTo>
                  <a:pt x="3955733" y="157528"/>
                  <a:pt x="4095253" y="281762"/>
                  <a:pt x="4249206" y="418847"/>
                </a:cubicBezTo>
                <a:cubicBezTo>
                  <a:pt x="4422173" y="566404"/>
                  <a:pt x="4489245" y="807039"/>
                  <a:pt x="4431050" y="1024230"/>
                </a:cubicBezTo>
                <a:cubicBezTo>
                  <a:pt x="4431050" y="1024230"/>
                  <a:pt x="4431050" y="1024230"/>
                  <a:pt x="3758000" y="3536088"/>
                </a:cubicBezTo>
                <a:cubicBezTo>
                  <a:pt x="3699803" y="3753278"/>
                  <a:pt x="3521399" y="3928139"/>
                  <a:pt x="3295297" y="3978886"/>
                </a:cubicBezTo>
                <a:cubicBezTo>
                  <a:pt x="3295297" y="3978886"/>
                  <a:pt x="3295297" y="3978886"/>
                  <a:pt x="1144546" y="4414700"/>
                </a:cubicBezTo>
                <a:cubicBezTo>
                  <a:pt x="961270" y="4456681"/>
                  <a:pt x="763000" y="4403554"/>
                  <a:pt x="625268" y="4275560"/>
                </a:cubicBezTo>
                <a:cubicBezTo>
                  <a:pt x="625268" y="4275560"/>
                  <a:pt x="625268" y="4275560"/>
                  <a:pt x="90822" y="3803470"/>
                </a:cubicBezTo>
                <a:lnTo>
                  <a:pt x="0" y="3723245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18883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6253165" y="1159241"/>
            <a:ext cx="5419109" cy="2126173"/>
          </a:xfrm>
          <a:custGeom>
            <a:avLst/>
            <a:gdLst>
              <a:gd name="connsiteX0" fmla="*/ 59830 w 5419109"/>
              <a:gd name="connsiteY0" fmla="*/ 0 h 2126173"/>
              <a:gd name="connsiteX1" fmla="*/ 5359278 w 5419109"/>
              <a:gd name="connsiteY1" fmla="*/ 0 h 2126173"/>
              <a:gd name="connsiteX2" fmla="*/ 5419109 w 5419109"/>
              <a:gd name="connsiteY2" fmla="*/ 59831 h 2126173"/>
              <a:gd name="connsiteX3" fmla="*/ 5419109 w 5419109"/>
              <a:gd name="connsiteY3" fmla="*/ 2066342 h 2126173"/>
              <a:gd name="connsiteX4" fmla="*/ 5359278 w 5419109"/>
              <a:gd name="connsiteY4" fmla="*/ 2126173 h 2126173"/>
              <a:gd name="connsiteX5" fmla="*/ 59830 w 5419109"/>
              <a:gd name="connsiteY5" fmla="*/ 2126173 h 2126173"/>
              <a:gd name="connsiteX6" fmla="*/ 0 w 5419109"/>
              <a:gd name="connsiteY6" fmla="*/ 2066342 h 2126173"/>
              <a:gd name="connsiteX7" fmla="*/ 0 w 5419109"/>
              <a:gd name="connsiteY7" fmla="*/ 59831 h 2126173"/>
              <a:gd name="connsiteX8" fmla="*/ 59830 w 5419109"/>
              <a:gd name="connsiteY8" fmla="*/ 0 h 212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19109" h="2126173">
                <a:moveTo>
                  <a:pt x="59830" y="0"/>
                </a:moveTo>
                <a:lnTo>
                  <a:pt x="5359278" y="0"/>
                </a:lnTo>
                <a:cubicBezTo>
                  <a:pt x="5392322" y="0"/>
                  <a:pt x="5419109" y="26787"/>
                  <a:pt x="5419109" y="59831"/>
                </a:cubicBezTo>
                <a:lnTo>
                  <a:pt x="5419109" y="2066342"/>
                </a:lnTo>
                <a:cubicBezTo>
                  <a:pt x="5419109" y="2099386"/>
                  <a:pt x="5392322" y="2126173"/>
                  <a:pt x="5359278" y="2126173"/>
                </a:cubicBezTo>
                <a:lnTo>
                  <a:pt x="59830" y="2126173"/>
                </a:lnTo>
                <a:cubicBezTo>
                  <a:pt x="26786" y="2126173"/>
                  <a:pt x="0" y="2099386"/>
                  <a:pt x="0" y="2066342"/>
                </a:cubicBezTo>
                <a:lnTo>
                  <a:pt x="0" y="59831"/>
                </a:lnTo>
                <a:cubicBezTo>
                  <a:pt x="0" y="26787"/>
                  <a:pt x="26786" y="0"/>
                  <a:pt x="59830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12155681" y="1159241"/>
            <a:ext cx="5419109" cy="2126173"/>
          </a:xfrm>
          <a:custGeom>
            <a:avLst/>
            <a:gdLst>
              <a:gd name="connsiteX0" fmla="*/ 59830 w 5419109"/>
              <a:gd name="connsiteY0" fmla="*/ 0 h 2126173"/>
              <a:gd name="connsiteX1" fmla="*/ 5359278 w 5419109"/>
              <a:gd name="connsiteY1" fmla="*/ 0 h 2126173"/>
              <a:gd name="connsiteX2" fmla="*/ 5419109 w 5419109"/>
              <a:gd name="connsiteY2" fmla="*/ 59831 h 2126173"/>
              <a:gd name="connsiteX3" fmla="*/ 5419109 w 5419109"/>
              <a:gd name="connsiteY3" fmla="*/ 2066342 h 2126173"/>
              <a:gd name="connsiteX4" fmla="*/ 5359278 w 5419109"/>
              <a:gd name="connsiteY4" fmla="*/ 2126173 h 2126173"/>
              <a:gd name="connsiteX5" fmla="*/ 59830 w 5419109"/>
              <a:gd name="connsiteY5" fmla="*/ 2126173 h 2126173"/>
              <a:gd name="connsiteX6" fmla="*/ 0 w 5419109"/>
              <a:gd name="connsiteY6" fmla="*/ 2066342 h 2126173"/>
              <a:gd name="connsiteX7" fmla="*/ 0 w 5419109"/>
              <a:gd name="connsiteY7" fmla="*/ 59831 h 2126173"/>
              <a:gd name="connsiteX8" fmla="*/ 59830 w 5419109"/>
              <a:gd name="connsiteY8" fmla="*/ 0 h 212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19109" h="2126173">
                <a:moveTo>
                  <a:pt x="59830" y="0"/>
                </a:moveTo>
                <a:lnTo>
                  <a:pt x="5359278" y="0"/>
                </a:lnTo>
                <a:cubicBezTo>
                  <a:pt x="5392322" y="0"/>
                  <a:pt x="5419109" y="26787"/>
                  <a:pt x="5419109" y="59831"/>
                </a:cubicBezTo>
                <a:lnTo>
                  <a:pt x="5419109" y="2066342"/>
                </a:lnTo>
                <a:cubicBezTo>
                  <a:pt x="5419109" y="2099386"/>
                  <a:pt x="5392322" y="2126173"/>
                  <a:pt x="5359278" y="2126173"/>
                </a:cubicBezTo>
                <a:lnTo>
                  <a:pt x="59830" y="2126173"/>
                </a:lnTo>
                <a:cubicBezTo>
                  <a:pt x="26786" y="2126173"/>
                  <a:pt x="0" y="2099386"/>
                  <a:pt x="0" y="2066342"/>
                </a:cubicBezTo>
                <a:lnTo>
                  <a:pt x="0" y="59831"/>
                </a:lnTo>
                <a:cubicBezTo>
                  <a:pt x="0" y="26787"/>
                  <a:pt x="26786" y="0"/>
                  <a:pt x="59830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253165" y="5371326"/>
            <a:ext cx="5419109" cy="2126173"/>
          </a:xfrm>
          <a:custGeom>
            <a:avLst/>
            <a:gdLst>
              <a:gd name="connsiteX0" fmla="*/ 59830 w 5419109"/>
              <a:gd name="connsiteY0" fmla="*/ 0 h 2126173"/>
              <a:gd name="connsiteX1" fmla="*/ 5359278 w 5419109"/>
              <a:gd name="connsiteY1" fmla="*/ 0 h 2126173"/>
              <a:gd name="connsiteX2" fmla="*/ 5419109 w 5419109"/>
              <a:gd name="connsiteY2" fmla="*/ 59831 h 2126173"/>
              <a:gd name="connsiteX3" fmla="*/ 5419109 w 5419109"/>
              <a:gd name="connsiteY3" fmla="*/ 2066342 h 2126173"/>
              <a:gd name="connsiteX4" fmla="*/ 5359278 w 5419109"/>
              <a:gd name="connsiteY4" fmla="*/ 2126173 h 2126173"/>
              <a:gd name="connsiteX5" fmla="*/ 59830 w 5419109"/>
              <a:gd name="connsiteY5" fmla="*/ 2126173 h 2126173"/>
              <a:gd name="connsiteX6" fmla="*/ 0 w 5419109"/>
              <a:gd name="connsiteY6" fmla="*/ 2066342 h 2126173"/>
              <a:gd name="connsiteX7" fmla="*/ 0 w 5419109"/>
              <a:gd name="connsiteY7" fmla="*/ 59831 h 2126173"/>
              <a:gd name="connsiteX8" fmla="*/ 59830 w 5419109"/>
              <a:gd name="connsiteY8" fmla="*/ 0 h 212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19109" h="2126173">
                <a:moveTo>
                  <a:pt x="59830" y="0"/>
                </a:moveTo>
                <a:lnTo>
                  <a:pt x="5359278" y="0"/>
                </a:lnTo>
                <a:cubicBezTo>
                  <a:pt x="5392322" y="0"/>
                  <a:pt x="5419109" y="26787"/>
                  <a:pt x="5419109" y="59831"/>
                </a:cubicBezTo>
                <a:lnTo>
                  <a:pt x="5419109" y="2066342"/>
                </a:lnTo>
                <a:cubicBezTo>
                  <a:pt x="5419109" y="2099386"/>
                  <a:pt x="5392322" y="2126173"/>
                  <a:pt x="5359278" y="2126173"/>
                </a:cubicBezTo>
                <a:lnTo>
                  <a:pt x="59830" y="2126173"/>
                </a:lnTo>
                <a:cubicBezTo>
                  <a:pt x="26786" y="2126173"/>
                  <a:pt x="0" y="2099386"/>
                  <a:pt x="0" y="2066342"/>
                </a:cubicBezTo>
                <a:lnTo>
                  <a:pt x="0" y="59831"/>
                </a:lnTo>
                <a:cubicBezTo>
                  <a:pt x="0" y="26787"/>
                  <a:pt x="26786" y="0"/>
                  <a:pt x="59830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12155681" y="5371326"/>
            <a:ext cx="5419109" cy="2126173"/>
          </a:xfrm>
          <a:custGeom>
            <a:avLst/>
            <a:gdLst>
              <a:gd name="connsiteX0" fmla="*/ 59830 w 5419109"/>
              <a:gd name="connsiteY0" fmla="*/ 0 h 2126173"/>
              <a:gd name="connsiteX1" fmla="*/ 5359278 w 5419109"/>
              <a:gd name="connsiteY1" fmla="*/ 0 h 2126173"/>
              <a:gd name="connsiteX2" fmla="*/ 5419109 w 5419109"/>
              <a:gd name="connsiteY2" fmla="*/ 59831 h 2126173"/>
              <a:gd name="connsiteX3" fmla="*/ 5419109 w 5419109"/>
              <a:gd name="connsiteY3" fmla="*/ 2066342 h 2126173"/>
              <a:gd name="connsiteX4" fmla="*/ 5359278 w 5419109"/>
              <a:gd name="connsiteY4" fmla="*/ 2126173 h 2126173"/>
              <a:gd name="connsiteX5" fmla="*/ 59830 w 5419109"/>
              <a:gd name="connsiteY5" fmla="*/ 2126173 h 2126173"/>
              <a:gd name="connsiteX6" fmla="*/ 0 w 5419109"/>
              <a:gd name="connsiteY6" fmla="*/ 2066342 h 2126173"/>
              <a:gd name="connsiteX7" fmla="*/ 0 w 5419109"/>
              <a:gd name="connsiteY7" fmla="*/ 59831 h 2126173"/>
              <a:gd name="connsiteX8" fmla="*/ 59830 w 5419109"/>
              <a:gd name="connsiteY8" fmla="*/ 0 h 2126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19109" h="2126173">
                <a:moveTo>
                  <a:pt x="59830" y="0"/>
                </a:moveTo>
                <a:lnTo>
                  <a:pt x="5359278" y="0"/>
                </a:lnTo>
                <a:cubicBezTo>
                  <a:pt x="5392322" y="0"/>
                  <a:pt x="5419109" y="26787"/>
                  <a:pt x="5419109" y="59831"/>
                </a:cubicBezTo>
                <a:lnTo>
                  <a:pt x="5419109" y="2066342"/>
                </a:lnTo>
                <a:cubicBezTo>
                  <a:pt x="5419109" y="2099386"/>
                  <a:pt x="5392322" y="2126173"/>
                  <a:pt x="5359278" y="2126173"/>
                </a:cubicBezTo>
                <a:lnTo>
                  <a:pt x="59830" y="2126173"/>
                </a:lnTo>
                <a:cubicBezTo>
                  <a:pt x="26786" y="2126173"/>
                  <a:pt x="0" y="2099386"/>
                  <a:pt x="0" y="2066342"/>
                </a:cubicBezTo>
                <a:lnTo>
                  <a:pt x="0" y="59831"/>
                </a:lnTo>
                <a:cubicBezTo>
                  <a:pt x="0" y="26787"/>
                  <a:pt x="26786" y="0"/>
                  <a:pt x="59830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7296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6543242" y="3513784"/>
            <a:ext cx="1924396" cy="1924392"/>
          </a:xfrm>
          <a:custGeom>
            <a:avLst/>
            <a:gdLst>
              <a:gd name="connsiteX0" fmla="*/ 962198 w 1924396"/>
              <a:gd name="connsiteY0" fmla="*/ 0 h 1924392"/>
              <a:gd name="connsiteX1" fmla="*/ 1924396 w 1924396"/>
              <a:gd name="connsiteY1" fmla="*/ 962196 h 1924392"/>
              <a:gd name="connsiteX2" fmla="*/ 962198 w 1924396"/>
              <a:gd name="connsiteY2" fmla="*/ 1924392 h 1924392"/>
              <a:gd name="connsiteX3" fmla="*/ 0 w 1924396"/>
              <a:gd name="connsiteY3" fmla="*/ 962196 h 1924392"/>
              <a:gd name="connsiteX4" fmla="*/ 962198 w 1924396"/>
              <a:gd name="connsiteY4" fmla="*/ 0 h 192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4396" h="1924392">
                <a:moveTo>
                  <a:pt x="962198" y="0"/>
                </a:moveTo>
                <a:cubicBezTo>
                  <a:pt x="1493605" y="0"/>
                  <a:pt x="1924396" y="430790"/>
                  <a:pt x="1924396" y="962196"/>
                </a:cubicBezTo>
                <a:cubicBezTo>
                  <a:pt x="1924396" y="1493602"/>
                  <a:pt x="1493605" y="1924392"/>
                  <a:pt x="962198" y="1924392"/>
                </a:cubicBezTo>
                <a:cubicBezTo>
                  <a:pt x="430791" y="1924392"/>
                  <a:pt x="0" y="1493602"/>
                  <a:pt x="0" y="962196"/>
                </a:cubicBezTo>
                <a:cubicBezTo>
                  <a:pt x="0" y="430790"/>
                  <a:pt x="430791" y="0"/>
                  <a:pt x="962198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10452156" y="3513784"/>
            <a:ext cx="1924396" cy="1924392"/>
          </a:xfrm>
          <a:custGeom>
            <a:avLst/>
            <a:gdLst>
              <a:gd name="connsiteX0" fmla="*/ 962198 w 1924396"/>
              <a:gd name="connsiteY0" fmla="*/ 0 h 1924392"/>
              <a:gd name="connsiteX1" fmla="*/ 1924396 w 1924396"/>
              <a:gd name="connsiteY1" fmla="*/ 962196 h 1924392"/>
              <a:gd name="connsiteX2" fmla="*/ 962198 w 1924396"/>
              <a:gd name="connsiteY2" fmla="*/ 1924392 h 1924392"/>
              <a:gd name="connsiteX3" fmla="*/ 0 w 1924396"/>
              <a:gd name="connsiteY3" fmla="*/ 962196 h 1924392"/>
              <a:gd name="connsiteX4" fmla="*/ 962198 w 1924396"/>
              <a:gd name="connsiteY4" fmla="*/ 0 h 192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4396" h="1924392">
                <a:moveTo>
                  <a:pt x="962198" y="0"/>
                </a:moveTo>
                <a:cubicBezTo>
                  <a:pt x="1493605" y="0"/>
                  <a:pt x="1924396" y="430790"/>
                  <a:pt x="1924396" y="962196"/>
                </a:cubicBezTo>
                <a:cubicBezTo>
                  <a:pt x="1924396" y="1493602"/>
                  <a:pt x="1493605" y="1924392"/>
                  <a:pt x="962198" y="1924392"/>
                </a:cubicBezTo>
                <a:cubicBezTo>
                  <a:pt x="430791" y="1924392"/>
                  <a:pt x="0" y="1493602"/>
                  <a:pt x="0" y="962196"/>
                </a:cubicBezTo>
                <a:cubicBezTo>
                  <a:pt x="0" y="430790"/>
                  <a:pt x="430791" y="0"/>
                  <a:pt x="962198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6082" y="3513784"/>
            <a:ext cx="1924396" cy="1924392"/>
          </a:xfrm>
          <a:custGeom>
            <a:avLst/>
            <a:gdLst>
              <a:gd name="connsiteX0" fmla="*/ 962198 w 1924396"/>
              <a:gd name="connsiteY0" fmla="*/ 0 h 1924392"/>
              <a:gd name="connsiteX1" fmla="*/ 1924396 w 1924396"/>
              <a:gd name="connsiteY1" fmla="*/ 962196 h 1924392"/>
              <a:gd name="connsiteX2" fmla="*/ 962198 w 1924396"/>
              <a:gd name="connsiteY2" fmla="*/ 1924392 h 1924392"/>
              <a:gd name="connsiteX3" fmla="*/ 0 w 1924396"/>
              <a:gd name="connsiteY3" fmla="*/ 962196 h 1924392"/>
              <a:gd name="connsiteX4" fmla="*/ 962198 w 1924396"/>
              <a:gd name="connsiteY4" fmla="*/ 0 h 192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4396" h="1924392">
                <a:moveTo>
                  <a:pt x="962198" y="0"/>
                </a:moveTo>
                <a:cubicBezTo>
                  <a:pt x="1493605" y="0"/>
                  <a:pt x="1924396" y="430790"/>
                  <a:pt x="1924396" y="962196"/>
                </a:cubicBezTo>
                <a:cubicBezTo>
                  <a:pt x="1924396" y="1493602"/>
                  <a:pt x="1493605" y="1924392"/>
                  <a:pt x="962198" y="1924392"/>
                </a:cubicBezTo>
                <a:cubicBezTo>
                  <a:pt x="430791" y="1924392"/>
                  <a:pt x="0" y="1493602"/>
                  <a:pt x="0" y="962196"/>
                </a:cubicBezTo>
                <a:cubicBezTo>
                  <a:pt x="0" y="430790"/>
                  <a:pt x="430791" y="0"/>
                  <a:pt x="962198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7960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063347" y="2007980"/>
            <a:ext cx="2327563" cy="2327564"/>
          </a:xfrm>
          <a:custGeom>
            <a:avLst/>
            <a:gdLst>
              <a:gd name="connsiteX0" fmla="*/ 1163781 w 2327563"/>
              <a:gd name="connsiteY0" fmla="*/ 0 h 2327564"/>
              <a:gd name="connsiteX1" fmla="*/ 2327563 w 2327563"/>
              <a:gd name="connsiteY1" fmla="*/ 1163782 h 2327564"/>
              <a:gd name="connsiteX2" fmla="*/ 1163781 w 2327563"/>
              <a:gd name="connsiteY2" fmla="*/ 2327564 h 2327564"/>
              <a:gd name="connsiteX3" fmla="*/ 0 w 2327563"/>
              <a:gd name="connsiteY3" fmla="*/ 1163782 h 2327564"/>
              <a:gd name="connsiteX4" fmla="*/ 1163781 w 2327563"/>
              <a:gd name="connsiteY4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563" h="2327564">
                <a:moveTo>
                  <a:pt x="1163781" y="0"/>
                </a:moveTo>
                <a:cubicBezTo>
                  <a:pt x="1806520" y="0"/>
                  <a:pt x="2327563" y="521043"/>
                  <a:pt x="2327563" y="1163782"/>
                </a:cubicBezTo>
                <a:cubicBezTo>
                  <a:pt x="2327563" y="1806521"/>
                  <a:pt x="1806520" y="2327564"/>
                  <a:pt x="1163781" y="2327564"/>
                </a:cubicBezTo>
                <a:cubicBezTo>
                  <a:pt x="521042" y="2327564"/>
                  <a:pt x="0" y="1806521"/>
                  <a:pt x="0" y="1163782"/>
                </a:cubicBezTo>
                <a:cubicBezTo>
                  <a:pt x="0" y="521043"/>
                  <a:pt x="521042" y="0"/>
                  <a:pt x="116378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14863157" y="2007980"/>
            <a:ext cx="2327563" cy="2327564"/>
          </a:xfrm>
          <a:custGeom>
            <a:avLst/>
            <a:gdLst>
              <a:gd name="connsiteX0" fmla="*/ 1163781 w 2327563"/>
              <a:gd name="connsiteY0" fmla="*/ 0 h 2327564"/>
              <a:gd name="connsiteX1" fmla="*/ 2327563 w 2327563"/>
              <a:gd name="connsiteY1" fmla="*/ 1163782 h 2327564"/>
              <a:gd name="connsiteX2" fmla="*/ 1163781 w 2327563"/>
              <a:gd name="connsiteY2" fmla="*/ 2327564 h 2327564"/>
              <a:gd name="connsiteX3" fmla="*/ 0 w 2327563"/>
              <a:gd name="connsiteY3" fmla="*/ 1163782 h 2327564"/>
              <a:gd name="connsiteX4" fmla="*/ 1163781 w 2327563"/>
              <a:gd name="connsiteY4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563" h="2327564">
                <a:moveTo>
                  <a:pt x="1163781" y="0"/>
                </a:moveTo>
                <a:cubicBezTo>
                  <a:pt x="1806520" y="0"/>
                  <a:pt x="2327563" y="521043"/>
                  <a:pt x="2327563" y="1163782"/>
                </a:cubicBezTo>
                <a:cubicBezTo>
                  <a:pt x="2327563" y="1806521"/>
                  <a:pt x="1806520" y="2327564"/>
                  <a:pt x="1163781" y="2327564"/>
                </a:cubicBezTo>
                <a:cubicBezTo>
                  <a:pt x="521042" y="2327564"/>
                  <a:pt x="0" y="1806521"/>
                  <a:pt x="0" y="1163782"/>
                </a:cubicBezTo>
                <a:cubicBezTo>
                  <a:pt x="0" y="521043"/>
                  <a:pt x="521042" y="0"/>
                  <a:pt x="116378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8063347" y="5979199"/>
            <a:ext cx="2327563" cy="2327564"/>
          </a:xfrm>
          <a:custGeom>
            <a:avLst/>
            <a:gdLst>
              <a:gd name="connsiteX0" fmla="*/ 1163781 w 2327563"/>
              <a:gd name="connsiteY0" fmla="*/ 0 h 2327564"/>
              <a:gd name="connsiteX1" fmla="*/ 2327563 w 2327563"/>
              <a:gd name="connsiteY1" fmla="*/ 1163782 h 2327564"/>
              <a:gd name="connsiteX2" fmla="*/ 1163781 w 2327563"/>
              <a:gd name="connsiteY2" fmla="*/ 2327564 h 2327564"/>
              <a:gd name="connsiteX3" fmla="*/ 0 w 2327563"/>
              <a:gd name="connsiteY3" fmla="*/ 1163782 h 2327564"/>
              <a:gd name="connsiteX4" fmla="*/ 1163781 w 2327563"/>
              <a:gd name="connsiteY4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563" h="2327564">
                <a:moveTo>
                  <a:pt x="1163781" y="0"/>
                </a:moveTo>
                <a:cubicBezTo>
                  <a:pt x="1806520" y="0"/>
                  <a:pt x="2327563" y="521043"/>
                  <a:pt x="2327563" y="1163782"/>
                </a:cubicBezTo>
                <a:cubicBezTo>
                  <a:pt x="2327563" y="1806521"/>
                  <a:pt x="1806520" y="2327564"/>
                  <a:pt x="1163781" y="2327564"/>
                </a:cubicBezTo>
                <a:cubicBezTo>
                  <a:pt x="521042" y="2327564"/>
                  <a:pt x="0" y="1806521"/>
                  <a:pt x="0" y="1163782"/>
                </a:cubicBezTo>
                <a:cubicBezTo>
                  <a:pt x="0" y="521043"/>
                  <a:pt x="521042" y="0"/>
                  <a:pt x="116378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14863157" y="5979199"/>
            <a:ext cx="2327563" cy="2327564"/>
          </a:xfrm>
          <a:custGeom>
            <a:avLst/>
            <a:gdLst>
              <a:gd name="connsiteX0" fmla="*/ 1163781 w 2327563"/>
              <a:gd name="connsiteY0" fmla="*/ 0 h 2327564"/>
              <a:gd name="connsiteX1" fmla="*/ 2327563 w 2327563"/>
              <a:gd name="connsiteY1" fmla="*/ 1163782 h 2327564"/>
              <a:gd name="connsiteX2" fmla="*/ 1163781 w 2327563"/>
              <a:gd name="connsiteY2" fmla="*/ 2327564 h 2327564"/>
              <a:gd name="connsiteX3" fmla="*/ 0 w 2327563"/>
              <a:gd name="connsiteY3" fmla="*/ 1163782 h 2327564"/>
              <a:gd name="connsiteX4" fmla="*/ 1163781 w 2327563"/>
              <a:gd name="connsiteY4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563" h="2327564">
                <a:moveTo>
                  <a:pt x="1163781" y="0"/>
                </a:moveTo>
                <a:cubicBezTo>
                  <a:pt x="1806520" y="0"/>
                  <a:pt x="2327563" y="521043"/>
                  <a:pt x="2327563" y="1163782"/>
                </a:cubicBezTo>
                <a:cubicBezTo>
                  <a:pt x="2327563" y="1806521"/>
                  <a:pt x="1806520" y="2327564"/>
                  <a:pt x="1163781" y="2327564"/>
                </a:cubicBezTo>
                <a:cubicBezTo>
                  <a:pt x="521042" y="2327564"/>
                  <a:pt x="0" y="1806521"/>
                  <a:pt x="0" y="1163782"/>
                </a:cubicBezTo>
                <a:cubicBezTo>
                  <a:pt x="0" y="521043"/>
                  <a:pt x="521042" y="0"/>
                  <a:pt x="116378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11463251" y="1097280"/>
            <a:ext cx="2327563" cy="2327564"/>
          </a:xfrm>
          <a:custGeom>
            <a:avLst/>
            <a:gdLst>
              <a:gd name="connsiteX0" fmla="*/ 1163781 w 2327563"/>
              <a:gd name="connsiteY0" fmla="*/ 0 h 2327564"/>
              <a:gd name="connsiteX1" fmla="*/ 2327563 w 2327563"/>
              <a:gd name="connsiteY1" fmla="*/ 1163782 h 2327564"/>
              <a:gd name="connsiteX2" fmla="*/ 1163781 w 2327563"/>
              <a:gd name="connsiteY2" fmla="*/ 2327564 h 2327564"/>
              <a:gd name="connsiteX3" fmla="*/ 0 w 2327563"/>
              <a:gd name="connsiteY3" fmla="*/ 1163782 h 2327564"/>
              <a:gd name="connsiteX4" fmla="*/ 1163781 w 2327563"/>
              <a:gd name="connsiteY4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563" h="2327564">
                <a:moveTo>
                  <a:pt x="1163781" y="0"/>
                </a:moveTo>
                <a:cubicBezTo>
                  <a:pt x="1806520" y="0"/>
                  <a:pt x="2327563" y="521043"/>
                  <a:pt x="2327563" y="1163782"/>
                </a:cubicBezTo>
                <a:cubicBezTo>
                  <a:pt x="2327563" y="1806521"/>
                  <a:pt x="1806520" y="2327564"/>
                  <a:pt x="1163781" y="2327564"/>
                </a:cubicBezTo>
                <a:cubicBezTo>
                  <a:pt x="521042" y="2327564"/>
                  <a:pt x="0" y="1806521"/>
                  <a:pt x="0" y="1163782"/>
                </a:cubicBezTo>
                <a:cubicBezTo>
                  <a:pt x="0" y="521043"/>
                  <a:pt x="521042" y="0"/>
                  <a:pt x="116378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6"/>
          </p:nvPr>
        </p:nvSpPr>
        <p:spPr>
          <a:xfrm>
            <a:off x="11463251" y="5068499"/>
            <a:ext cx="2327563" cy="2327564"/>
          </a:xfrm>
          <a:custGeom>
            <a:avLst/>
            <a:gdLst>
              <a:gd name="connsiteX0" fmla="*/ 1163781 w 2327563"/>
              <a:gd name="connsiteY0" fmla="*/ 0 h 2327564"/>
              <a:gd name="connsiteX1" fmla="*/ 2327563 w 2327563"/>
              <a:gd name="connsiteY1" fmla="*/ 1163782 h 2327564"/>
              <a:gd name="connsiteX2" fmla="*/ 1163781 w 2327563"/>
              <a:gd name="connsiteY2" fmla="*/ 2327564 h 2327564"/>
              <a:gd name="connsiteX3" fmla="*/ 0 w 2327563"/>
              <a:gd name="connsiteY3" fmla="*/ 1163782 h 2327564"/>
              <a:gd name="connsiteX4" fmla="*/ 1163781 w 2327563"/>
              <a:gd name="connsiteY4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563" h="2327564">
                <a:moveTo>
                  <a:pt x="1163781" y="0"/>
                </a:moveTo>
                <a:cubicBezTo>
                  <a:pt x="1806520" y="0"/>
                  <a:pt x="2327563" y="521043"/>
                  <a:pt x="2327563" y="1163782"/>
                </a:cubicBezTo>
                <a:cubicBezTo>
                  <a:pt x="2327563" y="1806521"/>
                  <a:pt x="1806520" y="2327564"/>
                  <a:pt x="1163781" y="2327564"/>
                </a:cubicBezTo>
                <a:cubicBezTo>
                  <a:pt x="521042" y="2327564"/>
                  <a:pt x="0" y="1806521"/>
                  <a:pt x="0" y="1163782"/>
                </a:cubicBezTo>
                <a:cubicBezTo>
                  <a:pt x="0" y="521043"/>
                  <a:pt x="521042" y="0"/>
                  <a:pt x="116378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12683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4646368" y="4259115"/>
            <a:ext cx="2327563" cy="2327564"/>
          </a:xfrm>
          <a:custGeom>
            <a:avLst/>
            <a:gdLst>
              <a:gd name="connsiteX0" fmla="*/ 1163781 w 2327563"/>
              <a:gd name="connsiteY0" fmla="*/ 0 h 2327564"/>
              <a:gd name="connsiteX1" fmla="*/ 2327563 w 2327563"/>
              <a:gd name="connsiteY1" fmla="*/ 1163782 h 2327564"/>
              <a:gd name="connsiteX2" fmla="*/ 1163781 w 2327563"/>
              <a:gd name="connsiteY2" fmla="*/ 2327564 h 2327564"/>
              <a:gd name="connsiteX3" fmla="*/ 0 w 2327563"/>
              <a:gd name="connsiteY3" fmla="*/ 1163782 h 2327564"/>
              <a:gd name="connsiteX4" fmla="*/ 1163781 w 2327563"/>
              <a:gd name="connsiteY4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563" h="2327564">
                <a:moveTo>
                  <a:pt x="1163781" y="0"/>
                </a:moveTo>
                <a:cubicBezTo>
                  <a:pt x="1806521" y="0"/>
                  <a:pt x="2327563" y="521043"/>
                  <a:pt x="2327563" y="1163782"/>
                </a:cubicBezTo>
                <a:cubicBezTo>
                  <a:pt x="2327563" y="1806521"/>
                  <a:pt x="1806521" y="2327564"/>
                  <a:pt x="1163781" y="2327564"/>
                </a:cubicBezTo>
                <a:cubicBezTo>
                  <a:pt x="521042" y="2327564"/>
                  <a:pt x="0" y="1806521"/>
                  <a:pt x="0" y="1163782"/>
                </a:cubicBezTo>
                <a:cubicBezTo>
                  <a:pt x="0" y="521043"/>
                  <a:pt x="521042" y="0"/>
                  <a:pt x="116378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970667" y="4259115"/>
            <a:ext cx="2327563" cy="2327564"/>
          </a:xfrm>
          <a:custGeom>
            <a:avLst/>
            <a:gdLst>
              <a:gd name="connsiteX0" fmla="*/ 1163781 w 2327563"/>
              <a:gd name="connsiteY0" fmla="*/ 0 h 2327564"/>
              <a:gd name="connsiteX1" fmla="*/ 2327563 w 2327563"/>
              <a:gd name="connsiteY1" fmla="*/ 1163782 h 2327564"/>
              <a:gd name="connsiteX2" fmla="*/ 1163781 w 2327563"/>
              <a:gd name="connsiteY2" fmla="*/ 2327564 h 2327564"/>
              <a:gd name="connsiteX3" fmla="*/ 0 w 2327563"/>
              <a:gd name="connsiteY3" fmla="*/ 1163782 h 2327564"/>
              <a:gd name="connsiteX4" fmla="*/ 1163781 w 2327563"/>
              <a:gd name="connsiteY4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563" h="2327564">
                <a:moveTo>
                  <a:pt x="1163781" y="0"/>
                </a:moveTo>
                <a:cubicBezTo>
                  <a:pt x="1806521" y="0"/>
                  <a:pt x="2327563" y="521043"/>
                  <a:pt x="2327563" y="1163782"/>
                </a:cubicBezTo>
                <a:cubicBezTo>
                  <a:pt x="2327563" y="1806521"/>
                  <a:pt x="1806521" y="2327564"/>
                  <a:pt x="1163781" y="2327564"/>
                </a:cubicBezTo>
                <a:cubicBezTo>
                  <a:pt x="521042" y="2327564"/>
                  <a:pt x="0" y="1806521"/>
                  <a:pt x="0" y="1163782"/>
                </a:cubicBezTo>
                <a:cubicBezTo>
                  <a:pt x="0" y="521043"/>
                  <a:pt x="521042" y="0"/>
                  <a:pt x="116378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1322070" y="4259115"/>
            <a:ext cx="2327563" cy="2327564"/>
          </a:xfrm>
          <a:custGeom>
            <a:avLst/>
            <a:gdLst>
              <a:gd name="connsiteX0" fmla="*/ 1163781 w 2327563"/>
              <a:gd name="connsiteY0" fmla="*/ 0 h 2327564"/>
              <a:gd name="connsiteX1" fmla="*/ 2327563 w 2327563"/>
              <a:gd name="connsiteY1" fmla="*/ 1163782 h 2327564"/>
              <a:gd name="connsiteX2" fmla="*/ 1163781 w 2327563"/>
              <a:gd name="connsiteY2" fmla="*/ 2327564 h 2327564"/>
              <a:gd name="connsiteX3" fmla="*/ 0 w 2327563"/>
              <a:gd name="connsiteY3" fmla="*/ 1163782 h 2327564"/>
              <a:gd name="connsiteX4" fmla="*/ 1163781 w 2327563"/>
              <a:gd name="connsiteY4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563" h="2327564">
                <a:moveTo>
                  <a:pt x="1163781" y="0"/>
                </a:moveTo>
                <a:cubicBezTo>
                  <a:pt x="1806521" y="0"/>
                  <a:pt x="2327563" y="521043"/>
                  <a:pt x="2327563" y="1163782"/>
                </a:cubicBezTo>
                <a:cubicBezTo>
                  <a:pt x="2327563" y="1806521"/>
                  <a:pt x="1806521" y="2327564"/>
                  <a:pt x="1163781" y="2327564"/>
                </a:cubicBezTo>
                <a:cubicBezTo>
                  <a:pt x="521042" y="2327564"/>
                  <a:pt x="0" y="1806521"/>
                  <a:pt x="0" y="1163782"/>
                </a:cubicBezTo>
                <a:cubicBezTo>
                  <a:pt x="0" y="521043"/>
                  <a:pt x="521042" y="0"/>
                  <a:pt x="116378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84872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10287250" y="1401098"/>
            <a:ext cx="7014333" cy="8357627"/>
          </a:xfrm>
          <a:custGeom>
            <a:avLst/>
            <a:gdLst>
              <a:gd name="connsiteX0" fmla="*/ 4352312 w 7660299"/>
              <a:gd name="connsiteY0" fmla="*/ 1148 h 9127300"/>
              <a:gd name="connsiteX1" fmla="*/ 5100166 w 7660299"/>
              <a:gd name="connsiteY1" fmla="*/ 177925 h 9127300"/>
              <a:gd name="connsiteX2" fmla="*/ 7144215 w 7660299"/>
              <a:gd name="connsiteY2" fmla="*/ 4381216 h 9127300"/>
              <a:gd name="connsiteX3" fmla="*/ 6943496 w 7660299"/>
              <a:gd name="connsiteY3" fmla="*/ 8289539 h 9127300"/>
              <a:gd name="connsiteX4" fmla="*/ 2171317 w 7660299"/>
              <a:gd name="connsiteY4" fmla="*/ 8359184 h 9127300"/>
              <a:gd name="connsiteX5" fmla="*/ 8475 w 7660299"/>
              <a:gd name="connsiteY5" fmla="*/ 4475442 h 9127300"/>
              <a:gd name="connsiteX6" fmla="*/ 4352312 w 7660299"/>
              <a:gd name="connsiteY6" fmla="*/ 1148 h 912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60299" h="9127300">
                <a:moveTo>
                  <a:pt x="4352312" y="1148"/>
                </a:moveTo>
                <a:cubicBezTo>
                  <a:pt x="4615203" y="9701"/>
                  <a:pt x="4867189" y="66288"/>
                  <a:pt x="5100166" y="177925"/>
                </a:cubicBezTo>
                <a:cubicBezTo>
                  <a:pt x="6697719" y="939925"/>
                  <a:pt x="6349534" y="2779377"/>
                  <a:pt x="7144215" y="4381216"/>
                </a:cubicBezTo>
                <a:cubicBezTo>
                  <a:pt x="7942991" y="5987151"/>
                  <a:pt x="7766850" y="7384152"/>
                  <a:pt x="6943496" y="8289539"/>
                </a:cubicBezTo>
                <a:cubicBezTo>
                  <a:pt x="6120142" y="9194926"/>
                  <a:pt x="4071997" y="9571829"/>
                  <a:pt x="2171317" y="8359184"/>
                </a:cubicBezTo>
                <a:cubicBezTo>
                  <a:pt x="1208689" y="7748764"/>
                  <a:pt x="-118510" y="6773732"/>
                  <a:pt x="8475" y="4475442"/>
                </a:cubicBezTo>
                <a:cubicBezTo>
                  <a:pt x="137508" y="2235018"/>
                  <a:pt x="2512077" y="-58728"/>
                  <a:pt x="4352312" y="1148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27453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4646368" y="1592644"/>
            <a:ext cx="2327563" cy="2327564"/>
          </a:xfrm>
          <a:custGeom>
            <a:avLst/>
            <a:gdLst>
              <a:gd name="connsiteX0" fmla="*/ 1163781 w 2327563"/>
              <a:gd name="connsiteY0" fmla="*/ 0 h 2327564"/>
              <a:gd name="connsiteX1" fmla="*/ 2327563 w 2327563"/>
              <a:gd name="connsiteY1" fmla="*/ 1163782 h 2327564"/>
              <a:gd name="connsiteX2" fmla="*/ 1163781 w 2327563"/>
              <a:gd name="connsiteY2" fmla="*/ 2327564 h 2327564"/>
              <a:gd name="connsiteX3" fmla="*/ 0 w 2327563"/>
              <a:gd name="connsiteY3" fmla="*/ 1163782 h 2327564"/>
              <a:gd name="connsiteX4" fmla="*/ 1163781 w 2327563"/>
              <a:gd name="connsiteY4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563" h="2327564">
                <a:moveTo>
                  <a:pt x="1163781" y="0"/>
                </a:moveTo>
                <a:cubicBezTo>
                  <a:pt x="1806521" y="0"/>
                  <a:pt x="2327563" y="521043"/>
                  <a:pt x="2327563" y="1163782"/>
                </a:cubicBezTo>
                <a:cubicBezTo>
                  <a:pt x="2327563" y="1806521"/>
                  <a:pt x="1806521" y="2327564"/>
                  <a:pt x="1163781" y="2327564"/>
                </a:cubicBezTo>
                <a:cubicBezTo>
                  <a:pt x="521042" y="2327564"/>
                  <a:pt x="0" y="1806521"/>
                  <a:pt x="0" y="1163782"/>
                </a:cubicBezTo>
                <a:cubicBezTo>
                  <a:pt x="0" y="521043"/>
                  <a:pt x="521042" y="0"/>
                  <a:pt x="116378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1322070" y="1592644"/>
            <a:ext cx="2327563" cy="2327564"/>
          </a:xfrm>
          <a:custGeom>
            <a:avLst/>
            <a:gdLst>
              <a:gd name="connsiteX0" fmla="*/ 1163781 w 2327563"/>
              <a:gd name="connsiteY0" fmla="*/ 0 h 2327564"/>
              <a:gd name="connsiteX1" fmla="*/ 2327563 w 2327563"/>
              <a:gd name="connsiteY1" fmla="*/ 1163782 h 2327564"/>
              <a:gd name="connsiteX2" fmla="*/ 1163781 w 2327563"/>
              <a:gd name="connsiteY2" fmla="*/ 2327564 h 2327564"/>
              <a:gd name="connsiteX3" fmla="*/ 0 w 2327563"/>
              <a:gd name="connsiteY3" fmla="*/ 1163782 h 2327564"/>
              <a:gd name="connsiteX4" fmla="*/ 1163781 w 2327563"/>
              <a:gd name="connsiteY4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563" h="2327564">
                <a:moveTo>
                  <a:pt x="1163781" y="0"/>
                </a:moveTo>
                <a:cubicBezTo>
                  <a:pt x="1806521" y="0"/>
                  <a:pt x="2327563" y="521043"/>
                  <a:pt x="2327563" y="1163782"/>
                </a:cubicBezTo>
                <a:cubicBezTo>
                  <a:pt x="2327563" y="1806521"/>
                  <a:pt x="1806521" y="2327564"/>
                  <a:pt x="1163781" y="2327564"/>
                </a:cubicBezTo>
                <a:cubicBezTo>
                  <a:pt x="521042" y="2327564"/>
                  <a:pt x="0" y="1806521"/>
                  <a:pt x="0" y="1163782"/>
                </a:cubicBezTo>
                <a:cubicBezTo>
                  <a:pt x="0" y="521043"/>
                  <a:pt x="521042" y="0"/>
                  <a:pt x="116378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646368" y="5498240"/>
            <a:ext cx="2327563" cy="2327564"/>
          </a:xfrm>
          <a:custGeom>
            <a:avLst/>
            <a:gdLst>
              <a:gd name="connsiteX0" fmla="*/ 1163781 w 2327563"/>
              <a:gd name="connsiteY0" fmla="*/ 0 h 2327564"/>
              <a:gd name="connsiteX1" fmla="*/ 2327563 w 2327563"/>
              <a:gd name="connsiteY1" fmla="*/ 1163782 h 2327564"/>
              <a:gd name="connsiteX2" fmla="*/ 1163781 w 2327563"/>
              <a:gd name="connsiteY2" fmla="*/ 2327564 h 2327564"/>
              <a:gd name="connsiteX3" fmla="*/ 0 w 2327563"/>
              <a:gd name="connsiteY3" fmla="*/ 1163782 h 2327564"/>
              <a:gd name="connsiteX4" fmla="*/ 1163781 w 2327563"/>
              <a:gd name="connsiteY4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563" h="2327564">
                <a:moveTo>
                  <a:pt x="1163781" y="0"/>
                </a:moveTo>
                <a:cubicBezTo>
                  <a:pt x="1806521" y="0"/>
                  <a:pt x="2327563" y="521043"/>
                  <a:pt x="2327563" y="1163782"/>
                </a:cubicBezTo>
                <a:cubicBezTo>
                  <a:pt x="2327563" y="1806521"/>
                  <a:pt x="1806521" y="2327564"/>
                  <a:pt x="1163781" y="2327564"/>
                </a:cubicBezTo>
                <a:cubicBezTo>
                  <a:pt x="521042" y="2327564"/>
                  <a:pt x="0" y="1806521"/>
                  <a:pt x="0" y="1163782"/>
                </a:cubicBezTo>
                <a:cubicBezTo>
                  <a:pt x="0" y="521043"/>
                  <a:pt x="521042" y="0"/>
                  <a:pt x="116378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322070" y="5498240"/>
            <a:ext cx="2327563" cy="2327564"/>
          </a:xfrm>
          <a:custGeom>
            <a:avLst/>
            <a:gdLst>
              <a:gd name="connsiteX0" fmla="*/ 1163781 w 2327563"/>
              <a:gd name="connsiteY0" fmla="*/ 0 h 2327564"/>
              <a:gd name="connsiteX1" fmla="*/ 2327563 w 2327563"/>
              <a:gd name="connsiteY1" fmla="*/ 1163782 h 2327564"/>
              <a:gd name="connsiteX2" fmla="*/ 1163781 w 2327563"/>
              <a:gd name="connsiteY2" fmla="*/ 2327564 h 2327564"/>
              <a:gd name="connsiteX3" fmla="*/ 0 w 2327563"/>
              <a:gd name="connsiteY3" fmla="*/ 1163782 h 2327564"/>
              <a:gd name="connsiteX4" fmla="*/ 1163781 w 2327563"/>
              <a:gd name="connsiteY4" fmla="*/ 0 h 2327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7563" h="2327564">
                <a:moveTo>
                  <a:pt x="1163781" y="0"/>
                </a:moveTo>
                <a:cubicBezTo>
                  <a:pt x="1806521" y="0"/>
                  <a:pt x="2327563" y="521043"/>
                  <a:pt x="2327563" y="1163782"/>
                </a:cubicBezTo>
                <a:cubicBezTo>
                  <a:pt x="2327563" y="1806521"/>
                  <a:pt x="1806521" y="2327564"/>
                  <a:pt x="1163781" y="2327564"/>
                </a:cubicBezTo>
                <a:cubicBezTo>
                  <a:pt x="521042" y="2327564"/>
                  <a:pt x="0" y="1806521"/>
                  <a:pt x="0" y="1163782"/>
                </a:cubicBezTo>
                <a:cubicBezTo>
                  <a:pt x="0" y="521043"/>
                  <a:pt x="521042" y="0"/>
                  <a:pt x="116378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09620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2402170" y="0"/>
            <a:ext cx="5885831" cy="4060101"/>
          </a:xfrm>
          <a:custGeom>
            <a:avLst/>
            <a:gdLst>
              <a:gd name="connsiteX0" fmla="*/ 0 w 6574637"/>
              <a:gd name="connsiteY0" fmla="*/ 0 h 4535246"/>
              <a:gd name="connsiteX1" fmla="*/ 6574637 w 6574637"/>
              <a:gd name="connsiteY1" fmla="*/ 0 h 4535246"/>
              <a:gd name="connsiteX2" fmla="*/ 6574637 w 6574637"/>
              <a:gd name="connsiteY2" fmla="*/ 4535192 h 4535246"/>
              <a:gd name="connsiteX3" fmla="*/ 4674693 w 6574637"/>
              <a:gd name="connsiteY3" fmla="*/ 3800906 h 4535246"/>
              <a:gd name="connsiteX4" fmla="*/ 4306625 w 6574637"/>
              <a:gd name="connsiteY4" fmla="*/ 1992654 h 4535246"/>
              <a:gd name="connsiteX5" fmla="*/ 1662657 w 6574637"/>
              <a:gd name="connsiteY5" fmla="*/ 2877246 h 4535246"/>
              <a:gd name="connsiteX6" fmla="*/ 43 w 6574637"/>
              <a:gd name="connsiteY6" fmla="*/ 3114 h 4535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74637" h="4535246">
                <a:moveTo>
                  <a:pt x="0" y="0"/>
                </a:moveTo>
                <a:lnTo>
                  <a:pt x="6574637" y="0"/>
                </a:lnTo>
                <a:lnTo>
                  <a:pt x="6574637" y="4535192"/>
                </a:lnTo>
                <a:cubicBezTo>
                  <a:pt x="5362631" y="4540027"/>
                  <a:pt x="5052695" y="4224662"/>
                  <a:pt x="4674693" y="3800906"/>
                </a:cubicBezTo>
                <a:cubicBezTo>
                  <a:pt x="4035813" y="3177265"/>
                  <a:pt x="5024004" y="2329294"/>
                  <a:pt x="4306625" y="1992654"/>
                </a:cubicBezTo>
                <a:cubicBezTo>
                  <a:pt x="3623244" y="1672028"/>
                  <a:pt x="2791659" y="3108000"/>
                  <a:pt x="1662657" y="2877246"/>
                </a:cubicBezTo>
                <a:cubicBezTo>
                  <a:pt x="31695" y="2543886"/>
                  <a:pt x="4962" y="414212"/>
                  <a:pt x="43" y="3114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710695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5727969" cy="10287000"/>
          </a:xfrm>
          <a:custGeom>
            <a:avLst/>
            <a:gdLst>
              <a:gd name="connsiteX0" fmla="*/ 2289981 w 5727969"/>
              <a:gd name="connsiteY0" fmla="*/ 0 h 10287000"/>
              <a:gd name="connsiteX1" fmla="*/ 3456201 w 5727969"/>
              <a:gd name="connsiteY1" fmla="*/ 94378 h 10287000"/>
              <a:gd name="connsiteX2" fmla="*/ 4555010 w 5727969"/>
              <a:gd name="connsiteY2" fmla="*/ 350541 h 10287000"/>
              <a:gd name="connsiteX3" fmla="*/ 5080819 w 5727969"/>
              <a:gd name="connsiteY3" fmla="*/ 471883 h 10287000"/>
              <a:gd name="connsiteX4" fmla="*/ 4999926 w 5727969"/>
              <a:gd name="connsiteY4" fmla="*/ 2831285 h 10287000"/>
              <a:gd name="connsiteX5" fmla="*/ 3921342 w 5727969"/>
              <a:gd name="connsiteY5" fmla="*/ 2831285 h 10287000"/>
              <a:gd name="connsiteX6" fmla="*/ 3638213 w 5727969"/>
              <a:gd name="connsiteY6" fmla="*/ 1172962 h 10287000"/>
              <a:gd name="connsiteX7" fmla="*/ 3152848 w 5727969"/>
              <a:gd name="connsiteY7" fmla="*/ 937021 h 10287000"/>
              <a:gd name="connsiteX8" fmla="*/ 2343911 w 5727969"/>
              <a:gd name="connsiteY8" fmla="*/ 822422 h 10287000"/>
              <a:gd name="connsiteX9" fmla="*/ 1123763 w 5727969"/>
              <a:gd name="connsiteY9" fmla="*/ 1193186 h 10287000"/>
              <a:gd name="connsiteX10" fmla="*/ 712552 w 5727969"/>
              <a:gd name="connsiteY10" fmla="*/ 2184135 h 10287000"/>
              <a:gd name="connsiteX11" fmla="*/ 1015903 w 5727969"/>
              <a:gd name="connsiteY11" fmla="*/ 3047002 h 10287000"/>
              <a:gd name="connsiteX12" fmla="*/ 1750688 w 5727969"/>
              <a:gd name="connsiteY12" fmla="*/ 3660446 h 10287000"/>
              <a:gd name="connsiteX13" fmla="*/ 3112402 w 5727969"/>
              <a:gd name="connsiteY13" fmla="*/ 4368268 h 10287000"/>
              <a:gd name="connsiteX14" fmla="*/ 4406704 w 5727969"/>
              <a:gd name="connsiteY14" fmla="*/ 5082832 h 10287000"/>
              <a:gd name="connsiteX15" fmla="*/ 5336983 w 5727969"/>
              <a:gd name="connsiteY15" fmla="*/ 5992886 h 10287000"/>
              <a:gd name="connsiteX16" fmla="*/ 5727969 w 5727969"/>
              <a:gd name="connsiteY16" fmla="*/ 7307410 h 10287000"/>
              <a:gd name="connsiteX17" fmla="*/ 5357207 w 5727969"/>
              <a:gd name="connsiteY17" fmla="*/ 8723053 h 10287000"/>
              <a:gd name="connsiteX18" fmla="*/ 4143798 w 5727969"/>
              <a:gd name="connsiteY18" fmla="*/ 9842083 h 10287000"/>
              <a:gd name="connsiteX19" fmla="*/ 1993370 w 5727969"/>
              <a:gd name="connsiteY19" fmla="*/ 10287000 h 10287000"/>
              <a:gd name="connsiteX20" fmla="*/ 685586 w 5727969"/>
              <a:gd name="connsiteY20" fmla="*/ 10165658 h 10287000"/>
              <a:gd name="connsiteX21" fmla="*/ 72142 w 5727969"/>
              <a:gd name="connsiteY21" fmla="*/ 10024095 h 10287000"/>
              <a:gd name="connsiteX22" fmla="*/ 0 w 5727969"/>
              <a:gd name="connsiteY22" fmla="*/ 10005419 h 10287000"/>
              <a:gd name="connsiteX23" fmla="*/ 0 w 5727969"/>
              <a:gd name="connsiteY23" fmla="*/ 7369457 h 10287000"/>
              <a:gd name="connsiteX24" fmla="*/ 267635 w 5727969"/>
              <a:gd name="connsiteY24" fmla="*/ 8938771 h 10287000"/>
              <a:gd name="connsiteX25" fmla="*/ 894563 w 5727969"/>
              <a:gd name="connsiteY25" fmla="*/ 9275827 h 10287000"/>
              <a:gd name="connsiteX26" fmla="*/ 1925960 w 5727969"/>
              <a:gd name="connsiteY26" fmla="*/ 9424133 h 10287000"/>
              <a:gd name="connsiteX27" fmla="*/ 3280931 w 5727969"/>
              <a:gd name="connsiteY27" fmla="*/ 9026406 h 10287000"/>
              <a:gd name="connsiteX28" fmla="*/ 3732588 w 5727969"/>
              <a:gd name="connsiteY28" fmla="*/ 7914114 h 10287000"/>
              <a:gd name="connsiteX29" fmla="*/ 3462943 w 5727969"/>
              <a:gd name="connsiteY29" fmla="*/ 7098435 h 10287000"/>
              <a:gd name="connsiteX30" fmla="*/ 2721415 w 5727969"/>
              <a:gd name="connsiteY30" fmla="*/ 6478249 h 10287000"/>
              <a:gd name="connsiteX31" fmla="*/ 1427114 w 5727969"/>
              <a:gd name="connsiteY31" fmla="*/ 5837839 h 10287000"/>
              <a:gd name="connsiteX32" fmla="*/ 404143 w 5727969"/>
              <a:gd name="connsiteY32" fmla="*/ 5276638 h 10287000"/>
              <a:gd name="connsiteX33" fmla="*/ 0 w 5727969"/>
              <a:gd name="connsiteY33" fmla="*/ 4984865 h 10287000"/>
              <a:gd name="connsiteX34" fmla="*/ 0 w 5727969"/>
              <a:gd name="connsiteY34" fmla="*/ 573373 h 10287000"/>
              <a:gd name="connsiteX35" fmla="*/ 32118 w 5727969"/>
              <a:gd name="connsiteY35" fmla="*/ 551934 h 10287000"/>
              <a:gd name="connsiteX36" fmla="*/ 395719 w 5727969"/>
              <a:gd name="connsiteY36" fmla="*/ 357283 h 10287000"/>
              <a:gd name="connsiteX37" fmla="*/ 2289981 w 5727969"/>
              <a:gd name="connsiteY37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727969" h="10287000">
                <a:moveTo>
                  <a:pt x="2289981" y="0"/>
                </a:moveTo>
                <a:cubicBezTo>
                  <a:pt x="2730403" y="0"/>
                  <a:pt x="3119142" y="31461"/>
                  <a:pt x="3456201" y="94378"/>
                </a:cubicBezTo>
                <a:cubicBezTo>
                  <a:pt x="3793258" y="157295"/>
                  <a:pt x="4159528" y="242684"/>
                  <a:pt x="4555010" y="350541"/>
                </a:cubicBezTo>
                <a:cubicBezTo>
                  <a:pt x="4788704" y="413458"/>
                  <a:pt x="4963970" y="453906"/>
                  <a:pt x="5080819" y="471883"/>
                </a:cubicBezTo>
                <a:lnTo>
                  <a:pt x="4999926" y="2831285"/>
                </a:lnTo>
                <a:lnTo>
                  <a:pt x="3921342" y="2831285"/>
                </a:lnTo>
                <a:lnTo>
                  <a:pt x="3638213" y="1172962"/>
                </a:lnTo>
                <a:cubicBezTo>
                  <a:pt x="3557319" y="1092069"/>
                  <a:pt x="3395531" y="1013422"/>
                  <a:pt x="3152848" y="937021"/>
                </a:cubicBezTo>
                <a:cubicBezTo>
                  <a:pt x="2910167" y="860622"/>
                  <a:pt x="2640522" y="822422"/>
                  <a:pt x="2343911" y="822422"/>
                </a:cubicBezTo>
                <a:cubicBezTo>
                  <a:pt x="1804618" y="822422"/>
                  <a:pt x="1397902" y="946010"/>
                  <a:pt x="1123763" y="1193186"/>
                </a:cubicBezTo>
                <a:cubicBezTo>
                  <a:pt x="849621" y="1440362"/>
                  <a:pt x="712552" y="1770677"/>
                  <a:pt x="712552" y="2184135"/>
                </a:cubicBezTo>
                <a:cubicBezTo>
                  <a:pt x="712552" y="2516699"/>
                  <a:pt x="813667" y="2804321"/>
                  <a:pt x="1015903" y="3047002"/>
                </a:cubicBezTo>
                <a:cubicBezTo>
                  <a:pt x="1218138" y="3289684"/>
                  <a:pt x="1463067" y="3494164"/>
                  <a:pt x="1750688" y="3660446"/>
                </a:cubicBezTo>
                <a:cubicBezTo>
                  <a:pt x="2038312" y="3826728"/>
                  <a:pt x="2492216" y="4062669"/>
                  <a:pt x="3112402" y="4368268"/>
                </a:cubicBezTo>
                <a:cubicBezTo>
                  <a:pt x="3615741" y="4610949"/>
                  <a:pt x="4047175" y="4849138"/>
                  <a:pt x="4406704" y="5082832"/>
                </a:cubicBezTo>
                <a:cubicBezTo>
                  <a:pt x="4766230" y="5316523"/>
                  <a:pt x="5076325" y="5619876"/>
                  <a:pt x="5336983" y="5992886"/>
                </a:cubicBezTo>
                <a:cubicBezTo>
                  <a:pt x="5597640" y="6365897"/>
                  <a:pt x="5727969" y="6804071"/>
                  <a:pt x="5727969" y="7307410"/>
                </a:cubicBezTo>
                <a:cubicBezTo>
                  <a:pt x="5727969" y="7801762"/>
                  <a:pt x="5604383" y="8273642"/>
                  <a:pt x="5357207" y="8723053"/>
                </a:cubicBezTo>
                <a:cubicBezTo>
                  <a:pt x="5110029" y="9172464"/>
                  <a:pt x="4705560" y="9545475"/>
                  <a:pt x="4143798" y="9842083"/>
                </a:cubicBezTo>
                <a:cubicBezTo>
                  <a:pt x="3582035" y="10138694"/>
                  <a:pt x="2865226" y="10287000"/>
                  <a:pt x="1993370" y="10287000"/>
                </a:cubicBezTo>
                <a:cubicBezTo>
                  <a:pt x="1508007" y="10287000"/>
                  <a:pt x="1072080" y="10246554"/>
                  <a:pt x="685586" y="10165658"/>
                </a:cubicBezTo>
                <a:cubicBezTo>
                  <a:pt x="492340" y="10125212"/>
                  <a:pt x="287859" y="10078025"/>
                  <a:pt x="72142" y="10024095"/>
                </a:cubicBezTo>
                <a:lnTo>
                  <a:pt x="0" y="10005419"/>
                </a:lnTo>
                <a:lnTo>
                  <a:pt x="0" y="7369457"/>
                </a:lnTo>
                <a:lnTo>
                  <a:pt x="267635" y="8938771"/>
                </a:lnTo>
                <a:cubicBezTo>
                  <a:pt x="384482" y="9064605"/>
                  <a:pt x="593458" y="9176957"/>
                  <a:pt x="894563" y="9275827"/>
                </a:cubicBezTo>
                <a:cubicBezTo>
                  <a:pt x="1195667" y="9374698"/>
                  <a:pt x="1539466" y="9424133"/>
                  <a:pt x="1925960" y="9424133"/>
                </a:cubicBezTo>
                <a:cubicBezTo>
                  <a:pt x="2528169" y="9424133"/>
                  <a:pt x="2979826" y="9291557"/>
                  <a:pt x="3280931" y="9026406"/>
                </a:cubicBezTo>
                <a:cubicBezTo>
                  <a:pt x="3582035" y="8761254"/>
                  <a:pt x="3732588" y="8390489"/>
                  <a:pt x="3732588" y="7914114"/>
                </a:cubicBezTo>
                <a:cubicBezTo>
                  <a:pt x="3732588" y="7599529"/>
                  <a:pt x="3642707" y="7327634"/>
                  <a:pt x="3462943" y="7098435"/>
                </a:cubicBezTo>
                <a:cubicBezTo>
                  <a:pt x="3283177" y="6869236"/>
                  <a:pt x="3036003" y="6662508"/>
                  <a:pt x="2721415" y="6478249"/>
                </a:cubicBezTo>
                <a:cubicBezTo>
                  <a:pt x="2406828" y="6293992"/>
                  <a:pt x="1975395" y="6080520"/>
                  <a:pt x="1427114" y="5837839"/>
                </a:cubicBezTo>
                <a:cubicBezTo>
                  <a:pt x="1054103" y="5667063"/>
                  <a:pt x="713113" y="5479996"/>
                  <a:pt x="404143" y="5276638"/>
                </a:cubicBezTo>
                <a:lnTo>
                  <a:pt x="0" y="4984865"/>
                </a:lnTo>
                <a:lnTo>
                  <a:pt x="0" y="573373"/>
                </a:lnTo>
                <a:lnTo>
                  <a:pt x="32118" y="551934"/>
                </a:lnTo>
                <a:cubicBezTo>
                  <a:pt x="145313" y="481713"/>
                  <a:pt x="266513" y="416830"/>
                  <a:pt x="395719" y="357283"/>
                </a:cubicBezTo>
                <a:cubicBezTo>
                  <a:pt x="912538" y="119094"/>
                  <a:pt x="1543961" y="0"/>
                  <a:pt x="228998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10136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8141592" cy="10286999"/>
          </a:xfrm>
          <a:custGeom>
            <a:avLst/>
            <a:gdLst>
              <a:gd name="connsiteX0" fmla="*/ 0 w 8141592"/>
              <a:gd name="connsiteY0" fmla="*/ 0 h 10286999"/>
              <a:gd name="connsiteX1" fmla="*/ 1966185 w 8141592"/>
              <a:gd name="connsiteY1" fmla="*/ 0 h 10286999"/>
              <a:gd name="connsiteX2" fmla="*/ 1966185 w 8141592"/>
              <a:gd name="connsiteY2" fmla="*/ 962689 h 10286999"/>
              <a:gd name="connsiteX3" fmla="*/ 1277263 w 8141592"/>
              <a:gd name="connsiteY3" fmla="*/ 1155225 h 10286999"/>
              <a:gd name="connsiteX4" fmla="*/ 2264996 w 8141592"/>
              <a:gd name="connsiteY4" fmla="*/ 7220153 h 10286999"/>
              <a:gd name="connsiteX5" fmla="*/ 2422701 w 8141592"/>
              <a:gd name="connsiteY5" fmla="*/ 8499151 h 10286999"/>
              <a:gd name="connsiteX6" fmla="*/ 2563806 w 8141592"/>
              <a:gd name="connsiteY6" fmla="*/ 7220153 h 10286999"/>
              <a:gd name="connsiteX7" fmla="*/ 3410434 w 8141592"/>
              <a:gd name="connsiteY7" fmla="*/ 2324203 h 10286999"/>
              <a:gd name="connsiteX8" fmla="*/ 3169725 w 8141592"/>
              <a:gd name="connsiteY8" fmla="*/ 1155225 h 10286999"/>
              <a:gd name="connsiteX9" fmla="*/ 2646808 w 8141592"/>
              <a:gd name="connsiteY9" fmla="*/ 962689 h 10286999"/>
              <a:gd name="connsiteX10" fmla="*/ 2646808 w 8141592"/>
              <a:gd name="connsiteY10" fmla="*/ 0 h 10286999"/>
              <a:gd name="connsiteX11" fmla="*/ 5419101 w 8141592"/>
              <a:gd name="connsiteY11" fmla="*/ 0 h 10286999"/>
              <a:gd name="connsiteX12" fmla="*/ 5419101 w 8141592"/>
              <a:gd name="connsiteY12" fmla="*/ 962689 h 10286999"/>
              <a:gd name="connsiteX13" fmla="*/ 4630576 w 8141592"/>
              <a:gd name="connsiteY13" fmla="*/ 1155225 h 10286999"/>
              <a:gd name="connsiteX14" fmla="*/ 5618309 w 8141592"/>
              <a:gd name="connsiteY14" fmla="*/ 7220153 h 10286999"/>
              <a:gd name="connsiteX15" fmla="*/ 5800913 w 8141592"/>
              <a:gd name="connsiteY15" fmla="*/ 8609174 h 10286999"/>
              <a:gd name="connsiteX16" fmla="*/ 5942018 w 8141592"/>
              <a:gd name="connsiteY16" fmla="*/ 7220153 h 10286999"/>
              <a:gd name="connsiteX17" fmla="*/ 6830148 w 8141592"/>
              <a:gd name="connsiteY17" fmla="*/ 1155225 h 10286999"/>
              <a:gd name="connsiteX18" fmla="*/ 6124624 w 8141592"/>
              <a:gd name="connsiteY18" fmla="*/ 962689 h 10286999"/>
              <a:gd name="connsiteX19" fmla="*/ 6124624 w 8141592"/>
              <a:gd name="connsiteY19" fmla="*/ 0 h 10286999"/>
              <a:gd name="connsiteX20" fmla="*/ 8141592 w 8141592"/>
              <a:gd name="connsiteY20" fmla="*/ 0 h 10286999"/>
              <a:gd name="connsiteX21" fmla="*/ 8141592 w 8141592"/>
              <a:gd name="connsiteY21" fmla="*/ 962689 h 10286999"/>
              <a:gd name="connsiteX22" fmla="*/ 7626975 w 8141592"/>
              <a:gd name="connsiteY22" fmla="*/ 1155225 h 10286999"/>
              <a:gd name="connsiteX23" fmla="*/ 6091423 w 8141592"/>
              <a:gd name="connsiteY23" fmla="*/ 10286999 h 10286999"/>
              <a:gd name="connsiteX24" fmla="*/ 4821482 w 8141592"/>
              <a:gd name="connsiteY24" fmla="*/ 10286999 h 10286999"/>
              <a:gd name="connsiteX25" fmla="*/ 3750744 w 8141592"/>
              <a:gd name="connsiteY25" fmla="*/ 4167060 h 10286999"/>
              <a:gd name="connsiteX26" fmla="*/ 2738111 w 8141592"/>
              <a:gd name="connsiteY26" fmla="*/ 10286999 h 10286999"/>
              <a:gd name="connsiteX27" fmla="*/ 1484769 w 8141592"/>
              <a:gd name="connsiteY27" fmla="*/ 10286999 h 10286999"/>
              <a:gd name="connsiteX28" fmla="*/ 0 w 8141592"/>
              <a:gd name="connsiteY28" fmla="*/ 2240163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141592" h="10286999">
                <a:moveTo>
                  <a:pt x="0" y="0"/>
                </a:moveTo>
                <a:lnTo>
                  <a:pt x="1966185" y="0"/>
                </a:lnTo>
                <a:lnTo>
                  <a:pt x="1966185" y="962689"/>
                </a:lnTo>
                <a:lnTo>
                  <a:pt x="1277263" y="1155225"/>
                </a:lnTo>
                <a:lnTo>
                  <a:pt x="2264996" y="7220153"/>
                </a:lnTo>
                <a:lnTo>
                  <a:pt x="2422701" y="8499151"/>
                </a:lnTo>
                <a:lnTo>
                  <a:pt x="2563806" y="7220153"/>
                </a:lnTo>
                <a:lnTo>
                  <a:pt x="3410434" y="2324203"/>
                </a:lnTo>
                <a:lnTo>
                  <a:pt x="3169725" y="1155225"/>
                </a:lnTo>
                <a:lnTo>
                  <a:pt x="2646808" y="962689"/>
                </a:lnTo>
                <a:lnTo>
                  <a:pt x="2646808" y="0"/>
                </a:lnTo>
                <a:lnTo>
                  <a:pt x="5419101" y="0"/>
                </a:lnTo>
                <a:lnTo>
                  <a:pt x="5419101" y="962689"/>
                </a:lnTo>
                <a:lnTo>
                  <a:pt x="4630576" y="1155225"/>
                </a:lnTo>
                <a:lnTo>
                  <a:pt x="5618309" y="7220153"/>
                </a:lnTo>
                <a:lnTo>
                  <a:pt x="5800913" y="8609174"/>
                </a:lnTo>
                <a:lnTo>
                  <a:pt x="5942018" y="7220153"/>
                </a:lnTo>
                <a:lnTo>
                  <a:pt x="6830148" y="1155225"/>
                </a:lnTo>
                <a:lnTo>
                  <a:pt x="6124624" y="962689"/>
                </a:lnTo>
                <a:lnTo>
                  <a:pt x="6124624" y="0"/>
                </a:lnTo>
                <a:lnTo>
                  <a:pt x="8141592" y="0"/>
                </a:lnTo>
                <a:lnTo>
                  <a:pt x="8141592" y="962689"/>
                </a:lnTo>
                <a:lnTo>
                  <a:pt x="7626975" y="1155225"/>
                </a:lnTo>
                <a:lnTo>
                  <a:pt x="6091423" y="10286999"/>
                </a:lnTo>
                <a:lnTo>
                  <a:pt x="4821482" y="10286999"/>
                </a:lnTo>
                <a:lnTo>
                  <a:pt x="3750744" y="4167060"/>
                </a:lnTo>
                <a:lnTo>
                  <a:pt x="2738111" y="10286999"/>
                </a:lnTo>
                <a:lnTo>
                  <a:pt x="1484769" y="10286999"/>
                </a:lnTo>
                <a:lnTo>
                  <a:pt x="0" y="2240163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569497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7414562" cy="10286999"/>
          </a:xfrm>
          <a:custGeom>
            <a:avLst/>
            <a:gdLst>
              <a:gd name="connsiteX0" fmla="*/ 2911473 w 7414562"/>
              <a:gd name="connsiteY0" fmla="*/ 822421 h 10286999"/>
              <a:gd name="connsiteX1" fmla="*/ 1185739 w 7414562"/>
              <a:gd name="connsiteY1" fmla="*/ 1914488 h 10286999"/>
              <a:gd name="connsiteX2" fmla="*/ 565553 w 7414562"/>
              <a:gd name="connsiteY2" fmla="*/ 5150241 h 10286999"/>
              <a:gd name="connsiteX3" fmla="*/ 1165515 w 7414562"/>
              <a:gd name="connsiteY3" fmla="*/ 8365772 h 10286999"/>
              <a:gd name="connsiteX4" fmla="*/ 2884509 w 7414562"/>
              <a:gd name="connsiteY4" fmla="*/ 9464580 h 10286999"/>
              <a:gd name="connsiteX5" fmla="*/ 4596762 w 7414562"/>
              <a:gd name="connsiteY5" fmla="*/ 8311842 h 10286999"/>
              <a:gd name="connsiteX6" fmla="*/ 5216947 w 7414562"/>
              <a:gd name="connsiteY6" fmla="*/ 4988453 h 10286999"/>
              <a:gd name="connsiteX7" fmla="*/ 4623725 w 7414562"/>
              <a:gd name="connsiteY7" fmla="*/ 1853818 h 10286999"/>
              <a:gd name="connsiteX8" fmla="*/ 2911473 w 7414562"/>
              <a:gd name="connsiteY8" fmla="*/ 822421 h 10286999"/>
              <a:gd name="connsiteX9" fmla="*/ 2965403 w 7414562"/>
              <a:gd name="connsiteY9" fmla="*/ 0 h 10286999"/>
              <a:gd name="connsiteX10" fmla="*/ 6302274 w 7414562"/>
              <a:gd name="connsiteY10" fmla="*/ 1314526 h 10286999"/>
              <a:gd name="connsiteX11" fmla="*/ 7414562 w 7414562"/>
              <a:gd name="connsiteY11" fmla="*/ 4988453 h 10286999"/>
              <a:gd name="connsiteX12" fmla="*/ 6828083 w 7414562"/>
              <a:gd name="connsiteY12" fmla="*/ 7759068 h 10286999"/>
              <a:gd name="connsiteX13" fmla="*/ 5189981 w 7414562"/>
              <a:gd name="connsiteY13" fmla="*/ 9626365 h 10286999"/>
              <a:gd name="connsiteX14" fmla="*/ 2776649 w 7414562"/>
              <a:gd name="connsiteY14" fmla="*/ 10286999 h 10286999"/>
              <a:gd name="connsiteX15" fmla="*/ 102098 w 7414562"/>
              <a:gd name="connsiteY15" fmla="*/ 9513453 h 10286999"/>
              <a:gd name="connsiteX16" fmla="*/ 0 w 7414562"/>
              <a:gd name="connsiteY16" fmla="*/ 9431220 h 10286999"/>
              <a:gd name="connsiteX17" fmla="*/ 0 w 7414562"/>
              <a:gd name="connsiteY17" fmla="*/ 1064212 h 10286999"/>
              <a:gd name="connsiteX18" fmla="*/ 89037 w 7414562"/>
              <a:gd name="connsiteY18" fmla="*/ 984210 h 10286999"/>
              <a:gd name="connsiteX19" fmla="*/ 579035 w 7414562"/>
              <a:gd name="connsiteY19" fmla="*/ 633670 h 10286999"/>
              <a:gd name="connsiteX20" fmla="*/ 2965403 w 7414562"/>
              <a:gd name="connsiteY20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414562" h="10286999">
                <a:moveTo>
                  <a:pt x="2911473" y="822421"/>
                </a:moveTo>
                <a:cubicBezTo>
                  <a:pt x="2174440" y="822421"/>
                  <a:pt x="1599195" y="1186444"/>
                  <a:pt x="1185739" y="1914488"/>
                </a:cubicBezTo>
                <a:cubicBezTo>
                  <a:pt x="772281" y="2642533"/>
                  <a:pt x="565553" y="3721118"/>
                  <a:pt x="565553" y="5150241"/>
                </a:cubicBezTo>
                <a:cubicBezTo>
                  <a:pt x="565553" y="6561389"/>
                  <a:pt x="765539" y="7633234"/>
                  <a:pt x="1165515" y="8365772"/>
                </a:cubicBezTo>
                <a:cubicBezTo>
                  <a:pt x="1565489" y="9098310"/>
                  <a:pt x="2138487" y="9464580"/>
                  <a:pt x="2884509" y="9464580"/>
                </a:cubicBezTo>
                <a:cubicBezTo>
                  <a:pt x="3612552" y="9464580"/>
                  <a:pt x="4183304" y="9080333"/>
                  <a:pt x="4596762" y="8311842"/>
                </a:cubicBezTo>
                <a:cubicBezTo>
                  <a:pt x="5010219" y="7543351"/>
                  <a:pt x="5216947" y="6435555"/>
                  <a:pt x="5216947" y="4988453"/>
                </a:cubicBezTo>
                <a:cubicBezTo>
                  <a:pt x="5216947" y="3586294"/>
                  <a:pt x="5019207" y="2541416"/>
                  <a:pt x="4623725" y="1853818"/>
                </a:cubicBezTo>
                <a:cubicBezTo>
                  <a:pt x="4228244" y="1166220"/>
                  <a:pt x="3657493" y="822421"/>
                  <a:pt x="2911473" y="822421"/>
                </a:cubicBezTo>
                <a:close/>
                <a:moveTo>
                  <a:pt x="2965403" y="0"/>
                </a:moveTo>
                <a:cubicBezTo>
                  <a:pt x="4448456" y="0"/>
                  <a:pt x="5560746" y="438177"/>
                  <a:pt x="6302274" y="1314526"/>
                </a:cubicBezTo>
                <a:cubicBezTo>
                  <a:pt x="7043798" y="2190875"/>
                  <a:pt x="7414562" y="3415520"/>
                  <a:pt x="7414562" y="4988453"/>
                </a:cubicBezTo>
                <a:cubicBezTo>
                  <a:pt x="7414562" y="6031086"/>
                  <a:pt x="7219071" y="6954623"/>
                  <a:pt x="6828083" y="7759068"/>
                </a:cubicBezTo>
                <a:cubicBezTo>
                  <a:pt x="6437095" y="8563512"/>
                  <a:pt x="5891063" y="9185945"/>
                  <a:pt x="5189981" y="9626365"/>
                </a:cubicBezTo>
                <a:cubicBezTo>
                  <a:pt x="4488902" y="10066789"/>
                  <a:pt x="3684459" y="10286999"/>
                  <a:pt x="2776649" y="10286999"/>
                </a:cubicBezTo>
                <a:cubicBezTo>
                  <a:pt x="1677842" y="10286999"/>
                  <a:pt x="786325" y="10029150"/>
                  <a:pt x="102098" y="9513453"/>
                </a:cubicBezTo>
                <a:lnTo>
                  <a:pt x="0" y="9431220"/>
                </a:lnTo>
                <a:lnTo>
                  <a:pt x="0" y="1064212"/>
                </a:lnTo>
                <a:lnTo>
                  <a:pt x="89037" y="984210"/>
                </a:lnTo>
                <a:cubicBezTo>
                  <a:pt x="242679" y="856128"/>
                  <a:pt x="406012" y="739281"/>
                  <a:pt x="579035" y="633670"/>
                </a:cubicBezTo>
                <a:cubicBezTo>
                  <a:pt x="1271125" y="211225"/>
                  <a:pt x="2066583" y="0"/>
                  <a:pt x="2965403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890995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754762" cy="10287000"/>
          </a:xfrm>
          <a:custGeom>
            <a:avLst/>
            <a:gdLst>
              <a:gd name="connsiteX0" fmla="*/ 0 w 6754762"/>
              <a:gd name="connsiteY0" fmla="*/ 0 h 10287000"/>
              <a:gd name="connsiteX1" fmla="*/ 6623999 w 6754762"/>
              <a:gd name="connsiteY1" fmla="*/ 0 h 10287000"/>
              <a:gd name="connsiteX2" fmla="*/ 6754762 w 6754762"/>
              <a:gd name="connsiteY2" fmla="*/ 4001270 h 10287000"/>
              <a:gd name="connsiteX3" fmla="*/ 5893886 w 6754762"/>
              <a:gd name="connsiteY3" fmla="*/ 4001270 h 10287000"/>
              <a:gd name="connsiteX4" fmla="*/ 5468896 w 6754762"/>
              <a:gd name="connsiteY4" fmla="*/ 983012 h 10287000"/>
              <a:gd name="connsiteX5" fmla="*/ 3932393 w 6754762"/>
              <a:gd name="connsiteY5" fmla="*/ 913786 h 10287000"/>
              <a:gd name="connsiteX6" fmla="*/ 3932393 w 6754762"/>
              <a:gd name="connsiteY6" fmla="*/ 9317835 h 10287000"/>
              <a:gd name="connsiteX7" fmla="*/ 5457997 w 6754762"/>
              <a:gd name="connsiteY7" fmla="*/ 9456288 h 10287000"/>
              <a:gd name="connsiteX8" fmla="*/ 5457997 w 6754762"/>
              <a:gd name="connsiteY8" fmla="*/ 10287000 h 10287000"/>
              <a:gd name="connsiteX9" fmla="*/ 913875 w 6754762"/>
              <a:gd name="connsiteY9" fmla="*/ 10287000 h 10287000"/>
              <a:gd name="connsiteX10" fmla="*/ 913875 w 6754762"/>
              <a:gd name="connsiteY10" fmla="*/ 9456288 h 10287000"/>
              <a:gd name="connsiteX11" fmla="*/ 2308715 w 6754762"/>
              <a:gd name="connsiteY11" fmla="*/ 9317835 h 10287000"/>
              <a:gd name="connsiteX12" fmla="*/ 2308715 w 6754762"/>
              <a:gd name="connsiteY12" fmla="*/ 913786 h 10287000"/>
              <a:gd name="connsiteX13" fmla="*/ 750417 w 6754762"/>
              <a:gd name="connsiteY13" fmla="*/ 983012 h 10287000"/>
              <a:gd name="connsiteX14" fmla="*/ 325429 w 6754762"/>
              <a:gd name="connsiteY14" fmla="*/ 4001270 h 10287000"/>
              <a:gd name="connsiteX15" fmla="*/ 0 w 6754762"/>
              <a:gd name="connsiteY15" fmla="*/ 400127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754762" h="10287000">
                <a:moveTo>
                  <a:pt x="0" y="0"/>
                </a:moveTo>
                <a:lnTo>
                  <a:pt x="6623999" y="0"/>
                </a:lnTo>
                <a:lnTo>
                  <a:pt x="6754762" y="4001270"/>
                </a:lnTo>
                <a:lnTo>
                  <a:pt x="5893886" y="4001270"/>
                </a:lnTo>
                <a:lnTo>
                  <a:pt x="5468896" y="983012"/>
                </a:lnTo>
                <a:lnTo>
                  <a:pt x="3932393" y="913786"/>
                </a:lnTo>
                <a:lnTo>
                  <a:pt x="3932393" y="9317835"/>
                </a:lnTo>
                <a:lnTo>
                  <a:pt x="5457997" y="9456288"/>
                </a:lnTo>
                <a:lnTo>
                  <a:pt x="5457997" y="10287000"/>
                </a:lnTo>
                <a:lnTo>
                  <a:pt x="913875" y="10287000"/>
                </a:lnTo>
                <a:lnTo>
                  <a:pt x="913875" y="9456288"/>
                </a:lnTo>
                <a:lnTo>
                  <a:pt x="2308715" y="9317835"/>
                </a:lnTo>
                <a:lnTo>
                  <a:pt x="2308715" y="913786"/>
                </a:lnTo>
                <a:lnTo>
                  <a:pt x="750417" y="983012"/>
                </a:lnTo>
                <a:lnTo>
                  <a:pt x="325429" y="4001270"/>
                </a:lnTo>
                <a:lnTo>
                  <a:pt x="0" y="400127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42037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2" y="1"/>
            <a:ext cx="10446660" cy="4188815"/>
          </a:xfrm>
          <a:custGeom>
            <a:avLst/>
            <a:gdLst>
              <a:gd name="connsiteX0" fmla="*/ 0 w 10446660"/>
              <a:gd name="connsiteY0" fmla="*/ 0 h 4188815"/>
              <a:gd name="connsiteX1" fmla="*/ 10446660 w 10446660"/>
              <a:gd name="connsiteY1" fmla="*/ 0 h 4188815"/>
              <a:gd name="connsiteX2" fmla="*/ 10260106 w 10446660"/>
              <a:gd name="connsiteY2" fmla="*/ 61006 h 4188815"/>
              <a:gd name="connsiteX3" fmla="*/ 0 w 10446660"/>
              <a:gd name="connsiteY3" fmla="*/ 3335075 h 418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46660" h="4188815">
                <a:moveTo>
                  <a:pt x="0" y="0"/>
                </a:moveTo>
                <a:lnTo>
                  <a:pt x="10446660" y="0"/>
                </a:lnTo>
                <a:lnTo>
                  <a:pt x="10260106" y="61006"/>
                </a:lnTo>
                <a:cubicBezTo>
                  <a:pt x="7287323" y="1186006"/>
                  <a:pt x="6584870" y="6153479"/>
                  <a:pt x="0" y="333507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37886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8580918" y="1"/>
            <a:ext cx="9707082" cy="5187711"/>
          </a:xfrm>
          <a:custGeom>
            <a:avLst/>
            <a:gdLst>
              <a:gd name="connsiteX0" fmla="*/ 0 w 9707082"/>
              <a:gd name="connsiteY0" fmla="*/ 0 h 5187711"/>
              <a:gd name="connsiteX1" fmla="*/ 9707082 w 9707082"/>
              <a:gd name="connsiteY1" fmla="*/ 0 h 5187711"/>
              <a:gd name="connsiteX2" fmla="*/ 9707082 w 9707082"/>
              <a:gd name="connsiteY2" fmla="*/ 4961525 h 5187711"/>
              <a:gd name="connsiteX3" fmla="*/ 9634870 w 9707082"/>
              <a:gd name="connsiteY3" fmla="*/ 4938630 h 5187711"/>
              <a:gd name="connsiteX4" fmla="*/ 9344474 w 9707082"/>
              <a:gd name="connsiteY4" fmla="*/ 4919082 h 5187711"/>
              <a:gd name="connsiteX5" fmla="*/ 7842434 w 9707082"/>
              <a:gd name="connsiteY5" fmla="*/ 5187697 h 5187711"/>
              <a:gd name="connsiteX6" fmla="*/ 7073396 w 9707082"/>
              <a:gd name="connsiteY6" fmla="*/ 5033589 h 5187711"/>
              <a:gd name="connsiteX7" fmla="*/ 4554215 w 9707082"/>
              <a:gd name="connsiteY7" fmla="*/ 2724341 h 5187711"/>
              <a:gd name="connsiteX8" fmla="*/ 1882358 w 9707082"/>
              <a:gd name="connsiteY8" fmla="*/ 796785 h 5187711"/>
              <a:gd name="connsiteX9" fmla="*/ 31140 w 9707082"/>
              <a:gd name="connsiteY9" fmla="*/ 52482 h 518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707082" h="5187711">
                <a:moveTo>
                  <a:pt x="0" y="0"/>
                </a:moveTo>
                <a:lnTo>
                  <a:pt x="9707082" y="0"/>
                </a:lnTo>
                <a:lnTo>
                  <a:pt x="9707082" y="4961525"/>
                </a:lnTo>
                <a:lnTo>
                  <a:pt x="9634870" y="4938630"/>
                </a:lnTo>
                <a:cubicBezTo>
                  <a:pt x="9545086" y="4914236"/>
                  <a:pt x="9448248" y="4901786"/>
                  <a:pt x="9344474" y="4919082"/>
                </a:cubicBezTo>
                <a:cubicBezTo>
                  <a:pt x="8963974" y="4982499"/>
                  <a:pt x="8410580" y="5185733"/>
                  <a:pt x="7842434" y="5187697"/>
                </a:cubicBezTo>
                <a:cubicBezTo>
                  <a:pt x="7584185" y="5188591"/>
                  <a:pt x="7322888" y="5147898"/>
                  <a:pt x="7073396" y="5033589"/>
                </a:cubicBezTo>
                <a:cubicBezTo>
                  <a:pt x="6275019" y="4667799"/>
                  <a:pt x="6163692" y="3067865"/>
                  <a:pt x="4554215" y="2724341"/>
                </a:cubicBezTo>
                <a:cubicBezTo>
                  <a:pt x="2944740" y="2380816"/>
                  <a:pt x="3094238" y="1013079"/>
                  <a:pt x="1882358" y="796785"/>
                </a:cubicBezTo>
                <a:cubicBezTo>
                  <a:pt x="670480" y="580492"/>
                  <a:pt x="342857" y="494611"/>
                  <a:pt x="31140" y="5248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444638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7577351" y="0"/>
            <a:ext cx="4806684" cy="6470540"/>
          </a:xfrm>
          <a:custGeom>
            <a:avLst/>
            <a:gdLst>
              <a:gd name="connsiteX0" fmla="*/ 0 w 3822567"/>
              <a:gd name="connsiteY0" fmla="*/ 0 h 5145765"/>
              <a:gd name="connsiteX1" fmla="*/ 3822567 w 3822567"/>
              <a:gd name="connsiteY1" fmla="*/ 0 h 5145765"/>
              <a:gd name="connsiteX2" fmla="*/ 3822567 w 3822567"/>
              <a:gd name="connsiteY2" fmla="*/ 5145765 h 5145765"/>
              <a:gd name="connsiteX3" fmla="*/ 0 w 3822567"/>
              <a:gd name="connsiteY3" fmla="*/ 5145765 h 514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2567" h="5145765">
                <a:moveTo>
                  <a:pt x="0" y="0"/>
                </a:moveTo>
                <a:lnTo>
                  <a:pt x="3822567" y="0"/>
                </a:lnTo>
                <a:lnTo>
                  <a:pt x="3822567" y="5145765"/>
                </a:lnTo>
                <a:lnTo>
                  <a:pt x="0" y="5145765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12384035" y="3816460"/>
            <a:ext cx="4806685" cy="6470539"/>
          </a:xfrm>
          <a:custGeom>
            <a:avLst/>
            <a:gdLst>
              <a:gd name="connsiteX0" fmla="*/ 0 w 3822567"/>
              <a:gd name="connsiteY0" fmla="*/ 0 h 5145765"/>
              <a:gd name="connsiteX1" fmla="*/ 3822567 w 3822567"/>
              <a:gd name="connsiteY1" fmla="*/ 0 h 5145765"/>
              <a:gd name="connsiteX2" fmla="*/ 3822567 w 3822567"/>
              <a:gd name="connsiteY2" fmla="*/ 5145765 h 5145765"/>
              <a:gd name="connsiteX3" fmla="*/ 0 w 3822567"/>
              <a:gd name="connsiteY3" fmla="*/ 5145765 h 514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2567" h="5145765">
                <a:moveTo>
                  <a:pt x="0" y="0"/>
                </a:moveTo>
                <a:lnTo>
                  <a:pt x="3822567" y="0"/>
                </a:lnTo>
                <a:lnTo>
                  <a:pt x="3822567" y="5145765"/>
                </a:lnTo>
                <a:lnTo>
                  <a:pt x="0" y="5145765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873622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5965892" y="0"/>
            <a:ext cx="12322109" cy="10287000"/>
          </a:xfrm>
          <a:custGeom>
            <a:avLst/>
            <a:gdLst>
              <a:gd name="connsiteX0" fmla="*/ 19039 w 12322109"/>
              <a:gd name="connsiteY0" fmla="*/ 2 h 10287000"/>
              <a:gd name="connsiteX1" fmla="*/ 6433551 w 12322109"/>
              <a:gd name="connsiteY1" fmla="*/ 2 h 10287000"/>
              <a:gd name="connsiteX2" fmla="*/ 6449885 w 12322109"/>
              <a:gd name="connsiteY2" fmla="*/ 14461 h 10287000"/>
              <a:gd name="connsiteX3" fmla="*/ 8235451 w 12322109"/>
              <a:gd name="connsiteY3" fmla="*/ 716246 h 10287000"/>
              <a:gd name="connsiteX4" fmla="*/ 8264891 w 12322109"/>
              <a:gd name="connsiteY4" fmla="*/ 716246 h 10287000"/>
              <a:gd name="connsiteX5" fmla="*/ 10011659 w 12322109"/>
              <a:gd name="connsiteY5" fmla="*/ 1670046 h 10287000"/>
              <a:gd name="connsiteX6" fmla="*/ 12209839 w 12322109"/>
              <a:gd name="connsiteY6" fmla="*/ 2800837 h 10287000"/>
              <a:gd name="connsiteX7" fmla="*/ 12322109 w 12322109"/>
              <a:gd name="connsiteY7" fmla="*/ 2791169 h 10287000"/>
              <a:gd name="connsiteX8" fmla="*/ 12322109 w 12322109"/>
              <a:gd name="connsiteY8" fmla="*/ 10286999 h 10287000"/>
              <a:gd name="connsiteX9" fmla="*/ 10864009 w 12322109"/>
              <a:gd name="connsiteY9" fmla="*/ 10286999 h 10287000"/>
              <a:gd name="connsiteX10" fmla="*/ 10864009 w 12322109"/>
              <a:gd name="connsiteY10" fmla="*/ 10287000 h 10287000"/>
              <a:gd name="connsiteX11" fmla="*/ 4945497 w 12322109"/>
              <a:gd name="connsiteY11" fmla="*/ 10287000 h 10287000"/>
              <a:gd name="connsiteX12" fmla="*/ 4811958 w 12322109"/>
              <a:gd name="connsiteY12" fmla="*/ 10136149 h 10287000"/>
              <a:gd name="connsiteX13" fmla="*/ 3600596 w 12322109"/>
              <a:gd name="connsiteY13" fmla="*/ 7054050 h 10287000"/>
              <a:gd name="connsiteX14" fmla="*/ 3600596 w 12322109"/>
              <a:gd name="connsiteY14" fmla="*/ 7003233 h 10287000"/>
              <a:gd name="connsiteX15" fmla="*/ 1954229 w 12322109"/>
              <a:gd name="connsiteY15" fmla="*/ 3988108 h 10287000"/>
              <a:gd name="connsiteX16" fmla="*/ 2350 w 12322109"/>
              <a:gd name="connsiteY16" fmla="*/ 193793 h 10287000"/>
              <a:gd name="connsiteX17" fmla="*/ 7401729 w 12322109"/>
              <a:gd name="connsiteY17" fmla="*/ 0 h 10287000"/>
              <a:gd name="connsiteX18" fmla="*/ 12322109 w 12322109"/>
              <a:gd name="connsiteY18" fmla="*/ 0 h 10287000"/>
              <a:gd name="connsiteX19" fmla="*/ 12322109 w 12322109"/>
              <a:gd name="connsiteY19" fmla="*/ 1 h 10287000"/>
              <a:gd name="connsiteX20" fmla="*/ 7401729 w 12322109"/>
              <a:gd name="connsiteY20" fmla="*/ 1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322109" h="10287000">
                <a:moveTo>
                  <a:pt x="19039" y="2"/>
                </a:moveTo>
                <a:lnTo>
                  <a:pt x="6433551" y="2"/>
                </a:lnTo>
                <a:lnTo>
                  <a:pt x="6449885" y="14461"/>
                </a:lnTo>
                <a:cubicBezTo>
                  <a:pt x="6936991" y="426404"/>
                  <a:pt x="7557107" y="686132"/>
                  <a:pt x="8235451" y="716246"/>
                </a:cubicBezTo>
                <a:cubicBezTo>
                  <a:pt x="8245264" y="716246"/>
                  <a:pt x="8255079" y="716246"/>
                  <a:pt x="8264891" y="716246"/>
                </a:cubicBezTo>
                <a:cubicBezTo>
                  <a:pt x="8971449" y="735912"/>
                  <a:pt x="9628940" y="1089901"/>
                  <a:pt x="10011659" y="1670046"/>
                </a:cubicBezTo>
                <a:cubicBezTo>
                  <a:pt x="10482698" y="2378017"/>
                  <a:pt x="11297201" y="2830335"/>
                  <a:pt x="12209839" y="2800837"/>
                </a:cubicBezTo>
                <a:lnTo>
                  <a:pt x="12322109" y="2791169"/>
                </a:lnTo>
                <a:lnTo>
                  <a:pt x="12322109" y="10286999"/>
                </a:lnTo>
                <a:lnTo>
                  <a:pt x="10864009" y="10286999"/>
                </a:lnTo>
                <a:lnTo>
                  <a:pt x="10864009" y="10287000"/>
                </a:lnTo>
                <a:lnTo>
                  <a:pt x="4945497" y="10287000"/>
                </a:lnTo>
                <a:lnTo>
                  <a:pt x="4811958" y="10136149"/>
                </a:lnTo>
                <a:cubicBezTo>
                  <a:pt x="4100897" y="9295345"/>
                  <a:pt x="3652575" y="8224952"/>
                  <a:pt x="3600596" y="7054050"/>
                </a:cubicBezTo>
                <a:cubicBezTo>
                  <a:pt x="3600596" y="7037111"/>
                  <a:pt x="3600596" y="7020172"/>
                  <a:pt x="3600596" y="7003233"/>
                </a:cubicBezTo>
                <a:cubicBezTo>
                  <a:pt x="3566650" y="5783632"/>
                  <a:pt x="2955626" y="4648725"/>
                  <a:pt x="1954229" y="3988108"/>
                </a:cubicBezTo>
                <a:cubicBezTo>
                  <a:pt x="732185" y="3175041"/>
                  <a:pt x="-48567" y="1769112"/>
                  <a:pt x="2350" y="193793"/>
                </a:cubicBezTo>
                <a:close/>
                <a:moveTo>
                  <a:pt x="7401729" y="0"/>
                </a:moveTo>
                <a:lnTo>
                  <a:pt x="12322109" y="0"/>
                </a:lnTo>
                <a:lnTo>
                  <a:pt x="12322109" y="1"/>
                </a:lnTo>
                <a:lnTo>
                  <a:pt x="7401729" y="1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111932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8877961" y="2604935"/>
            <a:ext cx="7772400" cy="4857750"/>
          </a:xfrm>
          <a:custGeom>
            <a:avLst/>
            <a:gdLst>
              <a:gd name="connsiteX0" fmla="*/ 0 w 7772400"/>
              <a:gd name="connsiteY0" fmla="*/ 0 h 4857750"/>
              <a:gd name="connsiteX1" fmla="*/ 7772400 w 7772400"/>
              <a:gd name="connsiteY1" fmla="*/ 0 h 4857750"/>
              <a:gd name="connsiteX2" fmla="*/ 7772400 w 7772400"/>
              <a:gd name="connsiteY2" fmla="*/ 4857750 h 4857750"/>
              <a:gd name="connsiteX3" fmla="*/ 0 w 7772400"/>
              <a:gd name="connsiteY3" fmla="*/ 4857750 h 485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2400" h="4857750">
                <a:moveTo>
                  <a:pt x="0" y="0"/>
                </a:moveTo>
                <a:lnTo>
                  <a:pt x="7772400" y="0"/>
                </a:lnTo>
                <a:lnTo>
                  <a:pt x="7772400" y="4857750"/>
                </a:lnTo>
                <a:lnTo>
                  <a:pt x="0" y="485775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660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875760" y="2083982"/>
            <a:ext cx="3381154" cy="5954233"/>
          </a:xfrm>
          <a:custGeom>
            <a:avLst/>
            <a:gdLst>
              <a:gd name="connsiteX0" fmla="*/ 0 w 3381154"/>
              <a:gd name="connsiteY0" fmla="*/ 0 h 5954233"/>
              <a:gd name="connsiteX1" fmla="*/ 3381154 w 3381154"/>
              <a:gd name="connsiteY1" fmla="*/ 0 h 5954233"/>
              <a:gd name="connsiteX2" fmla="*/ 3381154 w 3381154"/>
              <a:gd name="connsiteY2" fmla="*/ 5954233 h 5954233"/>
              <a:gd name="connsiteX3" fmla="*/ 0 w 3381154"/>
              <a:gd name="connsiteY3" fmla="*/ 5954233 h 5954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1154" h="5954233">
                <a:moveTo>
                  <a:pt x="0" y="0"/>
                </a:moveTo>
                <a:lnTo>
                  <a:pt x="3381154" y="0"/>
                </a:lnTo>
                <a:lnTo>
                  <a:pt x="3381154" y="5954233"/>
                </a:lnTo>
                <a:lnTo>
                  <a:pt x="0" y="5954233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818212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7841340" y="2"/>
            <a:ext cx="10446660" cy="4188815"/>
          </a:xfrm>
          <a:custGeom>
            <a:avLst/>
            <a:gdLst>
              <a:gd name="connsiteX0" fmla="*/ 0 w 10446660"/>
              <a:gd name="connsiteY0" fmla="*/ 0 h 4188815"/>
              <a:gd name="connsiteX1" fmla="*/ 10446660 w 10446660"/>
              <a:gd name="connsiteY1" fmla="*/ 0 h 4188815"/>
              <a:gd name="connsiteX2" fmla="*/ 10446660 w 10446660"/>
              <a:gd name="connsiteY2" fmla="*/ 3335075 h 4188815"/>
              <a:gd name="connsiteX3" fmla="*/ 186555 w 10446660"/>
              <a:gd name="connsiteY3" fmla="*/ 61006 h 418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46660" h="4188815">
                <a:moveTo>
                  <a:pt x="0" y="0"/>
                </a:moveTo>
                <a:lnTo>
                  <a:pt x="10446660" y="0"/>
                </a:lnTo>
                <a:lnTo>
                  <a:pt x="10446660" y="3335075"/>
                </a:lnTo>
                <a:cubicBezTo>
                  <a:pt x="3861790" y="6153479"/>
                  <a:pt x="3159337" y="1186006"/>
                  <a:pt x="186555" y="61006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67328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294374" y="4566978"/>
            <a:ext cx="7993627" cy="5720023"/>
          </a:xfrm>
          <a:custGeom>
            <a:avLst/>
            <a:gdLst>
              <a:gd name="connsiteX0" fmla="*/ 8139801 w 10667999"/>
              <a:gd name="connsiteY0" fmla="*/ 0 h 7633731"/>
              <a:gd name="connsiteX1" fmla="*/ 10565857 w 10667999"/>
              <a:gd name="connsiteY1" fmla="*/ 366785 h 7633731"/>
              <a:gd name="connsiteX2" fmla="*/ 10667999 w 10667999"/>
              <a:gd name="connsiteY2" fmla="*/ 401348 h 7633731"/>
              <a:gd name="connsiteX3" fmla="*/ 10667999 w 10667999"/>
              <a:gd name="connsiteY3" fmla="*/ 6254681 h 7633731"/>
              <a:gd name="connsiteX4" fmla="*/ 10584561 w 10667999"/>
              <a:gd name="connsiteY4" fmla="*/ 6143103 h 7633731"/>
              <a:gd name="connsiteX5" fmla="*/ 8139801 w 10667999"/>
              <a:gd name="connsiteY5" fmla="*/ 4990161 h 7633731"/>
              <a:gd name="connsiteX6" fmla="*/ 5035939 w 10667999"/>
              <a:gd name="connsiteY6" fmla="*/ 7519882 h 7633731"/>
              <a:gd name="connsiteX7" fmla="*/ 5018565 w 10667999"/>
              <a:gd name="connsiteY7" fmla="*/ 7633731 h 7633731"/>
              <a:gd name="connsiteX8" fmla="*/ 0 w 10667999"/>
              <a:gd name="connsiteY8" fmla="*/ 7633731 h 7633731"/>
              <a:gd name="connsiteX9" fmla="*/ 23532 w 10667999"/>
              <a:gd name="connsiteY9" fmla="*/ 7324244 h 7633731"/>
              <a:gd name="connsiteX10" fmla="*/ 8139801 w 10667999"/>
              <a:gd name="connsiteY10" fmla="*/ 0 h 763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7999" h="7633731">
                <a:moveTo>
                  <a:pt x="8139801" y="0"/>
                </a:moveTo>
                <a:cubicBezTo>
                  <a:pt x="8984630" y="0"/>
                  <a:pt x="9799467" y="128413"/>
                  <a:pt x="10565857" y="366785"/>
                </a:cubicBezTo>
                <a:lnTo>
                  <a:pt x="10667999" y="401348"/>
                </a:lnTo>
                <a:lnTo>
                  <a:pt x="10667999" y="6254681"/>
                </a:lnTo>
                <a:lnTo>
                  <a:pt x="10584561" y="6143103"/>
                </a:lnTo>
                <a:cubicBezTo>
                  <a:pt x="10003463" y="5438973"/>
                  <a:pt x="9124044" y="4990161"/>
                  <a:pt x="8139801" y="4990161"/>
                </a:cubicBezTo>
                <a:cubicBezTo>
                  <a:pt x="6608757" y="4990161"/>
                  <a:pt x="5331364" y="6076175"/>
                  <a:pt x="5035939" y="7519882"/>
                </a:cubicBezTo>
                <a:lnTo>
                  <a:pt x="5018565" y="7633731"/>
                </a:lnTo>
                <a:lnTo>
                  <a:pt x="0" y="7633731"/>
                </a:lnTo>
                <a:lnTo>
                  <a:pt x="23532" y="7324244"/>
                </a:lnTo>
                <a:cubicBezTo>
                  <a:pt x="441324" y="3210327"/>
                  <a:pt x="3915657" y="0"/>
                  <a:pt x="8139801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280092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9392831" y="1540086"/>
            <a:ext cx="7797888" cy="7206834"/>
          </a:xfrm>
          <a:custGeom>
            <a:avLst/>
            <a:gdLst>
              <a:gd name="connsiteX0" fmla="*/ 3101487 w 7797888"/>
              <a:gd name="connsiteY0" fmla="*/ 52 h 7206834"/>
              <a:gd name="connsiteX1" fmla="*/ 4688121 w 7797888"/>
              <a:gd name="connsiteY1" fmla="*/ 691179 h 7206834"/>
              <a:gd name="connsiteX2" fmla="*/ 7792509 w 7797888"/>
              <a:gd name="connsiteY2" fmla="*/ 4225340 h 7206834"/>
              <a:gd name="connsiteX3" fmla="*/ 4677100 w 7797888"/>
              <a:gd name="connsiteY3" fmla="*/ 7120264 h 7206834"/>
              <a:gd name="connsiteX4" fmla="*/ 878358 w 7797888"/>
              <a:gd name="connsiteY4" fmla="*/ 5904248 h 7206834"/>
              <a:gd name="connsiteX5" fmla="*/ 1164917 w 7797888"/>
              <a:gd name="connsiteY5" fmla="*/ 794044 h 7206834"/>
              <a:gd name="connsiteX6" fmla="*/ 3101487 w 7797888"/>
              <a:gd name="connsiteY6" fmla="*/ 52 h 7206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97888" h="7206834">
                <a:moveTo>
                  <a:pt x="3101487" y="52"/>
                </a:moveTo>
                <a:cubicBezTo>
                  <a:pt x="3754967" y="4185"/>
                  <a:pt x="4350129" y="255838"/>
                  <a:pt x="4688121" y="691179"/>
                </a:cubicBezTo>
                <a:cubicBezTo>
                  <a:pt x="5801291" y="2134967"/>
                  <a:pt x="7674945" y="2329676"/>
                  <a:pt x="7792509" y="4225340"/>
                </a:cubicBezTo>
                <a:cubicBezTo>
                  <a:pt x="7906397" y="6124675"/>
                  <a:pt x="6190719" y="6863100"/>
                  <a:pt x="4677100" y="7120264"/>
                </a:cubicBezTo>
                <a:cubicBezTo>
                  <a:pt x="3159808" y="7377428"/>
                  <a:pt x="1888662" y="7087200"/>
                  <a:pt x="878358" y="5904248"/>
                </a:cubicBezTo>
                <a:cubicBezTo>
                  <a:pt x="-826300" y="3898374"/>
                  <a:pt x="330957" y="1609619"/>
                  <a:pt x="1164917" y="794044"/>
                </a:cubicBezTo>
                <a:cubicBezTo>
                  <a:pt x="1736199" y="239306"/>
                  <a:pt x="2448003" y="-4081"/>
                  <a:pt x="3101487" y="5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109473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857899" y="715171"/>
            <a:ext cx="7660299" cy="9127300"/>
          </a:xfrm>
          <a:custGeom>
            <a:avLst/>
            <a:gdLst>
              <a:gd name="connsiteX0" fmla="*/ 4352312 w 7660299"/>
              <a:gd name="connsiteY0" fmla="*/ 1148 h 9127300"/>
              <a:gd name="connsiteX1" fmla="*/ 5100166 w 7660299"/>
              <a:gd name="connsiteY1" fmla="*/ 177925 h 9127300"/>
              <a:gd name="connsiteX2" fmla="*/ 7144215 w 7660299"/>
              <a:gd name="connsiteY2" fmla="*/ 4381216 h 9127300"/>
              <a:gd name="connsiteX3" fmla="*/ 6943496 w 7660299"/>
              <a:gd name="connsiteY3" fmla="*/ 8289539 h 9127300"/>
              <a:gd name="connsiteX4" fmla="*/ 2171317 w 7660299"/>
              <a:gd name="connsiteY4" fmla="*/ 8359184 h 9127300"/>
              <a:gd name="connsiteX5" fmla="*/ 8475 w 7660299"/>
              <a:gd name="connsiteY5" fmla="*/ 4475442 h 9127300"/>
              <a:gd name="connsiteX6" fmla="*/ 4352312 w 7660299"/>
              <a:gd name="connsiteY6" fmla="*/ 1148 h 912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60299" h="9127300">
                <a:moveTo>
                  <a:pt x="4352312" y="1148"/>
                </a:moveTo>
                <a:cubicBezTo>
                  <a:pt x="4615203" y="9701"/>
                  <a:pt x="4867189" y="66288"/>
                  <a:pt x="5100166" y="177925"/>
                </a:cubicBezTo>
                <a:cubicBezTo>
                  <a:pt x="6697719" y="939925"/>
                  <a:pt x="6349534" y="2779377"/>
                  <a:pt x="7144215" y="4381216"/>
                </a:cubicBezTo>
                <a:cubicBezTo>
                  <a:pt x="7942991" y="5987151"/>
                  <a:pt x="7766850" y="7384152"/>
                  <a:pt x="6943496" y="8289539"/>
                </a:cubicBezTo>
                <a:cubicBezTo>
                  <a:pt x="6120142" y="9194926"/>
                  <a:pt x="4071997" y="9571829"/>
                  <a:pt x="2171317" y="8359184"/>
                </a:cubicBezTo>
                <a:cubicBezTo>
                  <a:pt x="1208689" y="7748764"/>
                  <a:pt x="-118510" y="6773732"/>
                  <a:pt x="8475" y="4475442"/>
                </a:cubicBezTo>
                <a:cubicBezTo>
                  <a:pt x="137508" y="2235018"/>
                  <a:pt x="2512077" y="-58728"/>
                  <a:pt x="4352312" y="1148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905590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6863670" y="0"/>
            <a:ext cx="11424331" cy="8288594"/>
          </a:xfrm>
          <a:custGeom>
            <a:avLst/>
            <a:gdLst>
              <a:gd name="connsiteX0" fmla="*/ 147078 w 12107117"/>
              <a:gd name="connsiteY0" fmla="*/ 0 h 8783970"/>
              <a:gd name="connsiteX1" fmla="*/ 12107117 w 12107117"/>
              <a:gd name="connsiteY1" fmla="*/ 0 h 8783970"/>
              <a:gd name="connsiteX2" fmla="*/ 12107117 w 12107117"/>
              <a:gd name="connsiteY2" fmla="*/ 8081720 h 8783970"/>
              <a:gd name="connsiteX3" fmla="*/ 12053797 w 12107117"/>
              <a:gd name="connsiteY3" fmla="*/ 8102068 h 8783970"/>
              <a:gd name="connsiteX4" fmla="*/ 11062985 w 12107117"/>
              <a:gd name="connsiteY4" fmla="*/ 8265658 h 8783970"/>
              <a:gd name="connsiteX5" fmla="*/ 9901653 w 12107117"/>
              <a:gd name="connsiteY5" fmla="*/ 8070578 h 8783970"/>
              <a:gd name="connsiteX6" fmla="*/ 7728469 w 12107117"/>
              <a:gd name="connsiteY6" fmla="*/ 8288609 h 8783970"/>
              <a:gd name="connsiteX7" fmla="*/ 5808248 w 12107117"/>
              <a:gd name="connsiteY7" fmla="*/ 8782048 h 8783970"/>
              <a:gd name="connsiteX8" fmla="*/ 2439238 w 12107117"/>
              <a:gd name="connsiteY8" fmla="*/ 5454203 h 8783970"/>
              <a:gd name="connsiteX9" fmla="*/ 2439238 w 12107117"/>
              <a:gd name="connsiteY9" fmla="*/ 5419777 h 8783970"/>
              <a:gd name="connsiteX10" fmla="*/ 1323901 w 12107117"/>
              <a:gd name="connsiteY10" fmla="*/ 3377168 h 8783970"/>
              <a:gd name="connsiteX11" fmla="*/ 1592 w 12107117"/>
              <a:gd name="connsiteY11" fmla="*/ 806694 h 8783970"/>
              <a:gd name="connsiteX12" fmla="*/ 77949 w 12107117"/>
              <a:gd name="connsiteY12" fmla="*/ 241019 h 8783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07117" h="8783970">
                <a:moveTo>
                  <a:pt x="147078" y="0"/>
                </a:moveTo>
                <a:lnTo>
                  <a:pt x="12107117" y="0"/>
                </a:lnTo>
                <a:lnTo>
                  <a:pt x="12107117" y="8081720"/>
                </a:lnTo>
                <a:lnTo>
                  <a:pt x="12053797" y="8102068"/>
                </a:lnTo>
                <a:cubicBezTo>
                  <a:pt x="11740757" y="8204203"/>
                  <a:pt x="11407935" y="8261355"/>
                  <a:pt x="11062985" y="8265658"/>
                </a:cubicBezTo>
                <a:cubicBezTo>
                  <a:pt x="10649045" y="8265658"/>
                  <a:pt x="10258101" y="8196807"/>
                  <a:pt x="9901653" y="8070578"/>
                </a:cubicBezTo>
                <a:cubicBezTo>
                  <a:pt x="9177259" y="7806645"/>
                  <a:pt x="8372375" y="7898448"/>
                  <a:pt x="7728469" y="8288609"/>
                </a:cubicBezTo>
                <a:cubicBezTo>
                  <a:pt x="7165051" y="8621394"/>
                  <a:pt x="6509646" y="8804999"/>
                  <a:pt x="5808248" y="8782048"/>
                </a:cubicBezTo>
                <a:cubicBezTo>
                  <a:pt x="4003011" y="8724672"/>
                  <a:pt x="2519726" y="7267305"/>
                  <a:pt x="2439238" y="5454203"/>
                </a:cubicBezTo>
                <a:cubicBezTo>
                  <a:pt x="2439238" y="5442728"/>
                  <a:pt x="2439238" y="5431252"/>
                  <a:pt x="2439238" y="5419777"/>
                </a:cubicBezTo>
                <a:cubicBezTo>
                  <a:pt x="2416241" y="4593553"/>
                  <a:pt x="2002301" y="3824706"/>
                  <a:pt x="1323901" y="3377168"/>
                </a:cubicBezTo>
                <a:cubicBezTo>
                  <a:pt x="496020" y="2826352"/>
                  <a:pt x="-32902" y="1873900"/>
                  <a:pt x="1592" y="806694"/>
                </a:cubicBezTo>
                <a:cubicBezTo>
                  <a:pt x="8779" y="613048"/>
                  <a:pt x="34830" y="423884"/>
                  <a:pt x="77949" y="24101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33688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32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9" r:id="rId2"/>
    <p:sldLayoutId id="2147483790" r:id="rId3"/>
    <p:sldLayoutId id="2147483793" r:id="rId4"/>
    <p:sldLayoutId id="2147483792" r:id="rId5"/>
    <p:sldLayoutId id="2147483791" r:id="rId6"/>
    <p:sldLayoutId id="2147483794" r:id="rId7"/>
    <p:sldLayoutId id="2147483803" r:id="rId8"/>
    <p:sldLayoutId id="2147483797" r:id="rId9"/>
    <p:sldLayoutId id="2147483798" r:id="rId10"/>
    <p:sldLayoutId id="2147483799" r:id="rId11"/>
    <p:sldLayoutId id="2147483801" r:id="rId12"/>
    <p:sldLayoutId id="2147483802" r:id="rId13"/>
    <p:sldLayoutId id="2147483818" r:id="rId14"/>
    <p:sldLayoutId id="2147483820" r:id="rId15"/>
    <p:sldLayoutId id="2147483796" r:id="rId16"/>
    <p:sldLayoutId id="2147483812" r:id="rId17"/>
    <p:sldLayoutId id="2147483815" r:id="rId18"/>
    <p:sldLayoutId id="2147483813" r:id="rId19"/>
    <p:sldLayoutId id="2147483814" r:id="rId20"/>
    <p:sldLayoutId id="2147483804" r:id="rId21"/>
    <p:sldLayoutId id="2147483808" r:id="rId22"/>
    <p:sldLayoutId id="2147483816" r:id="rId23"/>
    <p:sldLayoutId id="2147483819" r:id="rId24"/>
    <p:sldLayoutId id="2147483809" r:id="rId25"/>
    <p:sldLayoutId id="2147483811" r:id="rId26"/>
    <p:sldLayoutId id="2147483810" r:id="rId27"/>
    <p:sldLayoutId id="2147483795" r:id="rId28"/>
    <p:sldLayoutId id="2147483805" r:id="rId29"/>
    <p:sldLayoutId id="2147483806" r:id="rId30"/>
    <p:sldLayoutId id="2147483800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371661-4C82-3C5D-0877-0A9D2770E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5709455" y="6956335"/>
            <a:ext cx="7040630" cy="515414"/>
          </a:xfrm>
          <a:prstGeom prst="roundRect">
            <a:avLst>
              <a:gd name="adj" fmla="val 50000"/>
            </a:avLst>
          </a:prstGeom>
          <a:solidFill>
            <a:srgbClr val="056A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2023 Annual </a:t>
            </a:r>
            <a:r>
              <a:rPr lang="en-US" dirty="0"/>
              <a:t>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9260" y="4405975"/>
            <a:ext cx="446949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>
                <a:solidFill>
                  <a:schemeClr val="bg1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ANNUAL</a:t>
            </a:r>
            <a:endParaRPr lang="en-US" sz="8000" b="1" dirty="0">
              <a:solidFill>
                <a:srgbClr val="05A0FF"/>
              </a:solidFill>
              <a:latin typeface="Poppins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97280" y="1097280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rPr>
              <a:t>Tennessee, USA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7121" y="8569033"/>
            <a:ext cx="13573758" cy="34060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chemeClr val="bg1">
                    <a:alpha val="70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rPr>
              <a:t>Innovation with Impact.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03049" y="1097280"/>
            <a:ext cx="1598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rPr>
              <a:t>Presented by: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57791" y="1468513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b="1" dirty="0" err="1">
                <a:solidFill>
                  <a:schemeClr val="bg1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NeraTech</a:t>
            </a:r>
            <a:r>
              <a:rPr lang="en-US" sz="1800" b="1" dirty="0">
                <a:solidFill>
                  <a:schemeClr val="bg1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, LLC</a:t>
            </a:r>
          </a:p>
        </p:txBody>
      </p:sp>
    </p:spTree>
    <p:extLst>
      <p:ext uri="{BB962C8B-B14F-4D97-AF65-F5344CB8AC3E}">
        <p14:creationId xmlns:p14="http://schemas.microsoft.com/office/powerpoint/2010/main" val="2257875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97280" y="2082385"/>
            <a:ext cx="395653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Welcome To</a:t>
            </a:r>
            <a:r>
              <a:rPr lang="en-US" sz="3200" b="1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Annual Report!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1097280" y="4505577"/>
            <a:ext cx="2310938" cy="2310938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3901424" y="4876216"/>
            <a:ext cx="43281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i="1">
                <a:latin typeface="Lato" panose="020F0502020204030203" pitchFamily="34" charset="0"/>
                <a:ea typeface="Karla" pitchFamily="2" charset="0"/>
                <a:cs typeface="Baloo Chettan 2" panose="03080502040302020200" pitchFamily="66" charset="0"/>
              </a:rPr>
              <a:t>Hi, I’m Samantha.</a:t>
            </a:r>
          </a:p>
          <a:p>
            <a:r>
              <a:rPr lang="en-US" sz="3200" i="1">
                <a:latin typeface="Lato" panose="020F0502020204030203" pitchFamily="34" charset="0"/>
                <a:ea typeface="Karla" pitchFamily="2" charset="0"/>
                <a:cs typeface="Baloo Chettan 2" panose="03080502040302020200" pitchFamily="66" charset="0"/>
              </a:rPr>
              <a:t>Let me introduce annual report 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7537"/>
            <a:ext cx="6966065" cy="1354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15" name="Freeform 31"/>
          <p:cNvSpPr>
            <a:spLocks noEditPoints="1"/>
          </p:cNvSpPr>
          <p:nvPr/>
        </p:nvSpPr>
        <p:spPr bwMode="auto">
          <a:xfrm rot="10800000">
            <a:off x="5425455" y="4516713"/>
            <a:ext cx="347101" cy="253651"/>
          </a:xfrm>
          <a:custGeom>
            <a:avLst/>
            <a:gdLst>
              <a:gd name="T0" fmla="*/ 0 w 239"/>
              <a:gd name="T1" fmla="*/ 175 h 175"/>
              <a:gd name="T2" fmla="*/ 0 w 239"/>
              <a:gd name="T3" fmla="*/ 157 h 175"/>
              <a:gd name="T4" fmla="*/ 38 w 239"/>
              <a:gd name="T5" fmla="*/ 80 h 175"/>
              <a:gd name="T6" fmla="*/ 0 w 239"/>
              <a:gd name="T7" fmla="*/ 40 h 175"/>
              <a:gd name="T8" fmla="*/ 38 w 239"/>
              <a:gd name="T9" fmla="*/ 0 h 175"/>
              <a:gd name="T10" fmla="*/ 0 w 239"/>
              <a:gd name="T11" fmla="*/ 175 h 175"/>
              <a:gd name="T12" fmla="*/ 111 w 239"/>
              <a:gd name="T13" fmla="*/ 175 h 175"/>
              <a:gd name="T14" fmla="*/ 111 w 239"/>
              <a:gd name="T15" fmla="*/ 157 h 175"/>
              <a:gd name="T16" fmla="*/ 149 w 239"/>
              <a:gd name="T17" fmla="*/ 80 h 175"/>
              <a:gd name="T18" fmla="*/ 111 w 239"/>
              <a:gd name="T19" fmla="*/ 40 h 175"/>
              <a:gd name="T20" fmla="*/ 149 w 239"/>
              <a:gd name="T21" fmla="*/ 0 h 175"/>
              <a:gd name="T22" fmla="*/ 111 w 239"/>
              <a:gd name="T23" fmla="*/ 175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39" h="175">
                <a:moveTo>
                  <a:pt x="0" y="175"/>
                </a:moveTo>
                <a:cubicBezTo>
                  <a:pt x="0" y="157"/>
                  <a:pt x="0" y="157"/>
                  <a:pt x="0" y="157"/>
                </a:cubicBezTo>
                <a:cubicBezTo>
                  <a:pt x="51" y="157"/>
                  <a:pt x="77" y="80"/>
                  <a:pt x="38" y="80"/>
                </a:cubicBezTo>
                <a:cubicBezTo>
                  <a:pt x="17" y="80"/>
                  <a:pt x="0" y="62"/>
                  <a:pt x="0" y="40"/>
                </a:cubicBezTo>
                <a:cubicBezTo>
                  <a:pt x="0" y="18"/>
                  <a:pt x="17" y="0"/>
                  <a:pt x="38" y="0"/>
                </a:cubicBezTo>
                <a:cubicBezTo>
                  <a:pt x="128" y="0"/>
                  <a:pt x="92" y="175"/>
                  <a:pt x="0" y="175"/>
                </a:cubicBezTo>
                <a:close/>
                <a:moveTo>
                  <a:pt x="111" y="175"/>
                </a:moveTo>
                <a:cubicBezTo>
                  <a:pt x="111" y="157"/>
                  <a:pt x="111" y="157"/>
                  <a:pt x="111" y="157"/>
                </a:cubicBezTo>
                <a:cubicBezTo>
                  <a:pt x="163" y="157"/>
                  <a:pt x="188" y="80"/>
                  <a:pt x="149" y="80"/>
                </a:cubicBezTo>
                <a:cubicBezTo>
                  <a:pt x="128" y="80"/>
                  <a:pt x="111" y="62"/>
                  <a:pt x="111" y="40"/>
                </a:cubicBezTo>
                <a:cubicBezTo>
                  <a:pt x="111" y="18"/>
                  <a:pt x="128" y="0"/>
                  <a:pt x="149" y="0"/>
                </a:cubicBezTo>
                <a:cubicBezTo>
                  <a:pt x="239" y="0"/>
                  <a:pt x="203" y="175"/>
                  <a:pt x="111" y="1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3" name="Rounded Rectangle 2"/>
          <p:cNvSpPr/>
          <p:nvPr/>
        </p:nvSpPr>
        <p:spPr>
          <a:xfrm>
            <a:off x="9400540" y="2514261"/>
            <a:ext cx="7627620" cy="2256104"/>
          </a:xfrm>
          <a:prstGeom prst="roundRect">
            <a:avLst>
              <a:gd name="adj" fmla="val 6703"/>
            </a:avLst>
          </a:prstGeom>
          <a:gradFill>
            <a:gsLst>
              <a:gs pos="0">
                <a:srgbClr val="E5FAFF"/>
              </a:gs>
              <a:gs pos="84000">
                <a:schemeClr val="bg1"/>
              </a:gs>
            </a:gsLst>
            <a:lin ang="2700000" scaled="0"/>
          </a:gradFill>
          <a:ln>
            <a:noFill/>
          </a:ln>
          <a:effectLst>
            <a:outerShdw blurRad="355600" dist="381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43D479-5EC6-446A-A551-E06D525C8540}"/>
              </a:ext>
            </a:extLst>
          </p:cNvPr>
          <p:cNvSpPr txBox="1"/>
          <p:nvPr/>
        </p:nvSpPr>
        <p:spPr>
          <a:xfrm>
            <a:off x="10172079" y="3681687"/>
            <a:ext cx="1651098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algn="just">
              <a:lnSpc>
                <a:spcPct val="130000"/>
              </a:lnSpc>
              <a:spcAft>
                <a:spcPts val="600"/>
              </a:spcAft>
              <a:defRPr sz="1000">
                <a:solidFill>
                  <a:schemeClr val="bg1">
                    <a:lumMod val="6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Far </a:t>
            </a:r>
            <a:r>
              <a:rPr lang="en-US" sz="1400" dirty="0" err="1">
                <a:latin typeface="Poppins" panose="00000500000000000000" pitchFamily="2" charset="0"/>
                <a:cs typeface="Poppins" panose="00000500000000000000" pitchFamily="2" charset="0"/>
              </a:rPr>
              <a:t>far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 away, behind the word</a:t>
            </a:r>
            <a:endParaRPr lang="id-ID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B921FE-2F6F-41E7-B4F6-F8EFCABC885A}"/>
              </a:ext>
            </a:extLst>
          </p:cNvPr>
          <p:cNvSpPr txBox="1"/>
          <p:nvPr/>
        </p:nvSpPr>
        <p:spPr>
          <a:xfrm>
            <a:off x="10172078" y="2978664"/>
            <a:ext cx="1651099" cy="85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algn="just">
              <a:lnSpc>
                <a:spcPct val="130000"/>
              </a:lnSpc>
              <a:spcAft>
                <a:spcPts val="600"/>
              </a:spcAft>
              <a:defRPr sz="1000">
                <a:solidFill>
                  <a:schemeClr val="bg1">
                    <a:lumMod val="6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id-ID" sz="3800" dirty="0">
                <a:solidFill>
                  <a:schemeClr val="accent2"/>
                </a:solidFill>
                <a:latin typeface="Titillium Web SemiBold" panose="00000700000000000000" pitchFamily="2" charset="0"/>
              </a:rPr>
              <a:t>240K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179300" y="2189645"/>
            <a:ext cx="2070100" cy="2905336"/>
          </a:xfrm>
          <a:prstGeom prst="roundRect">
            <a:avLst>
              <a:gd name="adj" fmla="val 3049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  <a:ln>
            <a:noFill/>
          </a:ln>
          <a:effectLst>
            <a:outerShdw blurRad="355600" dist="38100" dir="5400000" algn="t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179EE7-C01B-4EBC-AE3B-9AFF9F1E9304}"/>
              </a:ext>
            </a:extLst>
          </p:cNvPr>
          <p:cNvSpPr txBox="1"/>
          <p:nvPr/>
        </p:nvSpPr>
        <p:spPr>
          <a:xfrm>
            <a:off x="14605525" y="3681687"/>
            <a:ext cx="1651098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algn="just">
              <a:lnSpc>
                <a:spcPct val="130000"/>
              </a:lnSpc>
              <a:spcAft>
                <a:spcPts val="600"/>
              </a:spcAft>
              <a:defRPr sz="1000">
                <a:solidFill>
                  <a:schemeClr val="bg1">
                    <a:lumMod val="6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Far </a:t>
            </a:r>
            <a:r>
              <a:rPr lang="en-US" sz="1400" dirty="0" err="1">
                <a:latin typeface="Poppins" panose="00000500000000000000" pitchFamily="2" charset="0"/>
                <a:cs typeface="Poppins" panose="00000500000000000000" pitchFamily="2" charset="0"/>
              </a:rPr>
              <a:t>far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 away, behind the word</a:t>
            </a:r>
            <a:endParaRPr lang="id-ID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03BDD7-3CD6-4EF9-B057-E2F536AFCD0C}"/>
              </a:ext>
            </a:extLst>
          </p:cNvPr>
          <p:cNvSpPr txBox="1"/>
          <p:nvPr/>
        </p:nvSpPr>
        <p:spPr>
          <a:xfrm>
            <a:off x="14605524" y="2978664"/>
            <a:ext cx="1651099" cy="85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algn="just">
              <a:lnSpc>
                <a:spcPct val="130000"/>
              </a:lnSpc>
              <a:spcAft>
                <a:spcPts val="600"/>
              </a:spcAft>
              <a:defRPr sz="1000">
                <a:solidFill>
                  <a:schemeClr val="bg1">
                    <a:lumMod val="6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id-ID" sz="3800" dirty="0">
                <a:solidFill>
                  <a:schemeClr val="accent2"/>
                </a:solidFill>
                <a:latin typeface="Titillium Web SemiBold" panose="00000700000000000000" pitchFamily="2" charset="0"/>
              </a:rPr>
              <a:t>1460+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5988912" y="2149509"/>
            <a:ext cx="818632" cy="81863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 12"/>
          <p:cNvSpPr>
            <a:spLocks noEditPoints="1"/>
          </p:cNvSpPr>
          <p:nvPr/>
        </p:nvSpPr>
        <p:spPr bwMode="auto">
          <a:xfrm>
            <a:off x="16224491" y="2385087"/>
            <a:ext cx="347472" cy="347472"/>
          </a:xfrm>
          <a:custGeom>
            <a:avLst/>
            <a:gdLst>
              <a:gd name="T0" fmla="*/ 229 w 265"/>
              <a:gd name="T1" fmla="*/ 152 h 265"/>
              <a:gd name="T2" fmla="*/ 229 w 265"/>
              <a:gd name="T3" fmla="*/ 150 h 265"/>
              <a:gd name="T4" fmla="*/ 115 w 265"/>
              <a:gd name="T5" fmla="*/ 265 h 265"/>
              <a:gd name="T6" fmla="*/ 0 w 265"/>
              <a:gd name="T7" fmla="*/ 150 h 265"/>
              <a:gd name="T8" fmla="*/ 115 w 265"/>
              <a:gd name="T9" fmla="*/ 36 h 265"/>
              <a:gd name="T10" fmla="*/ 115 w 265"/>
              <a:gd name="T11" fmla="*/ 152 h 265"/>
              <a:gd name="T12" fmla="*/ 229 w 265"/>
              <a:gd name="T13" fmla="*/ 152 h 265"/>
              <a:gd name="T14" fmla="*/ 151 w 265"/>
              <a:gd name="T15" fmla="*/ 116 h 265"/>
              <a:gd name="T16" fmla="*/ 151 w 265"/>
              <a:gd name="T17" fmla="*/ 0 h 265"/>
              <a:gd name="T18" fmla="*/ 265 w 265"/>
              <a:gd name="T19" fmla="*/ 114 h 265"/>
              <a:gd name="T20" fmla="*/ 265 w 265"/>
              <a:gd name="T21" fmla="*/ 116 h 265"/>
              <a:gd name="T22" fmla="*/ 151 w 265"/>
              <a:gd name="T23" fmla="*/ 116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5" h="265">
                <a:moveTo>
                  <a:pt x="229" y="152"/>
                </a:moveTo>
                <a:cubicBezTo>
                  <a:pt x="229" y="151"/>
                  <a:pt x="229" y="150"/>
                  <a:pt x="229" y="150"/>
                </a:cubicBezTo>
                <a:cubicBezTo>
                  <a:pt x="229" y="214"/>
                  <a:pt x="178" y="265"/>
                  <a:pt x="115" y="265"/>
                </a:cubicBezTo>
                <a:cubicBezTo>
                  <a:pt x="51" y="265"/>
                  <a:pt x="0" y="214"/>
                  <a:pt x="0" y="150"/>
                </a:cubicBezTo>
                <a:cubicBezTo>
                  <a:pt x="0" y="87"/>
                  <a:pt x="51" y="36"/>
                  <a:pt x="115" y="36"/>
                </a:cubicBezTo>
                <a:cubicBezTo>
                  <a:pt x="115" y="152"/>
                  <a:pt x="115" y="152"/>
                  <a:pt x="115" y="152"/>
                </a:cubicBezTo>
                <a:lnTo>
                  <a:pt x="229" y="152"/>
                </a:lnTo>
                <a:close/>
                <a:moveTo>
                  <a:pt x="151" y="116"/>
                </a:moveTo>
                <a:cubicBezTo>
                  <a:pt x="151" y="0"/>
                  <a:pt x="151" y="0"/>
                  <a:pt x="151" y="0"/>
                </a:cubicBezTo>
                <a:cubicBezTo>
                  <a:pt x="214" y="0"/>
                  <a:pt x="265" y="51"/>
                  <a:pt x="265" y="114"/>
                </a:cubicBezTo>
                <a:cubicBezTo>
                  <a:pt x="265" y="115"/>
                  <a:pt x="265" y="115"/>
                  <a:pt x="265" y="116"/>
                </a:cubicBezTo>
                <a:lnTo>
                  <a:pt x="151" y="11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grpSp>
        <p:nvGrpSpPr>
          <p:cNvPr id="34" name="Group 33"/>
          <p:cNvGrpSpPr/>
          <p:nvPr/>
        </p:nvGrpSpPr>
        <p:grpSpPr>
          <a:xfrm rot="16200000">
            <a:off x="12069645" y="2299299"/>
            <a:ext cx="2289408" cy="2070101"/>
            <a:chOff x="15072393" y="3848801"/>
            <a:chExt cx="1930873" cy="1745911"/>
          </a:xfrm>
        </p:grpSpPr>
        <p:sp>
          <p:nvSpPr>
            <p:cNvPr id="35" name="Freeform: Shape 143">
              <a:extLst>
                <a:ext uri="{FF2B5EF4-FFF2-40B4-BE49-F238E27FC236}">
                  <a16:creationId xmlns:a16="http://schemas.microsoft.com/office/drawing/2014/main" id="{F4D93E69-1EFE-4F72-BD4F-5CA536EF1F0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5164874" y="3756320"/>
              <a:ext cx="1745911" cy="1930873"/>
            </a:xfrm>
            <a:custGeom>
              <a:avLst/>
              <a:gdLst>
                <a:gd name="connsiteX0" fmla="*/ 0 w 1482338"/>
                <a:gd name="connsiteY0" fmla="*/ 1355533 h 1700566"/>
                <a:gd name="connsiteX1" fmla="*/ 0 w 1482338"/>
                <a:gd name="connsiteY1" fmla="*/ 38630 h 1700566"/>
                <a:gd name="connsiteX2" fmla="*/ 38630 w 1482338"/>
                <a:gd name="connsiteY2" fmla="*/ 0 h 1700566"/>
                <a:gd name="connsiteX3" fmla="*/ 1443708 w 1482338"/>
                <a:gd name="connsiteY3" fmla="*/ 0 h 1700566"/>
                <a:gd name="connsiteX4" fmla="*/ 1482338 w 1482338"/>
                <a:gd name="connsiteY4" fmla="*/ 38630 h 1700566"/>
                <a:gd name="connsiteX5" fmla="*/ 1482338 w 1482338"/>
                <a:gd name="connsiteY5" fmla="*/ 1367645 h 1700566"/>
                <a:gd name="connsiteX6" fmla="*/ 1455444 w 1482338"/>
                <a:gd name="connsiteY6" fmla="*/ 1381028 h 1700566"/>
                <a:gd name="connsiteX7" fmla="*/ 871659 w 1482338"/>
                <a:gd name="connsiteY7" fmla="*/ 1671519 h 1700566"/>
                <a:gd name="connsiteX8" fmla="*/ 635021 w 1482338"/>
                <a:gd name="connsiteY8" fmla="*/ 1671519 h 1700566"/>
                <a:gd name="connsiteX9" fmla="*/ 55671 w 1482338"/>
                <a:gd name="connsiteY9" fmla="*/ 1383234 h 170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338" h="1700566">
                  <a:moveTo>
                    <a:pt x="0" y="1355533"/>
                  </a:moveTo>
                  <a:lnTo>
                    <a:pt x="0" y="38630"/>
                  </a:lnTo>
                  <a:cubicBezTo>
                    <a:pt x="0" y="17295"/>
                    <a:pt x="17295" y="0"/>
                    <a:pt x="38630" y="0"/>
                  </a:cubicBezTo>
                  <a:lnTo>
                    <a:pt x="1443708" y="0"/>
                  </a:lnTo>
                  <a:cubicBezTo>
                    <a:pt x="1465043" y="0"/>
                    <a:pt x="1482338" y="17295"/>
                    <a:pt x="1482338" y="38630"/>
                  </a:cubicBezTo>
                  <a:lnTo>
                    <a:pt x="1482338" y="1367645"/>
                  </a:lnTo>
                  <a:lnTo>
                    <a:pt x="1455444" y="1381028"/>
                  </a:lnTo>
                  <a:cubicBezTo>
                    <a:pt x="1327708" y="1444589"/>
                    <a:pt x="1141910" y="1537042"/>
                    <a:pt x="871659" y="1671519"/>
                  </a:cubicBezTo>
                  <a:cubicBezTo>
                    <a:pt x="798516" y="1710249"/>
                    <a:pt x="708164" y="1710249"/>
                    <a:pt x="635021" y="1671519"/>
                  </a:cubicBezTo>
                  <a:cubicBezTo>
                    <a:pt x="635021" y="1671519"/>
                    <a:pt x="635021" y="1671519"/>
                    <a:pt x="55671" y="1383234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9600" b="1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  <p:sp>
          <p:nvSpPr>
            <p:cNvPr id="36" name="Freeform: Shape 144">
              <a:extLst>
                <a:ext uri="{FF2B5EF4-FFF2-40B4-BE49-F238E27FC236}">
                  <a16:creationId xmlns:a16="http://schemas.microsoft.com/office/drawing/2014/main" id="{94F26F7C-EE4A-4680-9AFE-DC824A32C5B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5515086" y="4106533"/>
              <a:ext cx="1745911" cy="1230448"/>
            </a:xfrm>
            <a:custGeom>
              <a:avLst/>
              <a:gdLst>
                <a:gd name="connsiteX0" fmla="*/ 0 w 1482338"/>
                <a:gd name="connsiteY0" fmla="*/ 738652 h 1083685"/>
                <a:gd name="connsiteX1" fmla="*/ 0 w 1482338"/>
                <a:gd name="connsiteY1" fmla="*/ 38630 h 1083685"/>
                <a:gd name="connsiteX2" fmla="*/ 38630 w 1482338"/>
                <a:gd name="connsiteY2" fmla="*/ 0 h 1083685"/>
                <a:gd name="connsiteX3" fmla="*/ 1443708 w 1482338"/>
                <a:gd name="connsiteY3" fmla="*/ 0 h 1083685"/>
                <a:gd name="connsiteX4" fmla="*/ 1482338 w 1482338"/>
                <a:gd name="connsiteY4" fmla="*/ 38630 h 1083685"/>
                <a:gd name="connsiteX5" fmla="*/ 1482338 w 1482338"/>
                <a:gd name="connsiteY5" fmla="*/ 750764 h 1083685"/>
                <a:gd name="connsiteX6" fmla="*/ 1455444 w 1482338"/>
                <a:gd name="connsiteY6" fmla="*/ 764147 h 1083685"/>
                <a:gd name="connsiteX7" fmla="*/ 871659 w 1482338"/>
                <a:gd name="connsiteY7" fmla="*/ 1054639 h 1083685"/>
                <a:gd name="connsiteX8" fmla="*/ 635021 w 1482338"/>
                <a:gd name="connsiteY8" fmla="*/ 1054639 h 1083685"/>
                <a:gd name="connsiteX9" fmla="*/ 55671 w 1482338"/>
                <a:gd name="connsiteY9" fmla="*/ 766354 h 1083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338" h="1083685">
                  <a:moveTo>
                    <a:pt x="0" y="738652"/>
                  </a:moveTo>
                  <a:lnTo>
                    <a:pt x="0" y="38630"/>
                  </a:lnTo>
                  <a:cubicBezTo>
                    <a:pt x="0" y="17295"/>
                    <a:pt x="17295" y="0"/>
                    <a:pt x="38630" y="0"/>
                  </a:cubicBezTo>
                  <a:lnTo>
                    <a:pt x="1443708" y="0"/>
                  </a:lnTo>
                  <a:cubicBezTo>
                    <a:pt x="1465043" y="0"/>
                    <a:pt x="1482338" y="17295"/>
                    <a:pt x="1482338" y="38630"/>
                  </a:cubicBezTo>
                  <a:lnTo>
                    <a:pt x="1482338" y="750764"/>
                  </a:lnTo>
                  <a:lnTo>
                    <a:pt x="1455444" y="764147"/>
                  </a:lnTo>
                  <a:cubicBezTo>
                    <a:pt x="1327708" y="827709"/>
                    <a:pt x="1141910" y="920162"/>
                    <a:pt x="871659" y="1054639"/>
                  </a:cubicBezTo>
                  <a:cubicBezTo>
                    <a:pt x="798516" y="1093368"/>
                    <a:pt x="708164" y="1093368"/>
                    <a:pt x="635021" y="1054639"/>
                  </a:cubicBezTo>
                  <a:cubicBezTo>
                    <a:pt x="635021" y="1054639"/>
                    <a:pt x="635021" y="1054639"/>
                    <a:pt x="55671" y="766354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9600" b="1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FC9338B-0428-48B9-B157-2C964A3CD878}"/>
              </a:ext>
            </a:extLst>
          </p:cNvPr>
          <p:cNvSpPr txBox="1"/>
          <p:nvPr/>
        </p:nvSpPr>
        <p:spPr>
          <a:xfrm>
            <a:off x="12388802" y="3681687"/>
            <a:ext cx="1651098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algn="just">
              <a:lnSpc>
                <a:spcPct val="130000"/>
              </a:lnSpc>
              <a:spcAft>
                <a:spcPts val="600"/>
              </a:spcAft>
              <a:defRPr sz="1000">
                <a:solidFill>
                  <a:schemeClr val="bg1">
                    <a:lumMod val="6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Far </a:t>
            </a:r>
            <a:r>
              <a:rPr lang="en-US" sz="14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far</a:t>
            </a:r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away, behind the word</a:t>
            </a:r>
            <a:endParaRPr lang="id-ID" sz="1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5E3139-3F2D-4E31-B2D5-8E2C011F9035}"/>
              </a:ext>
            </a:extLst>
          </p:cNvPr>
          <p:cNvSpPr txBox="1"/>
          <p:nvPr/>
        </p:nvSpPr>
        <p:spPr>
          <a:xfrm>
            <a:off x="12388801" y="2978664"/>
            <a:ext cx="1651099" cy="85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algn="just">
              <a:lnSpc>
                <a:spcPct val="130000"/>
              </a:lnSpc>
              <a:spcAft>
                <a:spcPts val="600"/>
              </a:spcAft>
              <a:defRPr sz="1000">
                <a:solidFill>
                  <a:schemeClr val="bg1">
                    <a:lumMod val="6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id-ID" sz="3800" dirty="0">
                <a:solidFill>
                  <a:schemeClr val="bg1"/>
                </a:solidFill>
                <a:latin typeface="Titillium Web SemiBold" panose="00000700000000000000" pitchFamily="2" charset="0"/>
              </a:rPr>
              <a:t>99,9%</a:t>
            </a:r>
          </a:p>
        </p:txBody>
      </p:sp>
    </p:spTree>
    <p:extLst>
      <p:ext uri="{BB962C8B-B14F-4D97-AF65-F5344CB8AC3E}">
        <p14:creationId xmlns:p14="http://schemas.microsoft.com/office/powerpoint/2010/main" val="287028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97280" y="1670318"/>
            <a:ext cx="4059125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What Is</a:t>
            </a:r>
            <a:r>
              <a:rPr lang="en-US" sz="3200" b="1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Annual Report?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1095307" y="3789986"/>
            <a:ext cx="38767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i="1">
                <a:latin typeface="Lato" panose="020F0502020204030203" pitchFamily="34" charset="0"/>
                <a:ea typeface="Karla" pitchFamily="2" charset="0"/>
                <a:cs typeface="Baloo Chettan 2" panose="03080502040302020200" pitchFamily="66" charset="0"/>
              </a:rPr>
              <a:t>The Key To Success Is To Focus On Goals, Not Obstacles. </a:t>
            </a:r>
            <a:endParaRPr lang="en-US" sz="2200" i="1" dirty="0">
              <a:latin typeface="Lato" panose="020F0502020204030203" pitchFamily="34" charset="0"/>
              <a:ea typeface="Karla" pitchFamily="2" charset="0"/>
              <a:cs typeface="Baloo Chettan 2" panose="03080502040302020200" pitchFamily="66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97279" y="4660772"/>
            <a:ext cx="68829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64959" y="7024910"/>
            <a:ext cx="9751473" cy="2638635"/>
          </a:xfrm>
          <a:prstGeom prst="roundRect">
            <a:avLst>
              <a:gd name="adj" fmla="val 2255"/>
            </a:avLst>
          </a:prstGeom>
          <a:gradFill>
            <a:gsLst>
              <a:gs pos="0">
                <a:srgbClr val="E5FAFF"/>
              </a:gs>
              <a:gs pos="84000">
                <a:schemeClr val="bg1"/>
              </a:gs>
            </a:gsLst>
            <a:lin ang="2700000" scaled="0"/>
          </a:gradFill>
          <a:ln>
            <a:noFill/>
          </a:ln>
          <a:effectLst>
            <a:outerShdw blurRad="355600" dist="381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7160962" y="7684513"/>
            <a:ext cx="2733981" cy="1583476"/>
            <a:chOff x="11670355" y="7606244"/>
            <a:chExt cx="2733981" cy="1583476"/>
          </a:xfrm>
        </p:grpSpPr>
        <p:sp>
          <p:nvSpPr>
            <p:cNvPr id="52" name="TextBox 51"/>
            <p:cNvSpPr txBox="1"/>
            <p:nvPr/>
          </p:nvSpPr>
          <p:spPr>
            <a:xfrm>
              <a:off x="11670355" y="8092654"/>
              <a:ext cx="2004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Support Aplication</a:t>
              </a:r>
              <a:endParaRPr lang="en-US" sz="1800" b="1" dirty="0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1670355" y="8451056"/>
              <a:ext cx="273398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sz="140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Lorem Ipsum is simply dummy text of the printing.</a:t>
              </a:r>
            </a:p>
          </p:txBody>
        </p:sp>
        <p:sp>
          <p:nvSpPr>
            <p:cNvPr id="54" name="Google Shape;126;p7"/>
            <p:cNvSpPr/>
            <p:nvPr/>
          </p:nvSpPr>
          <p:spPr>
            <a:xfrm>
              <a:off x="11785366" y="7606244"/>
              <a:ext cx="347472" cy="347472"/>
            </a:xfrm>
            <a:custGeom>
              <a:avLst/>
              <a:gdLst/>
              <a:ahLst/>
              <a:cxnLst/>
              <a:rect l="l" t="t" r="r" b="b"/>
              <a:pathLst>
                <a:path w="5929" h="5947" extrusionOk="0">
                  <a:moveTo>
                    <a:pt x="784" y="4940"/>
                  </a:moveTo>
                  <a:lnTo>
                    <a:pt x="839" y="4958"/>
                  </a:lnTo>
                  <a:lnTo>
                    <a:pt x="933" y="5014"/>
                  </a:lnTo>
                  <a:lnTo>
                    <a:pt x="989" y="5107"/>
                  </a:lnTo>
                  <a:lnTo>
                    <a:pt x="1007" y="5145"/>
                  </a:lnTo>
                  <a:lnTo>
                    <a:pt x="1007" y="5201"/>
                  </a:lnTo>
                  <a:lnTo>
                    <a:pt x="1007" y="5257"/>
                  </a:lnTo>
                  <a:lnTo>
                    <a:pt x="989" y="5313"/>
                  </a:lnTo>
                  <a:lnTo>
                    <a:pt x="933" y="5406"/>
                  </a:lnTo>
                  <a:lnTo>
                    <a:pt x="839" y="5462"/>
                  </a:lnTo>
                  <a:lnTo>
                    <a:pt x="784" y="5480"/>
                  </a:lnTo>
                  <a:lnTo>
                    <a:pt x="672" y="5480"/>
                  </a:lnTo>
                  <a:lnTo>
                    <a:pt x="634" y="5462"/>
                  </a:lnTo>
                  <a:lnTo>
                    <a:pt x="541" y="5406"/>
                  </a:lnTo>
                  <a:lnTo>
                    <a:pt x="485" y="5313"/>
                  </a:lnTo>
                  <a:lnTo>
                    <a:pt x="467" y="5257"/>
                  </a:lnTo>
                  <a:lnTo>
                    <a:pt x="448" y="5201"/>
                  </a:lnTo>
                  <a:lnTo>
                    <a:pt x="467" y="5145"/>
                  </a:lnTo>
                  <a:lnTo>
                    <a:pt x="485" y="5107"/>
                  </a:lnTo>
                  <a:lnTo>
                    <a:pt x="541" y="5014"/>
                  </a:lnTo>
                  <a:lnTo>
                    <a:pt x="634" y="4958"/>
                  </a:lnTo>
                  <a:lnTo>
                    <a:pt x="672" y="4940"/>
                  </a:lnTo>
                  <a:close/>
                  <a:moveTo>
                    <a:pt x="206" y="2610"/>
                  </a:moveTo>
                  <a:lnTo>
                    <a:pt x="168" y="2628"/>
                  </a:lnTo>
                  <a:lnTo>
                    <a:pt x="75" y="2684"/>
                  </a:lnTo>
                  <a:lnTo>
                    <a:pt x="19" y="2777"/>
                  </a:lnTo>
                  <a:lnTo>
                    <a:pt x="1" y="2833"/>
                  </a:lnTo>
                  <a:lnTo>
                    <a:pt x="1" y="2889"/>
                  </a:lnTo>
                  <a:lnTo>
                    <a:pt x="1" y="5667"/>
                  </a:lnTo>
                  <a:lnTo>
                    <a:pt x="1" y="5723"/>
                  </a:lnTo>
                  <a:lnTo>
                    <a:pt x="19" y="5779"/>
                  </a:lnTo>
                  <a:lnTo>
                    <a:pt x="75" y="5872"/>
                  </a:lnTo>
                  <a:lnTo>
                    <a:pt x="168" y="5928"/>
                  </a:lnTo>
                  <a:lnTo>
                    <a:pt x="206" y="5946"/>
                  </a:lnTo>
                  <a:lnTo>
                    <a:pt x="1250" y="5946"/>
                  </a:lnTo>
                  <a:lnTo>
                    <a:pt x="1305" y="5928"/>
                  </a:lnTo>
                  <a:lnTo>
                    <a:pt x="1399" y="5872"/>
                  </a:lnTo>
                  <a:lnTo>
                    <a:pt x="1455" y="5779"/>
                  </a:lnTo>
                  <a:lnTo>
                    <a:pt x="1473" y="5723"/>
                  </a:lnTo>
                  <a:lnTo>
                    <a:pt x="1473" y="5667"/>
                  </a:lnTo>
                  <a:lnTo>
                    <a:pt x="1473" y="2889"/>
                  </a:lnTo>
                  <a:lnTo>
                    <a:pt x="1473" y="2833"/>
                  </a:lnTo>
                  <a:lnTo>
                    <a:pt x="1455" y="2777"/>
                  </a:lnTo>
                  <a:lnTo>
                    <a:pt x="1399" y="2684"/>
                  </a:lnTo>
                  <a:lnTo>
                    <a:pt x="1305" y="2628"/>
                  </a:lnTo>
                  <a:lnTo>
                    <a:pt x="1250" y="2610"/>
                  </a:lnTo>
                  <a:close/>
                  <a:moveTo>
                    <a:pt x="3617" y="0"/>
                  </a:moveTo>
                  <a:lnTo>
                    <a:pt x="3524" y="19"/>
                  </a:lnTo>
                  <a:lnTo>
                    <a:pt x="3468" y="75"/>
                  </a:lnTo>
                  <a:lnTo>
                    <a:pt x="3393" y="168"/>
                  </a:lnTo>
                  <a:lnTo>
                    <a:pt x="3337" y="261"/>
                  </a:lnTo>
                  <a:lnTo>
                    <a:pt x="3263" y="485"/>
                  </a:lnTo>
                  <a:lnTo>
                    <a:pt x="3225" y="671"/>
                  </a:lnTo>
                  <a:lnTo>
                    <a:pt x="3169" y="858"/>
                  </a:lnTo>
                  <a:lnTo>
                    <a:pt x="3114" y="1044"/>
                  </a:lnTo>
                  <a:lnTo>
                    <a:pt x="3039" y="1212"/>
                  </a:lnTo>
                  <a:lnTo>
                    <a:pt x="2983" y="1286"/>
                  </a:lnTo>
                  <a:lnTo>
                    <a:pt x="2927" y="1361"/>
                  </a:lnTo>
                  <a:lnTo>
                    <a:pt x="2797" y="1510"/>
                  </a:lnTo>
                  <a:lnTo>
                    <a:pt x="2666" y="1659"/>
                  </a:lnTo>
                  <a:lnTo>
                    <a:pt x="2442" y="1995"/>
                  </a:lnTo>
                  <a:lnTo>
                    <a:pt x="2200" y="2330"/>
                  </a:lnTo>
                  <a:lnTo>
                    <a:pt x="2051" y="2498"/>
                  </a:lnTo>
                  <a:lnTo>
                    <a:pt x="1883" y="2666"/>
                  </a:lnTo>
                  <a:lnTo>
                    <a:pt x="1865" y="2722"/>
                  </a:lnTo>
                  <a:lnTo>
                    <a:pt x="1846" y="2777"/>
                  </a:lnTo>
                  <a:lnTo>
                    <a:pt x="1846" y="5257"/>
                  </a:lnTo>
                  <a:lnTo>
                    <a:pt x="1865" y="5313"/>
                  </a:lnTo>
                  <a:lnTo>
                    <a:pt x="1883" y="5350"/>
                  </a:lnTo>
                  <a:lnTo>
                    <a:pt x="1939" y="5387"/>
                  </a:lnTo>
                  <a:lnTo>
                    <a:pt x="1995" y="5387"/>
                  </a:lnTo>
                  <a:lnTo>
                    <a:pt x="2126" y="5406"/>
                  </a:lnTo>
                  <a:lnTo>
                    <a:pt x="2293" y="5462"/>
                  </a:lnTo>
                  <a:lnTo>
                    <a:pt x="2592" y="5573"/>
                  </a:lnTo>
                  <a:lnTo>
                    <a:pt x="2890" y="5704"/>
                  </a:lnTo>
                  <a:lnTo>
                    <a:pt x="3225" y="5816"/>
                  </a:lnTo>
                  <a:lnTo>
                    <a:pt x="3393" y="5872"/>
                  </a:lnTo>
                  <a:lnTo>
                    <a:pt x="3580" y="5909"/>
                  </a:lnTo>
                  <a:lnTo>
                    <a:pt x="3785" y="5946"/>
                  </a:lnTo>
                  <a:lnTo>
                    <a:pt x="4400" y="5946"/>
                  </a:lnTo>
                  <a:lnTo>
                    <a:pt x="4586" y="5928"/>
                  </a:lnTo>
                  <a:lnTo>
                    <a:pt x="4772" y="5909"/>
                  </a:lnTo>
                  <a:lnTo>
                    <a:pt x="4940" y="5853"/>
                  </a:lnTo>
                  <a:lnTo>
                    <a:pt x="5108" y="5797"/>
                  </a:lnTo>
                  <a:lnTo>
                    <a:pt x="5238" y="5723"/>
                  </a:lnTo>
                  <a:lnTo>
                    <a:pt x="5332" y="5611"/>
                  </a:lnTo>
                  <a:lnTo>
                    <a:pt x="5388" y="5499"/>
                  </a:lnTo>
                  <a:lnTo>
                    <a:pt x="5425" y="5368"/>
                  </a:lnTo>
                  <a:lnTo>
                    <a:pt x="5425" y="5238"/>
                  </a:lnTo>
                  <a:lnTo>
                    <a:pt x="5406" y="5089"/>
                  </a:lnTo>
                  <a:lnTo>
                    <a:pt x="5481" y="4996"/>
                  </a:lnTo>
                  <a:lnTo>
                    <a:pt x="5537" y="4902"/>
                  </a:lnTo>
                  <a:lnTo>
                    <a:pt x="5574" y="4809"/>
                  </a:lnTo>
                  <a:lnTo>
                    <a:pt x="5611" y="4697"/>
                  </a:lnTo>
                  <a:lnTo>
                    <a:pt x="5630" y="4567"/>
                  </a:lnTo>
                  <a:lnTo>
                    <a:pt x="5630" y="4455"/>
                  </a:lnTo>
                  <a:lnTo>
                    <a:pt x="5630" y="4325"/>
                  </a:lnTo>
                  <a:lnTo>
                    <a:pt x="5593" y="4213"/>
                  </a:lnTo>
                  <a:lnTo>
                    <a:pt x="5667" y="4101"/>
                  </a:lnTo>
                  <a:lnTo>
                    <a:pt x="5723" y="3989"/>
                  </a:lnTo>
                  <a:lnTo>
                    <a:pt x="5742" y="3877"/>
                  </a:lnTo>
                  <a:lnTo>
                    <a:pt x="5779" y="3747"/>
                  </a:lnTo>
                  <a:lnTo>
                    <a:pt x="5779" y="3635"/>
                  </a:lnTo>
                  <a:lnTo>
                    <a:pt x="5760" y="3523"/>
                  </a:lnTo>
                  <a:lnTo>
                    <a:pt x="5742" y="3393"/>
                  </a:lnTo>
                  <a:lnTo>
                    <a:pt x="5704" y="3299"/>
                  </a:lnTo>
                  <a:lnTo>
                    <a:pt x="5798" y="3169"/>
                  </a:lnTo>
                  <a:lnTo>
                    <a:pt x="5872" y="3038"/>
                  </a:lnTo>
                  <a:lnTo>
                    <a:pt x="5909" y="2889"/>
                  </a:lnTo>
                  <a:lnTo>
                    <a:pt x="5928" y="2722"/>
                  </a:lnTo>
                  <a:lnTo>
                    <a:pt x="5909" y="2591"/>
                  </a:lnTo>
                  <a:lnTo>
                    <a:pt x="5872" y="2461"/>
                  </a:lnTo>
                  <a:lnTo>
                    <a:pt x="5816" y="2349"/>
                  </a:lnTo>
                  <a:lnTo>
                    <a:pt x="5723" y="2256"/>
                  </a:lnTo>
                  <a:lnTo>
                    <a:pt x="5630" y="2162"/>
                  </a:lnTo>
                  <a:lnTo>
                    <a:pt x="5518" y="2106"/>
                  </a:lnTo>
                  <a:lnTo>
                    <a:pt x="5388" y="2069"/>
                  </a:lnTo>
                  <a:lnTo>
                    <a:pt x="5238" y="2051"/>
                  </a:lnTo>
                  <a:lnTo>
                    <a:pt x="4064" y="2051"/>
                  </a:lnTo>
                  <a:lnTo>
                    <a:pt x="4101" y="1920"/>
                  </a:lnTo>
                  <a:lnTo>
                    <a:pt x="4157" y="1808"/>
                  </a:lnTo>
                  <a:lnTo>
                    <a:pt x="4288" y="1566"/>
                  </a:lnTo>
                  <a:lnTo>
                    <a:pt x="4344" y="1435"/>
                  </a:lnTo>
                  <a:lnTo>
                    <a:pt x="4400" y="1286"/>
                  </a:lnTo>
                  <a:lnTo>
                    <a:pt x="4437" y="1119"/>
                  </a:lnTo>
                  <a:lnTo>
                    <a:pt x="4456" y="951"/>
                  </a:lnTo>
                  <a:lnTo>
                    <a:pt x="4437" y="802"/>
                  </a:lnTo>
                  <a:lnTo>
                    <a:pt x="4418" y="671"/>
                  </a:lnTo>
                  <a:lnTo>
                    <a:pt x="4400" y="541"/>
                  </a:lnTo>
                  <a:lnTo>
                    <a:pt x="4362" y="447"/>
                  </a:lnTo>
                  <a:lnTo>
                    <a:pt x="4306" y="354"/>
                  </a:lnTo>
                  <a:lnTo>
                    <a:pt x="4251" y="280"/>
                  </a:lnTo>
                  <a:lnTo>
                    <a:pt x="4195" y="205"/>
                  </a:lnTo>
                  <a:lnTo>
                    <a:pt x="4139" y="168"/>
                  </a:lnTo>
                  <a:lnTo>
                    <a:pt x="3990" y="75"/>
                  </a:lnTo>
                  <a:lnTo>
                    <a:pt x="3859" y="37"/>
                  </a:lnTo>
                  <a:lnTo>
                    <a:pt x="3729" y="19"/>
                  </a:lnTo>
                  <a:lnTo>
                    <a:pt x="36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0153758" y="7715034"/>
            <a:ext cx="2733981" cy="1552955"/>
            <a:chOff x="14431707" y="7799725"/>
            <a:chExt cx="2733981" cy="1552955"/>
          </a:xfrm>
        </p:grpSpPr>
        <p:sp>
          <p:nvSpPr>
            <p:cNvPr id="43" name="TextBox 42"/>
            <p:cNvSpPr txBox="1"/>
            <p:nvPr/>
          </p:nvSpPr>
          <p:spPr>
            <a:xfrm>
              <a:off x="14431707" y="8286135"/>
              <a:ext cx="2004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Support Aplication</a:t>
              </a:r>
              <a:endParaRPr lang="en-US" sz="1800" b="1" dirty="0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431707" y="8644537"/>
              <a:ext cx="2733981" cy="7081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sz="140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Lorem Ipsum is simply dummy text of the printing.</a:t>
              </a:r>
            </a:p>
          </p:txBody>
        </p:sp>
        <p:sp>
          <p:nvSpPr>
            <p:cNvPr id="55" name="Freeform 281"/>
            <p:cNvSpPr>
              <a:spLocks noEditPoints="1"/>
            </p:cNvSpPr>
            <p:nvPr/>
          </p:nvSpPr>
          <p:spPr bwMode="auto">
            <a:xfrm>
              <a:off x="14546718" y="7799725"/>
              <a:ext cx="347472" cy="347472"/>
            </a:xfrm>
            <a:custGeom>
              <a:avLst/>
              <a:gdLst>
                <a:gd name="T0" fmla="*/ 155 w 155"/>
                <a:gd name="T1" fmla="*/ 3 h 155"/>
                <a:gd name="T2" fmla="*/ 148 w 155"/>
                <a:gd name="T3" fmla="*/ 44 h 155"/>
                <a:gd name="T4" fmla="*/ 124 w 155"/>
                <a:gd name="T5" fmla="*/ 78 h 155"/>
                <a:gd name="T6" fmla="*/ 105 w 155"/>
                <a:gd name="T7" fmla="*/ 95 h 155"/>
                <a:gd name="T8" fmla="*/ 103 w 155"/>
                <a:gd name="T9" fmla="*/ 131 h 155"/>
                <a:gd name="T10" fmla="*/ 102 w 155"/>
                <a:gd name="T11" fmla="*/ 133 h 155"/>
                <a:gd name="T12" fmla="*/ 66 w 155"/>
                <a:gd name="T13" fmla="*/ 154 h 155"/>
                <a:gd name="T14" fmla="*/ 64 w 155"/>
                <a:gd name="T15" fmla="*/ 155 h 155"/>
                <a:gd name="T16" fmla="*/ 62 w 155"/>
                <a:gd name="T17" fmla="*/ 154 h 155"/>
                <a:gd name="T18" fmla="*/ 56 w 155"/>
                <a:gd name="T19" fmla="*/ 148 h 155"/>
                <a:gd name="T20" fmla="*/ 55 w 155"/>
                <a:gd name="T21" fmla="*/ 145 h 155"/>
                <a:gd name="T22" fmla="*/ 63 w 155"/>
                <a:gd name="T23" fmla="*/ 119 h 155"/>
                <a:gd name="T24" fmla="*/ 37 w 155"/>
                <a:gd name="T25" fmla="*/ 92 h 155"/>
                <a:gd name="T26" fmla="*/ 10 w 155"/>
                <a:gd name="T27" fmla="*/ 100 h 155"/>
                <a:gd name="T28" fmla="*/ 10 w 155"/>
                <a:gd name="T29" fmla="*/ 100 h 155"/>
                <a:gd name="T30" fmla="*/ 7 w 155"/>
                <a:gd name="T31" fmla="*/ 99 h 155"/>
                <a:gd name="T32" fmla="*/ 1 w 155"/>
                <a:gd name="T33" fmla="*/ 93 h 155"/>
                <a:gd name="T34" fmla="*/ 1 w 155"/>
                <a:gd name="T35" fmla="*/ 90 h 155"/>
                <a:gd name="T36" fmla="*/ 22 w 155"/>
                <a:gd name="T37" fmla="*/ 53 h 155"/>
                <a:gd name="T38" fmla="*/ 25 w 155"/>
                <a:gd name="T39" fmla="*/ 52 h 155"/>
                <a:gd name="T40" fmla="*/ 60 w 155"/>
                <a:gd name="T41" fmla="*/ 50 h 155"/>
                <a:gd name="T42" fmla="*/ 77 w 155"/>
                <a:gd name="T43" fmla="*/ 31 h 155"/>
                <a:gd name="T44" fmla="*/ 111 w 155"/>
                <a:gd name="T45" fmla="*/ 7 h 155"/>
                <a:gd name="T46" fmla="*/ 152 w 155"/>
                <a:gd name="T47" fmla="*/ 0 h 155"/>
                <a:gd name="T48" fmla="*/ 154 w 155"/>
                <a:gd name="T49" fmla="*/ 1 h 155"/>
                <a:gd name="T50" fmla="*/ 155 w 155"/>
                <a:gd name="T51" fmla="*/ 3 h 155"/>
                <a:gd name="T52" fmla="*/ 131 w 155"/>
                <a:gd name="T53" fmla="*/ 37 h 155"/>
                <a:gd name="T54" fmla="*/ 134 w 155"/>
                <a:gd name="T55" fmla="*/ 31 h 155"/>
                <a:gd name="T56" fmla="*/ 131 w 155"/>
                <a:gd name="T57" fmla="*/ 24 h 155"/>
                <a:gd name="T58" fmla="*/ 125 w 155"/>
                <a:gd name="T59" fmla="*/ 21 h 155"/>
                <a:gd name="T60" fmla="*/ 118 w 155"/>
                <a:gd name="T61" fmla="*/ 24 h 155"/>
                <a:gd name="T62" fmla="*/ 115 w 155"/>
                <a:gd name="T63" fmla="*/ 31 h 155"/>
                <a:gd name="T64" fmla="*/ 118 w 155"/>
                <a:gd name="T65" fmla="*/ 37 h 155"/>
                <a:gd name="T66" fmla="*/ 125 w 155"/>
                <a:gd name="T67" fmla="*/ 40 h 155"/>
                <a:gd name="T68" fmla="*/ 131 w 155"/>
                <a:gd name="T69" fmla="*/ 37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5" h="155">
                  <a:moveTo>
                    <a:pt x="155" y="3"/>
                  </a:moveTo>
                  <a:cubicBezTo>
                    <a:pt x="155" y="19"/>
                    <a:pt x="152" y="33"/>
                    <a:pt x="148" y="44"/>
                  </a:cubicBezTo>
                  <a:cubicBezTo>
                    <a:pt x="143" y="55"/>
                    <a:pt x="135" y="67"/>
                    <a:pt x="124" y="78"/>
                  </a:cubicBezTo>
                  <a:cubicBezTo>
                    <a:pt x="119" y="83"/>
                    <a:pt x="112" y="89"/>
                    <a:pt x="105" y="95"/>
                  </a:cubicBezTo>
                  <a:cubicBezTo>
                    <a:pt x="103" y="131"/>
                    <a:pt x="103" y="131"/>
                    <a:pt x="103" y="131"/>
                  </a:cubicBezTo>
                  <a:cubicBezTo>
                    <a:pt x="103" y="132"/>
                    <a:pt x="103" y="132"/>
                    <a:pt x="102" y="133"/>
                  </a:cubicBezTo>
                  <a:cubicBezTo>
                    <a:pt x="66" y="154"/>
                    <a:pt x="66" y="154"/>
                    <a:pt x="66" y="154"/>
                  </a:cubicBezTo>
                  <a:cubicBezTo>
                    <a:pt x="65" y="154"/>
                    <a:pt x="65" y="155"/>
                    <a:pt x="64" y="155"/>
                  </a:cubicBezTo>
                  <a:cubicBezTo>
                    <a:pt x="63" y="155"/>
                    <a:pt x="63" y="154"/>
                    <a:pt x="62" y="154"/>
                  </a:cubicBezTo>
                  <a:cubicBezTo>
                    <a:pt x="56" y="148"/>
                    <a:pt x="56" y="148"/>
                    <a:pt x="56" y="148"/>
                  </a:cubicBezTo>
                  <a:cubicBezTo>
                    <a:pt x="55" y="147"/>
                    <a:pt x="55" y="146"/>
                    <a:pt x="55" y="145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9" y="100"/>
                    <a:pt x="8" y="100"/>
                    <a:pt x="7" y="99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0" y="92"/>
                    <a:pt x="0" y="91"/>
                    <a:pt x="1" y="90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3" y="52"/>
                    <a:pt x="24" y="52"/>
                    <a:pt x="25" y="52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66" y="43"/>
                    <a:pt x="72" y="37"/>
                    <a:pt x="77" y="31"/>
                  </a:cubicBezTo>
                  <a:cubicBezTo>
                    <a:pt x="89" y="20"/>
                    <a:pt x="100" y="11"/>
                    <a:pt x="111" y="7"/>
                  </a:cubicBezTo>
                  <a:cubicBezTo>
                    <a:pt x="122" y="3"/>
                    <a:pt x="135" y="0"/>
                    <a:pt x="152" y="0"/>
                  </a:cubicBezTo>
                  <a:cubicBezTo>
                    <a:pt x="152" y="0"/>
                    <a:pt x="153" y="1"/>
                    <a:pt x="154" y="1"/>
                  </a:cubicBezTo>
                  <a:cubicBezTo>
                    <a:pt x="154" y="2"/>
                    <a:pt x="155" y="3"/>
                    <a:pt x="155" y="3"/>
                  </a:cubicBezTo>
                  <a:close/>
                  <a:moveTo>
                    <a:pt x="131" y="37"/>
                  </a:moveTo>
                  <a:cubicBezTo>
                    <a:pt x="133" y="35"/>
                    <a:pt x="134" y="33"/>
                    <a:pt x="134" y="31"/>
                  </a:cubicBezTo>
                  <a:cubicBezTo>
                    <a:pt x="134" y="28"/>
                    <a:pt x="133" y="26"/>
                    <a:pt x="131" y="24"/>
                  </a:cubicBezTo>
                  <a:cubicBezTo>
                    <a:pt x="129" y="22"/>
                    <a:pt x="127" y="21"/>
                    <a:pt x="125" y="21"/>
                  </a:cubicBezTo>
                  <a:cubicBezTo>
                    <a:pt x="122" y="21"/>
                    <a:pt x="120" y="22"/>
                    <a:pt x="118" y="24"/>
                  </a:cubicBezTo>
                  <a:cubicBezTo>
                    <a:pt x="116" y="26"/>
                    <a:pt x="115" y="28"/>
                    <a:pt x="115" y="31"/>
                  </a:cubicBezTo>
                  <a:cubicBezTo>
                    <a:pt x="115" y="33"/>
                    <a:pt x="116" y="35"/>
                    <a:pt x="118" y="37"/>
                  </a:cubicBezTo>
                  <a:cubicBezTo>
                    <a:pt x="120" y="39"/>
                    <a:pt x="122" y="40"/>
                    <a:pt x="125" y="40"/>
                  </a:cubicBezTo>
                  <a:cubicBezTo>
                    <a:pt x="127" y="40"/>
                    <a:pt x="129" y="39"/>
                    <a:pt x="131" y="3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9060" tIns="49530" rIns="99060" bIns="49530" numCol="1" anchor="t" anchorCtr="0" compatLnSpc="1">
              <a:prstTxWarp prst="textNoShape">
                <a:avLst/>
              </a:prstTxWarp>
            </a:bodyPr>
            <a:lstStyle/>
            <a:p>
              <a:endParaRPr lang="en-US" sz="1716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168166" y="7775808"/>
            <a:ext cx="2733981" cy="1492181"/>
            <a:chOff x="8245964" y="7697539"/>
            <a:chExt cx="2733981" cy="1492181"/>
          </a:xfrm>
        </p:grpSpPr>
        <p:sp>
          <p:nvSpPr>
            <p:cNvPr id="48" name="TextBox 47"/>
            <p:cNvSpPr txBox="1"/>
            <p:nvPr/>
          </p:nvSpPr>
          <p:spPr>
            <a:xfrm>
              <a:off x="8245964" y="8092654"/>
              <a:ext cx="2004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Support Aplication</a:t>
              </a:r>
              <a:endParaRPr lang="en-US" sz="1800" b="1" dirty="0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245964" y="8451056"/>
              <a:ext cx="273398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sz="140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Lorem Ipsum is simply dummy text of the printing.</a:t>
              </a:r>
            </a:p>
          </p:txBody>
        </p:sp>
        <p:sp>
          <p:nvSpPr>
            <p:cNvPr id="57" name="Freeform 175"/>
            <p:cNvSpPr>
              <a:spLocks/>
            </p:cNvSpPr>
            <p:nvPr/>
          </p:nvSpPr>
          <p:spPr bwMode="auto">
            <a:xfrm>
              <a:off x="8360975" y="7697539"/>
              <a:ext cx="349333" cy="256177"/>
            </a:xfrm>
            <a:custGeom>
              <a:avLst/>
              <a:gdLst>
                <a:gd name="T0" fmla="*/ 182 w 182"/>
                <a:gd name="T1" fmla="*/ 97 h 133"/>
                <a:gd name="T2" fmla="*/ 171 w 182"/>
                <a:gd name="T3" fmla="*/ 123 h 133"/>
                <a:gd name="T4" fmla="*/ 146 w 182"/>
                <a:gd name="T5" fmla="*/ 133 h 133"/>
                <a:gd name="T6" fmla="*/ 43 w 182"/>
                <a:gd name="T7" fmla="*/ 133 h 133"/>
                <a:gd name="T8" fmla="*/ 13 w 182"/>
                <a:gd name="T9" fmla="*/ 121 h 133"/>
                <a:gd name="T10" fmla="*/ 0 w 182"/>
                <a:gd name="T11" fmla="*/ 91 h 133"/>
                <a:gd name="T12" fmla="*/ 7 w 182"/>
                <a:gd name="T13" fmla="*/ 68 h 133"/>
                <a:gd name="T14" fmla="*/ 25 w 182"/>
                <a:gd name="T15" fmla="*/ 53 h 133"/>
                <a:gd name="T16" fmla="*/ 25 w 182"/>
                <a:gd name="T17" fmla="*/ 49 h 133"/>
                <a:gd name="T18" fmla="*/ 39 w 182"/>
                <a:gd name="T19" fmla="*/ 15 h 133"/>
                <a:gd name="T20" fmla="*/ 73 w 182"/>
                <a:gd name="T21" fmla="*/ 0 h 133"/>
                <a:gd name="T22" fmla="*/ 100 w 182"/>
                <a:gd name="T23" fmla="*/ 9 h 133"/>
                <a:gd name="T24" fmla="*/ 118 w 182"/>
                <a:gd name="T25" fmla="*/ 30 h 133"/>
                <a:gd name="T26" fmla="*/ 134 w 182"/>
                <a:gd name="T27" fmla="*/ 25 h 133"/>
                <a:gd name="T28" fmla="*/ 151 w 182"/>
                <a:gd name="T29" fmla="*/ 32 h 133"/>
                <a:gd name="T30" fmla="*/ 158 w 182"/>
                <a:gd name="T31" fmla="*/ 49 h 133"/>
                <a:gd name="T32" fmla="*/ 154 w 182"/>
                <a:gd name="T33" fmla="*/ 62 h 133"/>
                <a:gd name="T34" fmla="*/ 174 w 182"/>
                <a:gd name="T35" fmla="*/ 74 h 133"/>
                <a:gd name="T36" fmla="*/ 182 w 182"/>
                <a:gd name="T37" fmla="*/ 97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2" h="133">
                  <a:moveTo>
                    <a:pt x="182" y="97"/>
                  </a:moveTo>
                  <a:cubicBezTo>
                    <a:pt x="182" y="107"/>
                    <a:pt x="178" y="116"/>
                    <a:pt x="171" y="123"/>
                  </a:cubicBezTo>
                  <a:cubicBezTo>
                    <a:pt x="164" y="130"/>
                    <a:pt x="156" y="133"/>
                    <a:pt x="146" y="133"/>
                  </a:cubicBezTo>
                  <a:cubicBezTo>
                    <a:pt x="43" y="133"/>
                    <a:pt x="43" y="133"/>
                    <a:pt x="43" y="133"/>
                  </a:cubicBezTo>
                  <a:cubicBezTo>
                    <a:pt x="31" y="133"/>
                    <a:pt x="21" y="129"/>
                    <a:pt x="13" y="121"/>
                  </a:cubicBezTo>
                  <a:cubicBezTo>
                    <a:pt x="5" y="113"/>
                    <a:pt x="0" y="103"/>
                    <a:pt x="0" y="91"/>
                  </a:cubicBezTo>
                  <a:cubicBezTo>
                    <a:pt x="0" y="83"/>
                    <a:pt x="3" y="75"/>
                    <a:pt x="7" y="68"/>
                  </a:cubicBezTo>
                  <a:cubicBezTo>
                    <a:pt x="12" y="61"/>
                    <a:pt x="18" y="56"/>
                    <a:pt x="25" y="53"/>
                  </a:cubicBezTo>
                  <a:cubicBezTo>
                    <a:pt x="25" y="51"/>
                    <a:pt x="25" y="50"/>
                    <a:pt x="25" y="49"/>
                  </a:cubicBezTo>
                  <a:cubicBezTo>
                    <a:pt x="25" y="35"/>
                    <a:pt x="29" y="24"/>
                    <a:pt x="39" y="15"/>
                  </a:cubicBezTo>
                  <a:cubicBezTo>
                    <a:pt x="48" y="5"/>
                    <a:pt x="60" y="0"/>
                    <a:pt x="73" y="0"/>
                  </a:cubicBezTo>
                  <a:cubicBezTo>
                    <a:pt x="83" y="0"/>
                    <a:pt x="92" y="3"/>
                    <a:pt x="100" y="9"/>
                  </a:cubicBezTo>
                  <a:cubicBezTo>
                    <a:pt x="108" y="14"/>
                    <a:pt x="114" y="21"/>
                    <a:pt x="118" y="30"/>
                  </a:cubicBezTo>
                  <a:cubicBezTo>
                    <a:pt x="122" y="26"/>
                    <a:pt x="128" y="25"/>
                    <a:pt x="134" y="25"/>
                  </a:cubicBezTo>
                  <a:cubicBezTo>
                    <a:pt x="140" y="25"/>
                    <a:pt x="146" y="27"/>
                    <a:pt x="151" y="32"/>
                  </a:cubicBezTo>
                  <a:cubicBezTo>
                    <a:pt x="155" y="36"/>
                    <a:pt x="158" y="42"/>
                    <a:pt x="158" y="49"/>
                  </a:cubicBezTo>
                  <a:cubicBezTo>
                    <a:pt x="158" y="53"/>
                    <a:pt x="156" y="58"/>
                    <a:pt x="154" y="62"/>
                  </a:cubicBezTo>
                  <a:cubicBezTo>
                    <a:pt x="162" y="64"/>
                    <a:pt x="169" y="68"/>
                    <a:pt x="174" y="74"/>
                  </a:cubicBezTo>
                  <a:cubicBezTo>
                    <a:pt x="179" y="81"/>
                    <a:pt x="182" y="89"/>
                    <a:pt x="182" y="9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9060" tIns="49530" rIns="99060" bIns="49530" numCol="1" anchor="t" anchorCtr="0" compatLnSpc="1">
              <a:prstTxWarp prst="textNoShape">
                <a:avLst/>
              </a:prstTxWarp>
            </a:bodyPr>
            <a:lstStyle/>
            <a:p>
              <a:endParaRPr lang="en-US" sz="1716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753745" y="6791200"/>
            <a:ext cx="3133605" cy="515414"/>
            <a:chOff x="13157137" y="3607192"/>
            <a:chExt cx="3133605" cy="515414"/>
          </a:xfrm>
        </p:grpSpPr>
        <p:sp>
          <p:nvSpPr>
            <p:cNvPr id="59" name="Rounded Rectangle 58"/>
            <p:cNvSpPr/>
            <p:nvPr/>
          </p:nvSpPr>
          <p:spPr>
            <a:xfrm>
              <a:off x="13157137" y="3607192"/>
              <a:ext cx="3133605" cy="51541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355600" dist="266700" dir="5400000" sx="88000" sy="88000" algn="t" rotWithShape="0">
                <a:srgbClr val="FFC000">
                  <a:alpha val="2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3433361" y="3649456"/>
              <a:ext cx="258115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>
                  <a:solidFill>
                    <a:schemeClr val="accent4">
                      <a:lumMod val="50000"/>
                    </a:schemeClr>
                  </a:solidFill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Scope of the project</a:t>
              </a:r>
              <a:endParaRPr lang="en-US" sz="2200" b="1" dirty="0">
                <a:solidFill>
                  <a:schemeClr val="accent4">
                    <a:lumMod val="50000"/>
                  </a:schemeClr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095307" y="8064673"/>
            <a:ext cx="2662124" cy="1294391"/>
            <a:chOff x="12510852" y="6134827"/>
            <a:chExt cx="2662124" cy="1294391"/>
          </a:xfrm>
        </p:grpSpPr>
        <p:sp>
          <p:nvSpPr>
            <p:cNvPr id="62" name="Rounded Rectangle 61"/>
            <p:cNvSpPr/>
            <p:nvPr/>
          </p:nvSpPr>
          <p:spPr>
            <a:xfrm>
              <a:off x="12510852" y="6134827"/>
              <a:ext cx="2662124" cy="1294391"/>
            </a:xfrm>
            <a:prstGeom prst="roundRect">
              <a:avLst>
                <a:gd name="adj" fmla="val 6843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355600" dist="38100" dir="5400000" algn="t" rotWithShape="0">
                <a:schemeClr val="accent1">
                  <a:alpha val="3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3" name="Group 62"/>
            <p:cNvGrpSpPr/>
            <p:nvPr/>
          </p:nvGrpSpPr>
          <p:grpSpPr>
            <a:xfrm>
              <a:off x="13741457" y="6134827"/>
              <a:ext cx="1431519" cy="1294391"/>
              <a:chOff x="15072393" y="3848801"/>
              <a:chExt cx="1930873" cy="1745911"/>
            </a:xfrm>
          </p:grpSpPr>
          <p:sp>
            <p:nvSpPr>
              <p:cNvPr id="64" name="Freeform: Shape 143">
                <a:extLst>
                  <a:ext uri="{FF2B5EF4-FFF2-40B4-BE49-F238E27FC236}">
                    <a16:creationId xmlns:a16="http://schemas.microsoft.com/office/drawing/2014/main" id="{F4D93E69-1EFE-4F72-BD4F-5CA536EF1F0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5164874" y="3756320"/>
                <a:ext cx="1745911" cy="1930873"/>
              </a:xfrm>
              <a:custGeom>
                <a:avLst/>
                <a:gdLst>
                  <a:gd name="connsiteX0" fmla="*/ 0 w 1482338"/>
                  <a:gd name="connsiteY0" fmla="*/ 1355533 h 1700566"/>
                  <a:gd name="connsiteX1" fmla="*/ 0 w 1482338"/>
                  <a:gd name="connsiteY1" fmla="*/ 38630 h 1700566"/>
                  <a:gd name="connsiteX2" fmla="*/ 38630 w 1482338"/>
                  <a:gd name="connsiteY2" fmla="*/ 0 h 1700566"/>
                  <a:gd name="connsiteX3" fmla="*/ 1443708 w 1482338"/>
                  <a:gd name="connsiteY3" fmla="*/ 0 h 1700566"/>
                  <a:gd name="connsiteX4" fmla="*/ 1482338 w 1482338"/>
                  <a:gd name="connsiteY4" fmla="*/ 38630 h 1700566"/>
                  <a:gd name="connsiteX5" fmla="*/ 1482338 w 1482338"/>
                  <a:gd name="connsiteY5" fmla="*/ 1367645 h 1700566"/>
                  <a:gd name="connsiteX6" fmla="*/ 1455444 w 1482338"/>
                  <a:gd name="connsiteY6" fmla="*/ 1381028 h 1700566"/>
                  <a:gd name="connsiteX7" fmla="*/ 871659 w 1482338"/>
                  <a:gd name="connsiteY7" fmla="*/ 1671519 h 1700566"/>
                  <a:gd name="connsiteX8" fmla="*/ 635021 w 1482338"/>
                  <a:gd name="connsiteY8" fmla="*/ 1671519 h 1700566"/>
                  <a:gd name="connsiteX9" fmla="*/ 55671 w 1482338"/>
                  <a:gd name="connsiteY9" fmla="*/ 1383234 h 1700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2338" h="1700566">
                    <a:moveTo>
                      <a:pt x="0" y="1355533"/>
                    </a:moveTo>
                    <a:lnTo>
                      <a:pt x="0" y="38630"/>
                    </a:lnTo>
                    <a:cubicBezTo>
                      <a:pt x="0" y="17295"/>
                      <a:pt x="17295" y="0"/>
                      <a:pt x="38630" y="0"/>
                    </a:cubicBezTo>
                    <a:lnTo>
                      <a:pt x="1443708" y="0"/>
                    </a:lnTo>
                    <a:cubicBezTo>
                      <a:pt x="1465043" y="0"/>
                      <a:pt x="1482338" y="17295"/>
                      <a:pt x="1482338" y="38630"/>
                    </a:cubicBezTo>
                    <a:lnTo>
                      <a:pt x="1482338" y="1367645"/>
                    </a:lnTo>
                    <a:lnTo>
                      <a:pt x="1455444" y="1381028"/>
                    </a:lnTo>
                    <a:cubicBezTo>
                      <a:pt x="1327708" y="1444589"/>
                      <a:pt x="1141910" y="1537042"/>
                      <a:pt x="871659" y="1671519"/>
                    </a:cubicBezTo>
                    <a:cubicBezTo>
                      <a:pt x="798516" y="1710249"/>
                      <a:pt x="708164" y="1710249"/>
                      <a:pt x="635021" y="1671519"/>
                    </a:cubicBezTo>
                    <a:cubicBezTo>
                      <a:pt x="635021" y="1671519"/>
                      <a:pt x="635021" y="1671519"/>
                      <a:pt x="55671" y="138323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3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sz="960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65" name="Freeform: Shape 144">
                <a:extLst>
                  <a:ext uri="{FF2B5EF4-FFF2-40B4-BE49-F238E27FC236}">
                    <a16:creationId xmlns:a16="http://schemas.microsoft.com/office/drawing/2014/main" id="{94F26F7C-EE4A-4680-9AFE-DC824A32C5BC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5515086" y="4106533"/>
                <a:ext cx="1745911" cy="1230448"/>
              </a:xfrm>
              <a:custGeom>
                <a:avLst/>
                <a:gdLst>
                  <a:gd name="connsiteX0" fmla="*/ 0 w 1482338"/>
                  <a:gd name="connsiteY0" fmla="*/ 738652 h 1083685"/>
                  <a:gd name="connsiteX1" fmla="*/ 0 w 1482338"/>
                  <a:gd name="connsiteY1" fmla="*/ 38630 h 1083685"/>
                  <a:gd name="connsiteX2" fmla="*/ 38630 w 1482338"/>
                  <a:gd name="connsiteY2" fmla="*/ 0 h 1083685"/>
                  <a:gd name="connsiteX3" fmla="*/ 1443708 w 1482338"/>
                  <a:gd name="connsiteY3" fmla="*/ 0 h 1083685"/>
                  <a:gd name="connsiteX4" fmla="*/ 1482338 w 1482338"/>
                  <a:gd name="connsiteY4" fmla="*/ 38630 h 1083685"/>
                  <a:gd name="connsiteX5" fmla="*/ 1482338 w 1482338"/>
                  <a:gd name="connsiteY5" fmla="*/ 750764 h 1083685"/>
                  <a:gd name="connsiteX6" fmla="*/ 1455444 w 1482338"/>
                  <a:gd name="connsiteY6" fmla="*/ 764147 h 1083685"/>
                  <a:gd name="connsiteX7" fmla="*/ 871659 w 1482338"/>
                  <a:gd name="connsiteY7" fmla="*/ 1054639 h 1083685"/>
                  <a:gd name="connsiteX8" fmla="*/ 635021 w 1482338"/>
                  <a:gd name="connsiteY8" fmla="*/ 1054639 h 1083685"/>
                  <a:gd name="connsiteX9" fmla="*/ 55671 w 1482338"/>
                  <a:gd name="connsiteY9" fmla="*/ 766354 h 108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2338" h="1083685">
                    <a:moveTo>
                      <a:pt x="0" y="738652"/>
                    </a:moveTo>
                    <a:lnTo>
                      <a:pt x="0" y="38630"/>
                    </a:lnTo>
                    <a:cubicBezTo>
                      <a:pt x="0" y="17295"/>
                      <a:pt x="17295" y="0"/>
                      <a:pt x="38630" y="0"/>
                    </a:cubicBezTo>
                    <a:lnTo>
                      <a:pt x="1443708" y="0"/>
                    </a:lnTo>
                    <a:cubicBezTo>
                      <a:pt x="1465043" y="0"/>
                      <a:pt x="1482338" y="17295"/>
                      <a:pt x="1482338" y="38630"/>
                    </a:cubicBezTo>
                    <a:lnTo>
                      <a:pt x="1482338" y="750764"/>
                    </a:lnTo>
                    <a:lnTo>
                      <a:pt x="1455444" y="764147"/>
                    </a:lnTo>
                    <a:cubicBezTo>
                      <a:pt x="1327708" y="827709"/>
                      <a:pt x="1141910" y="920162"/>
                      <a:pt x="871659" y="1054639"/>
                    </a:cubicBezTo>
                    <a:cubicBezTo>
                      <a:pt x="798516" y="1093368"/>
                      <a:pt x="708164" y="1093368"/>
                      <a:pt x="635021" y="1054639"/>
                    </a:cubicBezTo>
                    <a:cubicBezTo>
                      <a:pt x="635021" y="1054639"/>
                      <a:pt x="635021" y="1054639"/>
                      <a:pt x="55671" y="7663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3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sz="960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+mj-lt"/>
                </a:endParaRP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422208C-813E-4314-AFCF-BE0F4B346AF3}"/>
                </a:ext>
              </a:extLst>
            </p:cNvPr>
            <p:cNvSpPr txBox="1"/>
            <p:nvPr/>
          </p:nvSpPr>
          <p:spPr>
            <a:xfrm>
              <a:off x="12989021" y="6265559"/>
              <a:ext cx="1705787" cy="677108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id-ID" sz="3800" spc="100" dirty="0">
                  <a:solidFill>
                    <a:schemeClr val="bg1"/>
                  </a:solidFill>
                  <a:latin typeface="Titillium Web SemiBold" panose="00000700000000000000" pitchFamily="2" charset="0"/>
                </a:rPr>
                <a:t>300K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3074717" y="6901550"/>
              <a:ext cx="1534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>
                  <a:solidFill>
                    <a:schemeClr val="bg1"/>
                  </a:solidFill>
                  <a:latin typeface="Titillium Web Light" panose="000004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Active project</a:t>
              </a:r>
              <a:endParaRPr lang="en-US" sz="1800" dirty="0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5885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>
          <a:xfrm flipH="1">
            <a:off x="0" y="1"/>
            <a:ext cx="10445681" cy="10286999"/>
          </a:xfrm>
          <a:custGeom>
            <a:avLst/>
            <a:gdLst>
              <a:gd name="connsiteX0" fmla="*/ 2038531 w 10445681"/>
              <a:gd name="connsiteY0" fmla="*/ 0 h 10286999"/>
              <a:gd name="connsiteX1" fmla="*/ 1981661 w 10445681"/>
              <a:gd name="connsiteY1" fmla="*/ 0 h 10286999"/>
              <a:gd name="connsiteX2" fmla="*/ 1877147 w 10445681"/>
              <a:gd name="connsiteY2" fmla="*/ 0 h 10286999"/>
              <a:gd name="connsiteX3" fmla="*/ 1856329 w 10445681"/>
              <a:gd name="connsiteY3" fmla="*/ 0 h 10286999"/>
              <a:gd name="connsiteX4" fmla="*/ 1744272 w 10445681"/>
              <a:gd name="connsiteY4" fmla="*/ 0 h 10286999"/>
              <a:gd name="connsiteX5" fmla="*/ 1615436 w 10445681"/>
              <a:gd name="connsiteY5" fmla="*/ 0 h 10286999"/>
              <a:gd name="connsiteX6" fmla="*/ 1468650 w 10445681"/>
              <a:gd name="connsiteY6" fmla="*/ 0 h 10286999"/>
              <a:gd name="connsiteX7" fmla="*/ 1302743 w 10445681"/>
              <a:gd name="connsiteY7" fmla="*/ 0 h 10286999"/>
              <a:gd name="connsiteX8" fmla="*/ 1116545 w 10445681"/>
              <a:gd name="connsiteY8" fmla="*/ 0 h 10286999"/>
              <a:gd name="connsiteX9" fmla="*/ 908885 w 10445681"/>
              <a:gd name="connsiteY9" fmla="*/ 0 h 10286999"/>
              <a:gd name="connsiteX10" fmla="*/ 678594 w 10445681"/>
              <a:gd name="connsiteY10" fmla="*/ 0 h 10286999"/>
              <a:gd name="connsiteX11" fmla="*/ 424499 w 10445681"/>
              <a:gd name="connsiteY11" fmla="*/ 0 h 10286999"/>
              <a:gd name="connsiteX12" fmla="*/ 807286 w 10445681"/>
              <a:gd name="connsiteY12" fmla="*/ 1069927 h 10286999"/>
              <a:gd name="connsiteX13" fmla="*/ 12266 w 10445681"/>
              <a:gd name="connsiteY13" fmla="*/ 2768067 h 10286999"/>
              <a:gd name="connsiteX14" fmla="*/ 650245 w 10445681"/>
              <a:gd name="connsiteY14" fmla="*/ 3406098 h 10286999"/>
              <a:gd name="connsiteX15" fmla="*/ 1592492 w 10445681"/>
              <a:gd name="connsiteY15" fmla="*/ 3553334 h 10286999"/>
              <a:gd name="connsiteX16" fmla="*/ 2760485 w 10445681"/>
              <a:gd name="connsiteY16" fmla="*/ 3945968 h 10286999"/>
              <a:gd name="connsiteX17" fmla="*/ 3172717 w 10445681"/>
              <a:gd name="connsiteY17" fmla="*/ 5045341 h 10286999"/>
              <a:gd name="connsiteX18" fmla="*/ 2839004 w 10445681"/>
              <a:gd name="connsiteY18" fmla="*/ 6125084 h 10286999"/>
              <a:gd name="connsiteX19" fmla="*/ 4281819 w 10445681"/>
              <a:gd name="connsiteY19" fmla="*/ 6134900 h 10286999"/>
              <a:gd name="connsiteX20" fmla="*/ 4968875 w 10445681"/>
              <a:gd name="connsiteY20" fmla="*/ 6164348 h 10286999"/>
              <a:gd name="connsiteX21" fmla="*/ 5155359 w 10445681"/>
              <a:gd name="connsiteY21" fmla="*/ 6792561 h 10286999"/>
              <a:gd name="connsiteX22" fmla="*/ 5135731 w 10445681"/>
              <a:gd name="connsiteY22" fmla="*/ 7479669 h 10286999"/>
              <a:gd name="connsiteX23" fmla="*/ 5636298 w 10445681"/>
              <a:gd name="connsiteY23" fmla="*/ 7999909 h 10286999"/>
              <a:gd name="connsiteX24" fmla="*/ 7344119 w 10445681"/>
              <a:gd name="connsiteY24" fmla="*/ 8294384 h 10286999"/>
              <a:gd name="connsiteX25" fmla="*/ 8610264 w 10445681"/>
              <a:gd name="connsiteY25" fmla="*/ 9226889 h 10286999"/>
              <a:gd name="connsiteX26" fmla="*/ 8845826 w 10445681"/>
              <a:gd name="connsiteY26" fmla="*/ 10286999 h 10286999"/>
              <a:gd name="connsiteX27" fmla="*/ 10445681 w 10445681"/>
              <a:gd name="connsiteY27" fmla="*/ 10286999 h 10286999"/>
              <a:gd name="connsiteX28" fmla="*/ 10445681 w 10445681"/>
              <a:gd name="connsiteY28" fmla="*/ 10285770 h 10286999"/>
              <a:gd name="connsiteX29" fmla="*/ 10445681 w 10445681"/>
              <a:gd name="connsiteY29" fmla="*/ 10277169 h 10286999"/>
              <a:gd name="connsiteX30" fmla="*/ 10445681 w 10445681"/>
              <a:gd name="connsiteY30" fmla="*/ 10253821 h 10286999"/>
              <a:gd name="connsiteX31" fmla="*/ 10445681 w 10445681"/>
              <a:gd name="connsiteY31" fmla="*/ 10208356 h 10286999"/>
              <a:gd name="connsiteX32" fmla="*/ 10445681 w 10445681"/>
              <a:gd name="connsiteY32" fmla="*/ 10175024 h 10286999"/>
              <a:gd name="connsiteX33" fmla="*/ 10445681 w 10445681"/>
              <a:gd name="connsiteY33" fmla="*/ 10133399 h 10286999"/>
              <a:gd name="connsiteX34" fmla="*/ 10445681 w 10445681"/>
              <a:gd name="connsiteY34" fmla="*/ 10082557 h 10286999"/>
              <a:gd name="connsiteX35" fmla="*/ 10445681 w 10445681"/>
              <a:gd name="connsiteY35" fmla="*/ 10021578 h 10286999"/>
              <a:gd name="connsiteX36" fmla="*/ 10445681 w 10445681"/>
              <a:gd name="connsiteY36" fmla="*/ 9949539 h 10286999"/>
              <a:gd name="connsiteX37" fmla="*/ 10445681 w 10445681"/>
              <a:gd name="connsiteY37" fmla="*/ 9865520 h 10286999"/>
              <a:gd name="connsiteX38" fmla="*/ 10445681 w 10445681"/>
              <a:gd name="connsiteY38" fmla="*/ 9768598 h 10286999"/>
              <a:gd name="connsiteX39" fmla="*/ 10445681 w 10445681"/>
              <a:gd name="connsiteY39" fmla="*/ 9657853 h 10286999"/>
              <a:gd name="connsiteX40" fmla="*/ 10445681 w 10445681"/>
              <a:gd name="connsiteY40" fmla="*/ 9532362 h 10286999"/>
              <a:gd name="connsiteX41" fmla="*/ 10445681 w 10445681"/>
              <a:gd name="connsiteY41" fmla="*/ 9391203 h 10286999"/>
              <a:gd name="connsiteX42" fmla="*/ 10445681 w 10445681"/>
              <a:gd name="connsiteY42" fmla="*/ 9233456 h 10286999"/>
              <a:gd name="connsiteX43" fmla="*/ 10445681 w 10445681"/>
              <a:gd name="connsiteY43" fmla="*/ 9058198 h 10286999"/>
              <a:gd name="connsiteX44" fmla="*/ 10445681 w 10445681"/>
              <a:gd name="connsiteY44" fmla="*/ 8864508 h 10286999"/>
              <a:gd name="connsiteX45" fmla="*/ 10445681 w 10445681"/>
              <a:gd name="connsiteY45" fmla="*/ 8651465 h 10286999"/>
              <a:gd name="connsiteX46" fmla="*/ 10445681 w 10445681"/>
              <a:gd name="connsiteY46" fmla="*/ 8644385 h 10286999"/>
              <a:gd name="connsiteX47" fmla="*/ 10393771 w 10445681"/>
              <a:gd name="connsiteY47" fmla="*/ 8551723 h 10286999"/>
              <a:gd name="connsiteX48" fmla="*/ 9037703 w 10445681"/>
              <a:gd name="connsiteY48" fmla="*/ 7619218 h 10286999"/>
              <a:gd name="connsiteX49" fmla="*/ 7208590 w 10445681"/>
              <a:gd name="connsiteY49" fmla="*/ 7324743 h 10286999"/>
              <a:gd name="connsiteX50" fmla="*/ 6672473 w 10445681"/>
              <a:gd name="connsiteY50" fmla="*/ 6804503 h 10286999"/>
              <a:gd name="connsiteX51" fmla="*/ 6693495 w 10445681"/>
              <a:gd name="connsiteY51" fmla="*/ 6117395 h 10286999"/>
              <a:gd name="connsiteX52" fmla="*/ 6493766 w 10445681"/>
              <a:gd name="connsiteY52" fmla="*/ 5489182 h 10286999"/>
              <a:gd name="connsiteX53" fmla="*/ 5757915 w 10445681"/>
              <a:gd name="connsiteY53" fmla="*/ 5459734 h 10286999"/>
              <a:gd name="connsiteX54" fmla="*/ 4212630 w 10445681"/>
              <a:gd name="connsiteY54" fmla="*/ 5449918 h 10286999"/>
              <a:gd name="connsiteX55" fmla="*/ 4570044 w 10445681"/>
              <a:gd name="connsiteY55" fmla="*/ 4370175 h 10286999"/>
              <a:gd name="connsiteX56" fmla="*/ 4128535 w 10445681"/>
              <a:gd name="connsiteY56" fmla="*/ 3270802 h 10286999"/>
              <a:gd name="connsiteX57" fmla="*/ 2877590 w 10445681"/>
              <a:gd name="connsiteY57" fmla="*/ 2878168 h 10286999"/>
              <a:gd name="connsiteX58" fmla="*/ 1868423 w 10445681"/>
              <a:gd name="connsiteY58" fmla="*/ 2730932 h 10286999"/>
              <a:gd name="connsiteX59" fmla="*/ 1185134 w 10445681"/>
              <a:gd name="connsiteY59" fmla="*/ 2092901 h 10286999"/>
              <a:gd name="connsiteX60" fmla="*/ 2036617 w 10445681"/>
              <a:gd name="connsiteY60" fmla="*/ 394761 h 10286999"/>
              <a:gd name="connsiteX61" fmla="*/ 2056820 w 10445681"/>
              <a:gd name="connsiteY61" fmla="*/ 104734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0445681" h="10286999">
                <a:moveTo>
                  <a:pt x="2038531" y="0"/>
                </a:moveTo>
                <a:lnTo>
                  <a:pt x="1981661" y="0"/>
                </a:lnTo>
                <a:lnTo>
                  <a:pt x="1877147" y="0"/>
                </a:lnTo>
                <a:lnTo>
                  <a:pt x="1856329" y="0"/>
                </a:lnTo>
                <a:lnTo>
                  <a:pt x="1744272" y="0"/>
                </a:lnTo>
                <a:lnTo>
                  <a:pt x="1615436" y="0"/>
                </a:lnTo>
                <a:lnTo>
                  <a:pt x="1468650" y="0"/>
                </a:lnTo>
                <a:lnTo>
                  <a:pt x="1302743" y="0"/>
                </a:lnTo>
                <a:lnTo>
                  <a:pt x="1116545" y="0"/>
                </a:lnTo>
                <a:lnTo>
                  <a:pt x="908885" y="0"/>
                </a:lnTo>
                <a:lnTo>
                  <a:pt x="678594" y="0"/>
                </a:lnTo>
                <a:lnTo>
                  <a:pt x="424499" y="0"/>
                </a:lnTo>
                <a:cubicBezTo>
                  <a:pt x="718950" y="274844"/>
                  <a:pt x="895622" y="687110"/>
                  <a:pt x="807286" y="1069927"/>
                </a:cubicBezTo>
                <a:cubicBezTo>
                  <a:pt x="660060" y="1688325"/>
                  <a:pt x="-105515" y="2139853"/>
                  <a:pt x="12266" y="2768067"/>
                </a:cubicBezTo>
                <a:cubicBezTo>
                  <a:pt x="71157" y="3072358"/>
                  <a:pt x="355792" y="3307938"/>
                  <a:pt x="650245" y="3406098"/>
                </a:cubicBezTo>
                <a:cubicBezTo>
                  <a:pt x="954512" y="3514070"/>
                  <a:pt x="1278410" y="3523886"/>
                  <a:pt x="1592492" y="3553334"/>
                </a:cubicBezTo>
                <a:cubicBezTo>
                  <a:pt x="2004724" y="3592598"/>
                  <a:pt x="2436587" y="3690756"/>
                  <a:pt x="2760485" y="3945968"/>
                </a:cubicBezTo>
                <a:cubicBezTo>
                  <a:pt x="3094196" y="4201179"/>
                  <a:pt x="3300313" y="4652707"/>
                  <a:pt x="3172717" y="5045341"/>
                </a:cubicBezTo>
                <a:cubicBezTo>
                  <a:pt x="3054935" y="5418343"/>
                  <a:pt x="2662333" y="5781530"/>
                  <a:pt x="2839004" y="6125084"/>
                </a:cubicBezTo>
                <a:cubicBezTo>
                  <a:pt x="3094196" y="6635508"/>
                  <a:pt x="3899031" y="6242874"/>
                  <a:pt x="4281819" y="6134900"/>
                </a:cubicBezTo>
                <a:cubicBezTo>
                  <a:pt x="4507567" y="6076004"/>
                  <a:pt x="4772571" y="6026926"/>
                  <a:pt x="4968875" y="6164348"/>
                </a:cubicBezTo>
                <a:cubicBezTo>
                  <a:pt x="5155359" y="6301770"/>
                  <a:pt x="5184806" y="6566797"/>
                  <a:pt x="5155359" y="6792561"/>
                </a:cubicBezTo>
                <a:cubicBezTo>
                  <a:pt x="5135731" y="7028141"/>
                  <a:pt x="5076839" y="7263721"/>
                  <a:pt x="5135731" y="7479669"/>
                </a:cubicBezTo>
                <a:cubicBezTo>
                  <a:pt x="5204435" y="7725065"/>
                  <a:pt x="5410552" y="7901751"/>
                  <a:pt x="5636298" y="7999909"/>
                </a:cubicBezTo>
                <a:cubicBezTo>
                  <a:pt x="6166311" y="8215858"/>
                  <a:pt x="6794475" y="8117699"/>
                  <a:pt x="7344119" y="8294384"/>
                </a:cubicBezTo>
                <a:cubicBezTo>
                  <a:pt x="7854503" y="8461254"/>
                  <a:pt x="8335441" y="8755728"/>
                  <a:pt x="8610264" y="9226889"/>
                </a:cubicBezTo>
                <a:cubicBezTo>
                  <a:pt x="8796750" y="9550811"/>
                  <a:pt x="8865455" y="9913997"/>
                  <a:pt x="8845826" y="10286999"/>
                </a:cubicBezTo>
                <a:cubicBezTo>
                  <a:pt x="8845826" y="10286999"/>
                  <a:pt x="8845826" y="10286999"/>
                  <a:pt x="10445681" y="10286999"/>
                </a:cubicBezTo>
                <a:lnTo>
                  <a:pt x="10445681" y="10285770"/>
                </a:lnTo>
                <a:lnTo>
                  <a:pt x="10445681" y="10277169"/>
                </a:lnTo>
                <a:lnTo>
                  <a:pt x="10445681" y="10253821"/>
                </a:lnTo>
                <a:lnTo>
                  <a:pt x="10445681" y="10208356"/>
                </a:lnTo>
                <a:lnTo>
                  <a:pt x="10445681" y="10175024"/>
                </a:lnTo>
                <a:lnTo>
                  <a:pt x="10445681" y="10133399"/>
                </a:lnTo>
                <a:lnTo>
                  <a:pt x="10445681" y="10082557"/>
                </a:lnTo>
                <a:lnTo>
                  <a:pt x="10445681" y="10021578"/>
                </a:lnTo>
                <a:lnTo>
                  <a:pt x="10445681" y="9949539"/>
                </a:lnTo>
                <a:lnTo>
                  <a:pt x="10445681" y="9865520"/>
                </a:lnTo>
                <a:lnTo>
                  <a:pt x="10445681" y="9768598"/>
                </a:lnTo>
                <a:lnTo>
                  <a:pt x="10445681" y="9657853"/>
                </a:lnTo>
                <a:lnTo>
                  <a:pt x="10445681" y="9532362"/>
                </a:lnTo>
                <a:lnTo>
                  <a:pt x="10445681" y="9391203"/>
                </a:lnTo>
                <a:lnTo>
                  <a:pt x="10445681" y="9233456"/>
                </a:lnTo>
                <a:lnTo>
                  <a:pt x="10445681" y="9058198"/>
                </a:lnTo>
                <a:lnTo>
                  <a:pt x="10445681" y="8864508"/>
                </a:lnTo>
                <a:lnTo>
                  <a:pt x="10445681" y="8651465"/>
                </a:lnTo>
                <a:lnTo>
                  <a:pt x="10445681" y="8644385"/>
                </a:lnTo>
                <a:lnTo>
                  <a:pt x="10393771" y="8551723"/>
                </a:lnTo>
                <a:cubicBezTo>
                  <a:pt x="10099430" y="8080562"/>
                  <a:pt x="9584335" y="7786088"/>
                  <a:pt x="9037703" y="7619218"/>
                </a:cubicBezTo>
                <a:cubicBezTo>
                  <a:pt x="8449022" y="7442533"/>
                  <a:pt x="7776245" y="7540692"/>
                  <a:pt x="7208590" y="7324743"/>
                </a:cubicBezTo>
                <a:cubicBezTo>
                  <a:pt x="6966812" y="7226585"/>
                  <a:pt x="6746057" y="7049899"/>
                  <a:pt x="6672473" y="6804503"/>
                </a:cubicBezTo>
                <a:cubicBezTo>
                  <a:pt x="6609399" y="6588555"/>
                  <a:pt x="6672473" y="6352975"/>
                  <a:pt x="6693495" y="6117395"/>
                </a:cubicBezTo>
                <a:cubicBezTo>
                  <a:pt x="6725033" y="5891631"/>
                  <a:pt x="6693495" y="5626604"/>
                  <a:pt x="6493766" y="5489182"/>
                </a:cubicBezTo>
                <a:cubicBezTo>
                  <a:pt x="6283521" y="5351760"/>
                  <a:pt x="5999696" y="5400838"/>
                  <a:pt x="5757915" y="5459734"/>
                </a:cubicBezTo>
                <a:cubicBezTo>
                  <a:pt x="5347941" y="5567708"/>
                  <a:pt x="4485946" y="5960342"/>
                  <a:pt x="4212630" y="5449918"/>
                </a:cubicBezTo>
                <a:cubicBezTo>
                  <a:pt x="4023412" y="5106364"/>
                  <a:pt x="4443897" y="4743177"/>
                  <a:pt x="4570044" y="4370175"/>
                </a:cubicBezTo>
                <a:cubicBezTo>
                  <a:pt x="4706702" y="3977541"/>
                  <a:pt x="4485946" y="3526013"/>
                  <a:pt x="4128535" y="3270802"/>
                </a:cubicBezTo>
                <a:cubicBezTo>
                  <a:pt x="3781633" y="3015590"/>
                  <a:pt x="3319099" y="2917432"/>
                  <a:pt x="2877590" y="2878168"/>
                </a:cubicBezTo>
                <a:cubicBezTo>
                  <a:pt x="2541201" y="2848720"/>
                  <a:pt x="2194300" y="2838904"/>
                  <a:pt x="1868423" y="2730932"/>
                </a:cubicBezTo>
                <a:cubicBezTo>
                  <a:pt x="1553058" y="2632772"/>
                  <a:pt x="1248208" y="2397192"/>
                  <a:pt x="1185134" y="2092901"/>
                </a:cubicBezTo>
                <a:cubicBezTo>
                  <a:pt x="1058988" y="1464687"/>
                  <a:pt x="1878935" y="1013159"/>
                  <a:pt x="2036617" y="394761"/>
                </a:cubicBezTo>
                <a:cubicBezTo>
                  <a:pt x="2060270" y="299057"/>
                  <a:pt x="2066183" y="201512"/>
                  <a:pt x="2056820" y="104734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5000"/>
                </a:schemeClr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9EB78ED1-AC1B-4535-84EE-76BE94FA867C}"/>
              </a:ext>
            </a:extLst>
          </p:cNvPr>
          <p:cNvSpPr>
            <a:spLocks/>
          </p:cNvSpPr>
          <p:nvPr/>
        </p:nvSpPr>
        <p:spPr bwMode="auto">
          <a:xfrm flipH="1">
            <a:off x="-1" y="0"/>
            <a:ext cx="3604773" cy="2082385"/>
          </a:xfrm>
          <a:custGeom>
            <a:avLst/>
            <a:gdLst>
              <a:gd name="connsiteX0" fmla="*/ 5479793 w 5479793"/>
              <a:gd name="connsiteY0" fmla="*/ 0 h 3165536"/>
              <a:gd name="connsiteX1" fmla="*/ 58603 w 5479793"/>
              <a:gd name="connsiteY1" fmla="*/ 0 h 3165536"/>
              <a:gd name="connsiteX2" fmla="*/ 18414 w 5479793"/>
              <a:gd name="connsiteY2" fmla="*/ 167071 h 3165536"/>
              <a:gd name="connsiteX3" fmla="*/ 537255 w 5479793"/>
              <a:gd name="connsiteY3" fmla="*/ 1096708 h 3165536"/>
              <a:gd name="connsiteX4" fmla="*/ 2134579 w 5479793"/>
              <a:gd name="connsiteY4" fmla="*/ 1149083 h 3165536"/>
              <a:gd name="connsiteX5" fmla="*/ 2553549 w 5479793"/>
              <a:gd name="connsiteY5" fmla="*/ 2379905 h 3165536"/>
              <a:gd name="connsiteX6" fmla="*/ 4360357 w 5479793"/>
              <a:gd name="connsiteY6" fmla="*/ 2353717 h 3165536"/>
              <a:gd name="connsiteX7" fmla="*/ 4366903 w 5479793"/>
              <a:gd name="connsiteY7" fmla="*/ 2353717 h 3165536"/>
              <a:gd name="connsiteX8" fmla="*/ 4798966 w 5479793"/>
              <a:gd name="connsiteY8" fmla="*/ 2681063 h 3165536"/>
              <a:gd name="connsiteX9" fmla="*/ 5479793 w 5479793"/>
              <a:gd name="connsiteY9" fmla="*/ 3165536 h 3165536"/>
              <a:gd name="connsiteX10" fmla="*/ 5479793 w 5479793"/>
              <a:gd name="connsiteY10" fmla="*/ 0 h 3165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79793" h="3165536">
                <a:moveTo>
                  <a:pt x="5479793" y="0"/>
                </a:moveTo>
                <a:lnTo>
                  <a:pt x="58603" y="0"/>
                </a:lnTo>
                <a:lnTo>
                  <a:pt x="18414" y="167071"/>
                </a:lnTo>
                <a:cubicBezTo>
                  <a:pt x="-51307" y="574693"/>
                  <a:pt x="67551" y="1033694"/>
                  <a:pt x="537255" y="1096708"/>
                </a:cubicBezTo>
                <a:cubicBezTo>
                  <a:pt x="1087153" y="1175271"/>
                  <a:pt x="1715609" y="651517"/>
                  <a:pt x="2134579" y="1149083"/>
                </a:cubicBezTo>
                <a:cubicBezTo>
                  <a:pt x="2448806" y="1515711"/>
                  <a:pt x="2056022" y="2118028"/>
                  <a:pt x="2553549" y="2379905"/>
                </a:cubicBezTo>
                <a:cubicBezTo>
                  <a:pt x="3155818" y="2667970"/>
                  <a:pt x="3758088" y="2327530"/>
                  <a:pt x="4360357" y="2353717"/>
                </a:cubicBezTo>
                <a:cubicBezTo>
                  <a:pt x="4360357" y="2353717"/>
                  <a:pt x="4360357" y="2353717"/>
                  <a:pt x="4366903" y="2353717"/>
                </a:cubicBezTo>
                <a:cubicBezTo>
                  <a:pt x="4563296" y="2353717"/>
                  <a:pt x="4740049" y="2491203"/>
                  <a:pt x="4798966" y="2681063"/>
                </a:cubicBezTo>
                <a:cubicBezTo>
                  <a:pt x="4949534" y="3198270"/>
                  <a:pt x="5224483" y="3041144"/>
                  <a:pt x="5479793" y="3165536"/>
                </a:cubicBezTo>
                <a:lnTo>
                  <a:pt x="54797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sz="2876" dirty="0"/>
          </a:p>
        </p:txBody>
      </p:sp>
      <p:sp>
        <p:nvSpPr>
          <p:cNvPr id="9" name="TextBox 8"/>
          <p:cNvSpPr txBox="1"/>
          <p:nvPr/>
        </p:nvSpPr>
        <p:spPr>
          <a:xfrm>
            <a:off x="13131594" y="2222794"/>
            <a:ext cx="4059125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How About</a:t>
            </a:r>
            <a:r>
              <a:rPr lang="en-US" sz="3200" b="1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 </a:t>
            </a:r>
          </a:p>
          <a:p>
            <a:pPr algn="r"/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Annual Report?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445680" y="3694764"/>
            <a:ext cx="67365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Far far away, behind the word mountains, far from the countries Vokalia and Consonantia, there live the blind texts. 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593226"/>
              </p:ext>
            </p:extLst>
          </p:nvPr>
        </p:nvGraphicFramePr>
        <p:xfrm>
          <a:off x="8343899" y="5173819"/>
          <a:ext cx="8846820" cy="401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5942">
                  <a:extLst>
                    <a:ext uri="{9D8B030D-6E8A-4147-A177-3AD203B41FA5}">
                      <a16:colId xmlns:a16="http://schemas.microsoft.com/office/drawing/2014/main" val="2030773283"/>
                    </a:ext>
                  </a:extLst>
                </a:gridCol>
                <a:gridCol w="2760878">
                  <a:extLst>
                    <a:ext uri="{9D8B030D-6E8A-4147-A177-3AD203B41FA5}">
                      <a16:colId xmlns:a16="http://schemas.microsoft.com/office/drawing/2014/main" val="2868248669"/>
                    </a:ext>
                  </a:extLst>
                </a:gridCol>
              </a:tblGrid>
              <a:tr h="57370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Titillium Web SemiBold" panose="000007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Project Task</a:t>
                      </a:r>
                      <a:endParaRPr lang="en-US" sz="1800" dirty="0">
                        <a:solidFill>
                          <a:schemeClr val="bg1"/>
                        </a:solidFill>
                        <a:latin typeface="Titillium Web SemiBold" panose="000007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Titillium Web SemiBold" panose="000007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Status</a:t>
                      </a:r>
                      <a:endParaRPr lang="en-US" sz="1800" dirty="0">
                        <a:solidFill>
                          <a:schemeClr val="bg1"/>
                        </a:solidFill>
                        <a:latin typeface="Titillium Web SemiBold" panose="000007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605160"/>
                  </a:ext>
                </a:extLst>
              </a:tr>
              <a:tr h="573700">
                <a:tc>
                  <a:txBody>
                    <a:bodyPr/>
                    <a:lstStyle/>
                    <a:p>
                      <a:pPr lvl="1"/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Aliquam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sed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 ipsum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maximus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 </a:t>
                      </a: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SzPct val="200000"/>
                        <a:buFont typeface="Roboto" panose="02000000000000000000" pitchFamily="2" charset="0"/>
                        <a:buNone/>
                      </a:pPr>
                      <a:r>
                        <a:rPr lang="en-US" sz="1400" b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Poppins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Done</a:t>
                      </a:r>
                      <a:endParaRPr lang="en-US" sz="1400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Poppins" panose="00000500000000000000" pitchFamily="2" charset="0"/>
                        <a:ea typeface="Roboto" panose="020000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658157"/>
                  </a:ext>
                </a:extLst>
              </a:tr>
              <a:tr h="573700">
                <a:tc>
                  <a:txBody>
                    <a:bodyPr/>
                    <a:lstStyle/>
                    <a:p>
                      <a:pPr lvl="1"/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Maecenas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consequat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elementum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 </a:t>
                      </a: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Done</a:t>
                      </a:r>
                      <a:endParaRPr lang="en-US" sz="1400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046325"/>
                  </a:ext>
                </a:extLst>
              </a:tr>
              <a:tr h="573700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Vivamus interdum porta </a:t>
                      </a: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Doing</a:t>
                      </a:r>
                      <a:endParaRPr lang="en-US" sz="1400" b="1" dirty="0">
                        <a:solidFill>
                          <a:schemeClr val="accent2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265158"/>
                  </a:ext>
                </a:extLst>
              </a:tr>
              <a:tr h="573700">
                <a:tc>
                  <a:txBody>
                    <a:bodyPr/>
                    <a:lstStyle/>
                    <a:p>
                      <a:pPr lvl="1"/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Quisque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ut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nibh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 ante</a:t>
                      </a: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Done</a:t>
                      </a:r>
                      <a:endParaRPr lang="en-US" sz="1400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891573"/>
                  </a:ext>
                </a:extLst>
              </a:tr>
              <a:tr h="573700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Orci varius natoque penatibus </a:t>
                      </a: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Done</a:t>
                      </a:r>
                      <a:endParaRPr lang="en-US" sz="1400" b="1" dirty="0">
                        <a:solidFill>
                          <a:schemeClr val="accent3">
                            <a:lumMod val="75000"/>
                          </a:schemeClr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101774"/>
                  </a:ext>
                </a:extLst>
              </a:tr>
              <a:tr h="573700">
                <a:tc>
                  <a:txBody>
                    <a:bodyPr/>
                    <a:lstStyle/>
                    <a:p>
                      <a:pPr lvl="1"/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Aenean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rhoncus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 tempus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erat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Doing</a:t>
                      </a:r>
                      <a:endParaRPr lang="en-US" sz="1400" b="1" dirty="0">
                        <a:solidFill>
                          <a:schemeClr val="accent2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866546"/>
                  </a:ext>
                </a:extLst>
              </a:tr>
            </a:tbl>
          </a:graphicData>
        </a:graphic>
      </p:graphicFrame>
      <p:sp>
        <p:nvSpPr>
          <p:cNvPr id="44" name="Oval 43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6372087" y="676522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 182"/>
          <p:cNvSpPr>
            <a:spLocks noEditPoints="1"/>
          </p:cNvSpPr>
          <p:nvPr/>
        </p:nvSpPr>
        <p:spPr bwMode="auto">
          <a:xfrm>
            <a:off x="16608853" y="948722"/>
            <a:ext cx="345100" cy="274231"/>
          </a:xfrm>
          <a:custGeom>
            <a:avLst/>
            <a:gdLst>
              <a:gd name="T0" fmla="*/ 36 w 170"/>
              <a:gd name="T1" fmla="*/ 19 h 134"/>
              <a:gd name="T2" fmla="*/ 18 w 170"/>
              <a:gd name="T3" fmla="*/ 37 h 134"/>
              <a:gd name="T4" fmla="*/ 0 w 170"/>
              <a:gd name="T5" fmla="*/ 19 h 134"/>
              <a:gd name="T6" fmla="*/ 18 w 170"/>
              <a:gd name="T7" fmla="*/ 0 h 134"/>
              <a:gd name="T8" fmla="*/ 31 w 170"/>
              <a:gd name="T9" fmla="*/ 54 h 134"/>
              <a:gd name="T10" fmla="*/ 31 w 170"/>
              <a:gd name="T11" fmla="*/ 80 h 134"/>
              <a:gd name="T12" fmla="*/ 5 w 170"/>
              <a:gd name="T13" fmla="*/ 80 h 134"/>
              <a:gd name="T14" fmla="*/ 5 w 170"/>
              <a:gd name="T15" fmla="*/ 54 h 134"/>
              <a:gd name="T16" fmla="*/ 31 w 170"/>
              <a:gd name="T17" fmla="*/ 54 h 134"/>
              <a:gd name="T18" fmla="*/ 36 w 170"/>
              <a:gd name="T19" fmla="*/ 115 h 134"/>
              <a:gd name="T20" fmla="*/ 18 w 170"/>
              <a:gd name="T21" fmla="*/ 134 h 134"/>
              <a:gd name="T22" fmla="*/ 0 w 170"/>
              <a:gd name="T23" fmla="*/ 115 h 134"/>
              <a:gd name="T24" fmla="*/ 18 w 170"/>
              <a:gd name="T25" fmla="*/ 97 h 134"/>
              <a:gd name="T26" fmla="*/ 170 w 170"/>
              <a:gd name="T27" fmla="*/ 9 h 134"/>
              <a:gd name="T28" fmla="*/ 169 w 170"/>
              <a:gd name="T29" fmla="*/ 30 h 134"/>
              <a:gd name="T30" fmla="*/ 52 w 170"/>
              <a:gd name="T31" fmla="*/ 31 h 134"/>
              <a:gd name="T32" fmla="*/ 48 w 170"/>
              <a:gd name="T33" fmla="*/ 28 h 134"/>
              <a:gd name="T34" fmla="*/ 49 w 170"/>
              <a:gd name="T35" fmla="*/ 7 h 134"/>
              <a:gd name="T36" fmla="*/ 166 w 170"/>
              <a:gd name="T37" fmla="*/ 6 h 134"/>
              <a:gd name="T38" fmla="*/ 170 w 170"/>
              <a:gd name="T39" fmla="*/ 9 h 134"/>
              <a:gd name="T40" fmla="*/ 170 w 170"/>
              <a:gd name="T41" fmla="*/ 76 h 134"/>
              <a:gd name="T42" fmla="*/ 166 w 170"/>
              <a:gd name="T43" fmla="*/ 79 h 134"/>
              <a:gd name="T44" fmla="*/ 49 w 170"/>
              <a:gd name="T45" fmla="*/ 78 h 134"/>
              <a:gd name="T46" fmla="*/ 48 w 170"/>
              <a:gd name="T47" fmla="*/ 58 h 134"/>
              <a:gd name="T48" fmla="*/ 52 w 170"/>
              <a:gd name="T49" fmla="*/ 55 h 134"/>
              <a:gd name="T50" fmla="*/ 169 w 170"/>
              <a:gd name="T51" fmla="*/ 56 h 134"/>
              <a:gd name="T52" fmla="*/ 170 w 170"/>
              <a:gd name="T53" fmla="*/ 106 h 134"/>
              <a:gd name="T54" fmla="*/ 169 w 170"/>
              <a:gd name="T55" fmla="*/ 127 h 134"/>
              <a:gd name="T56" fmla="*/ 52 w 170"/>
              <a:gd name="T57" fmla="*/ 127 h 134"/>
              <a:gd name="T58" fmla="*/ 48 w 170"/>
              <a:gd name="T59" fmla="*/ 124 h 134"/>
              <a:gd name="T60" fmla="*/ 49 w 170"/>
              <a:gd name="T61" fmla="*/ 104 h 134"/>
              <a:gd name="T62" fmla="*/ 166 w 170"/>
              <a:gd name="T63" fmla="*/ 103 h 134"/>
              <a:gd name="T64" fmla="*/ 170 w 170"/>
              <a:gd name="T65" fmla="*/ 106 h 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0" h="134">
                <a:moveTo>
                  <a:pt x="31" y="6"/>
                </a:moveTo>
                <a:cubicBezTo>
                  <a:pt x="35" y="9"/>
                  <a:pt x="36" y="13"/>
                  <a:pt x="36" y="19"/>
                </a:cubicBezTo>
                <a:cubicBezTo>
                  <a:pt x="36" y="24"/>
                  <a:pt x="35" y="28"/>
                  <a:pt x="31" y="31"/>
                </a:cubicBezTo>
                <a:cubicBezTo>
                  <a:pt x="28" y="35"/>
                  <a:pt x="23" y="37"/>
                  <a:pt x="18" y="37"/>
                </a:cubicBezTo>
                <a:cubicBezTo>
                  <a:pt x="13" y="37"/>
                  <a:pt x="9" y="35"/>
                  <a:pt x="5" y="31"/>
                </a:cubicBezTo>
                <a:cubicBezTo>
                  <a:pt x="2" y="28"/>
                  <a:pt x="0" y="24"/>
                  <a:pt x="0" y="19"/>
                </a:cubicBezTo>
                <a:cubicBezTo>
                  <a:pt x="0" y="13"/>
                  <a:pt x="2" y="9"/>
                  <a:pt x="5" y="6"/>
                </a:cubicBezTo>
                <a:cubicBezTo>
                  <a:pt x="9" y="2"/>
                  <a:pt x="13" y="0"/>
                  <a:pt x="18" y="0"/>
                </a:cubicBezTo>
                <a:cubicBezTo>
                  <a:pt x="23" y="0"/>
                  <a:pt x="28" y="2"/>
                  <a:pt x="31" y="6"/>
                </a:cubicBezTo>
                <a:close/>
                <a:moveTo>
                  <a:pt x="31" y="54"/>
                </a:moveTo>
                <a:cubicBezTo>
                  <a:pt x="35" y="58"/>
                  <a:pt x="36" y="62"/>
                  <a:pt x="36" y="67"/>
                </a:cubicBezTo>
                <a:cubicBezTo>
                  <a:pt x="36" y="72"/>
                  <a:pt x="35" y="76"/>
                  <a:pt x="31" y="80"/>
                </a:cubicBezTo>
                <a:cubicBezTo>
                  <a:pt x="28" y="83"/>
                  <a:pt x="23" y="85"/>
                  <a:pt x="18" y="85"/>
                </a:cubicBezTo>
                <a:cubicBezTo>
                  <a:pt x="13" y="85"/>
                  <a:pt x="9" y="83"/>
                  <a:pt x="5" y="80"/>
                </a:cubicBezTo>
                <a:cubicBezTo>
                  <a:pt x="2" y="76"/>
                  <a:pt x="0" y="72"/>
                  <a:pt x="0" y="67"/>
                </a:cubicBezTo>
                <a:cubicBezTo>
                  <a:pt x="0" y="62"/>
                  <a:pt x="2" y="58"/>
                  <a:pt x="5" y="54"/>
                </a:cubicBezTo>
                <a:cubicBezTo>
                  <a:pt x="9" y="51"/>
                  <a:pt x="13" y="49"/>
                  <a:pt x="18" y="49"/>
                </a:cubicBezTo>
                <a:cubicBezTo>
                  <a:pt x="23" y="49"/>
                  <a:pt x="28" y="51"/>
                  <a:pt x="31" y="54"/>
                </a:cubicBezTo>
                <a:close/>
                <a:moveTo>
                  <a:pt x="31" y="102"/>
                </a:moveTo>
                <a:cubicBezTo>
                  <a:pt x="35" y="106"/>
                  <a:pt x="36" y="110"/>
                  <a:pt x="36" y="115"/>
                </a:cubicBezTo>
                <a:cubicBezTo>
                  <a:pt x="36" y="120"/>
                  <a:pt x="35" y="125"/>
                  <a:pt x="31" y="128"/>
                </a:cubicBezTo>
                <a:cubicBezTo>
                  <a:pt x="28" y="132"/>
                  <a:pt x="23" y="134"/>
                  <a:pt x="18" y="134"/>
                </a:cubicBezTo>
                <a:cubicBezTo>
                  <a:pt x="13" y="134"/>
                  <a:pt x="9" y="132"/>
                  <a:pt x="5" y="128"/>
                </a:cubicBezTo>
                <a:cubicBezTo>
                  <a:pt x="2" y="125"/>
                  <a:pt x="0" y="120"/>
                  <a:pt x="0" y="115"/>
                </a:cubicBezTo>
                <a:cubicBezTo>
                  <a:pt x="0" y="110"/>
                  <a:pt x="2" y="106"/>
                  <a:pt x="5" y="102"/>
                </a:cubicBezTo>
                <a:cubicBezTo>
                  <a:pt x="9" y="99"/>
                  <a:pt x="13" y="97"/>
                  <a:pt x="18" y="97"/>
                </a:cubicBezTo>
                <a:cubicBezTo>
                  <a:pt x="23" y="97"/>
                  <a:pt x="28" y="99"/>
                  <a:pt x="31" y="102"/>
                </a:cubicBezTo>
                <a:close/>
                <a:moveTo>
                  <a:pt x="170" y="9"/>
                </a:moveTo>
                <a:cubicBezTo>
                  <a:pt x="170" y="28"/>
                  <a:pt x="170" y="28"/>
                  <a:pt x="170" y="28"/>
                </a:cubicBezTo>
                <a:cubicBezTo>
                  <a:pt x="170" y="28"/>
                  <a:pt x="169" y="29"/>
                  <a:pt x="169" y="30"/>
                </a:cubicBezTo>
                <a:cubicBezTo>
                  <a:pt x="168" y="30"/>
                  <a:pt x="167" y="31"/>
                  <a:pt x="166" y="31"/>
                </a:cubicBezTo>
                <a:cubicBezTo>
                  <a:pt x="52" y="31"/>
                  <a:pt x="52" y="31"/>
                  <a:pt x="52" y="31"/>
                </a:cubicBezTo>
                <a:cubicBezTo>
                  <a:pt x="51" y="31"/>
                  <a:pt x="50" y="30"/>
                  <a:pt x="49" y="30"/>
                </a:cubicBezTo>
                <a:cubicBezTo>
                  <a:pt x="49" y="29"/>
                  <a:pt x="48" y="28"/>
                  <a:pt x="48" y="2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9" y="8"/>
                  <a:pt x="49" y="7"/>
                </a:cubicBezTo>
                <a:cubicBezTo>
                  <a:pt x="50" y="7"/>
                  <a:pt x="51" y="6"/>
                  <a:pt x="52" y="6"/>
                </a:cubicBezTo>
                <a:cubicBezTo>
                  <a:pt x="166" y="6"/>
                  <a:pt x="166" y="6"/>
                  <a:pt x="166" y="6"/>
                </a:cubicBezTo>
                <a:cubicBezTo>
                  <a:pt x="167" y="6"/>
                  <a:pt x="168" y="7"/>
                  <a:pt x="169" y="7"/>
                </a:cubicBezTo>
                <a:cubicBezTo>
                  <a:pt x="169" y="8"/>
                  <a:pt x="170" y="9"/>
                  <a:pt x="170" y="9"/>
                </a:cubicBezTo>
                <a:close/>
                <a:moveTo>
                  <a:pt x="170" y="58"/>
                </a:moveTo>
                <a:cubicBezTo>
                  <a:pt x="170" y="76"/>
                  <a:pt x="170" y="76"/>
                  <a:pt x="170" y="76"/>
                </a:cubicBezTo>
                <a:cubicBezTo>
                  <a:pt x="170" y="77"/>
                  <a:pt x="169" y="78"/>
                  <a:pt x="169" y="78"/>
                </a:cubicBezTo>
                <a:cubicBezTo>
                  <a:pt x="168" y="79"/>
                  <a:pt x="167" y="79"/>
                  <a:pt x="166" y="79"/>
                </a:cubicBezTo>
                <a:cubicBezTo>
                  <a:pt x="52" y="79"/>
                  <a:pt x="52" y="79"/>
                  <a:pt x="52" y="79"/>
                </a:cubicBezTo>
                <a:cubicBezTo>
                  <a:pt x="51" y="79"/>
                  <a:pt x="50" y="79"/>
                  <a:pt x="49" y="78"/>
                </a:cubicBezTo>
                <a:cubicBezTo>
                  <a:pt x="49" y="78"/>
                  <a:pt x="48" y="77"/>
                  <a:pt x="48" y="76"/>
                </a:cubicBezTo>
                <a:cubicBezTo>
                  <a:pt x="48" y="58"/>
                  <a:pt x="48" y="58"/>
                  <a:pt x="48" y="58"/>
                </a:cubicBezTo>
                <a:cubicBezTo>
                  <a:pt x="48" y="57"/>
                  <a:pt x="49" y="56"/>
                  <a:pt x="49" y="56"/>
                </a:cubicBezTo>
                <a:cubicBezTo>
                  <a:pt x="50" y="55"/>
                  <a:pt x="51" y="55"/>
                  <a:pt x="52" y="55"/>
                </a:cubicBezTo>
                <a:cubicBezTo>
                  <a:pt x="166" y="55"/>
                  <a:pt x="166" y="55"/>
                  <a:pt x="166" y="55"/>
                </a:cubicBezTo>
                <a:cubicBezTo>
                  <a:pt x="167" y="55"/>
                  <a:pt x="168" y="55"/>
                  <a:pt x="169" y="56"/>
                </a:cubicBezTo>
                <a:cubicBezTo>
                  <a:pt x="169" y="56"/>
                  <a:pt x="170" y="57"/>
                  <a:pt x="170" y="58"/>
                </a:cubicBezTo>
                <a:close/>
                <a:moveTo>
                  <a:pt x="170" y="106"/>
                </a:moveTo>
                <a:cubicBezTo>
                  <a:pt x="170" y="124"/>
                  <a:pt x="170" y="124"/>
                  <a:pt x="170" y="124"/>
                </a:cubicBezTo>
                <a:cubicBezTo>
                  <a:pt x="170" y="125"/>
                  <a:pt x="169" y="126"/>
                  <a:pt x="169" y="127"/>
                </a:cubicBezTo>
                <a:cubicBezTo>
                  <a:pt x="168" y="127"/>
                  <a:pt x="167" y="127"/>
                  <a:pt x="166" y="127"/>
                </a:cubicBezTo>
                <a:cubicBezTo>
                  <a:pt x="52" y="127"/>
                  <a:pt x="52" y="127"/>
                  <a:pt x="52" y="127"/>
                </a:cubicBezTo>
                <a:cubicBezTo>
                  <a:pt x="51" y="127"/>
                  <a:pt x="50" y="127"/>
                  <a:pt x="49" y="127"/>
                </a:cubicBezTo>
                <a:cubicBezTo>
                  <a:pt x="49" y="126"/>
                  <a:pt x="48" y="125"/>
                  <a:pt x="48" y="124"/>
                </a:cubicBezTo>
                <a:cubicBezTo>
                  <a:pt x="48" y="106"/>
                  <a:pt x="48" y="106"/>
                  <a:pt x="48" y="106"/>
                </a:cubicBezTo>
                <a:cubicBezTo>
                  <a:pt x="48" y="105"/>
                  <a:pt x="49" y="105"/>
                  <a:pt x="49" y="104"/>
                </a:cubicBezTo>
                <a:cubicBezTo>
                  <a:pt x="50" y="104"/>
                  <a:pt x="51" y="103"/>
                  <a:pt x="52" y="103"/>
                </a:cubicBezTo>
                <a:cubicBezTo>
                  <a:pt x="166" y="103"/>
                  <a:pt x="166" y="103"/>
                  <a:pt x="166" y="103"/>
                </a:cubicBezTo>
                <a:cubicBezTo>
                  <a:pt x="167" y="103"/>
                  <a:pt x="168" y="104"/>
                  <a:pt x="169" y="104"/>
                </a:cubicBezTo>
                <a:cubicBezTo>
                  <a:pt x="169" y="105"/>
                  <a:pt x="170" y="105"/>
                  <a:pt x="170" y="1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</p:spTree>
    <p:extLst>
      <p:ext uri="{BB962C8B-B14F-4D97-AF65-F5344CB8AC3E}">
        <p14:creationId xmlns:p14="http://schemas.microsoft.com/office/powerpoint/2010/main" val="2151387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/>
          <p:cNvGrpSpPr/>
          <p:nvPr/>
        </p:nvGrpSpPr>
        <p:grpSpPr>
          <a:xfrm>
            <a:off x="0" y="0"/>
            <a:ext cx="11473554" cy="10287000"/>
            <a:chOff x="0" y="0"/>
            <a:chExt cx="11473554" cy="10287000"/>
          </a:xfrm>
        </p:grpSpPr>
        <p:sp>
          <p:nvSpPr>
            <p:cNvPr id="52" name="Freeform 51"/>
            <p:cNvSpPr/>
            <p:nvPr/>
          </p:nvSpPr>
          <p:spPr>
            <a:xfrm rot="16200000">
              <a:off x="593278" y="-593277"/>
              <a:ext cx="10287000" cy="11473553"/>
            </a:xfrm>
            <a:custGeom>
              <a:avLst/>
              <a:gdLst>
                <a:gd name="connsiteX0" fmla="*/ 10287000 w 10287000"/>
                <a:gd name="connsiteY0" fmla="*/ 0 h 11473553"/>
                <a:gd name="connsiteX1" fmla="*/ 10287000 w 10287000"/>
                <a:gd name="connsiteY1" fmla="*/ 11473553 h 11473553"/>
                <a:gd name="connsiteX2" fmla="*/ 10231340 w 10287000"/>
                <a:gd name="connsiteY2" fmla="*/ 11367141 h 11473553"/>
                <a:gd name="connsiteX3" fmla="*/ 8469818 w 10287000"/>
                <a:gd name="connsiteY3" fmla="*/ 10069794 h 11473553"/>
                <a:gd name="connsiteX4" fmla="*/ 6093812 w 10287000"/>
                <a:gd name="connsiteY4" fmla="*/ 9660106 h 11473553"/>
                <a:gd name="connsiteX5" fmla="*/ 5397399 w 10287000"/>
                <a:gd name="connsiteY5" fmla="*/ 8936322 h 11473553"/>
                <a:gd name="connsiteX6" fmla="*/ 5424706 w 10287000"/>
                <a:gd name="connsiteY6" fmla="*/ 7980384 h 11473553"/>
                <a:gd name="connsiteX7" fmla="*/ 5165260 w 10287000"/>
                <a:gd name="connsiteY7" fmla="*/ 7106383 h 11473553"/>
                <a:gd name="connsiteX8" fmla="*/ 4209394 w 10287000"/>
                <a:gd name="connsiteY8" fmla="*/ 7065413 h 11473553"/>
                <a:gd name="connsiteX9" fmla="*/ 2202080 w 10287000"/>
                <a:gd name="connsiteY9" fmla="*/ 7051757 h 11473553"/>
                <a:gd name="connsiteX10" fmla="*/ 2666357 w 10287000"/>
                <a:gd name="connsiteY10" fmla="*/ 5549564 h 11473553"/>
                <a:gd name="connsiteX11" fmla="*/ 2092841 w 10287000"/>
                <a:gd name="connsiteY11" fmla="*/ 4020063 h 11473553"/>
                <a:gd name="connsiteX12" fmla="*/ 467870 w 10287000"/>
                <a:gd name="connsiteY12" fmla="*/ 3473811 h 11473553"/>
                <a:gd name="connsiteX13" fmla="*/ 138224 w 10287000"/>
                <a:gd name="connsiteY13" fmla="*/ 3445645 h 11473553"/>
                <a:gd name="connsiteX14" fmla="*/ 0 w 10287000"/>
                <a:gd name="connsiteY14" fmla="*/ 3431741 h 11473553"/>
                <a:gd name="connsiteX15" fmla="*/ 0 w 10287000"/>
                <a:gd name="connsiteY15" fmla="*/ 0 h 1147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287000" h="11473553">
                  <a:moveTo>
                    <a:pt x="10287000" y="0"/>
                  </a:moveTo>
                  <a:lnTo>
                    <a:pt x="10287000" y="11473553"/>
                  </a:lnTo>
                  <a:lnTo>
                    <a:pt x="10231340" y="11367141"/>
                  </a:lnTo>
                  <a:cubicBezTo>
                    <a:pt x="9848994" y="10711639"/>
                    <a:pt x="9179889" y="10301952"/>
                    <a:pt x="8469818" y="10069794"/>
                  </a:cubicBezTo>
                  <a:cubicBezTo>
                    <a:pt x="7705126" y="9823981"/>
                    <a:pt x="6831193" y="9960545"/>
                    <a:pt x="6093812" y="9660106"/>
                  </a:cubicBezTo>
                  <a:cubicBezTo>
                    <a:pt x="5779743" y="9523544"/>
                    <a:pt x="5492983" y="9277729"/>
                    <a:pt x="5397399" y="8936322"/>
                  </a:cubicBezTo>
                  <a:cubicBezTo>
                    <a:pt x="5315465" y="8635885"/>
                    <a:pt x="5397399" y="8308134"/>
                    <a:pt x="5424706" y="7980384"/>
                  </a:cubicBezTo>
                  <a:cubicBezTo>
                    <a:pt x="5465674" y="7666290"/>
                    <a:pt x="5424706" y="7297571"/>
                    <a:pt x="5165260" y="7106383"/>
                  </a:cubicBezTo>
                  <a:cubicBezTo>
                    <a:pt x="4892153" y="6915195"/>
                    <a:pt x="4523466" y="6983474"/>
                    <a:pt x="4209394" y="7065413"/>
                  </a:cubicBezTo>
                  <a:cubicBezTo>
                    <a:pt x="3676841" y="7215632"/>
                    <a:pt x="2557114" y="7761884"/>
                    <a:pt x="2202080" y="7051757"/>
                  </a:cubicBezTo>
                  <a:cubicBezTo>
                    <a:pt x="1956285" y="6573787"/>
                    <a:pt x="2502494" y="6068504"/>
                    <a:pt x="2666357" y="5549564"/>
                  </a:cubicBezTo>
                  <a:cubicBezTo>
                    <a:pt x="2843874" y="5003313"/>
                    <a:pt x="2557114" y="4375125"/>
                    <a:pt x="2092841" y="4020063"/>
                  </a:cubicBezTo>
                  <a:cubicBezTo>
                    <a:pt x="1642218" y="3664999"/>
                    <a:pt x="1041387" y="3528437"/>
                    <a:pt x="467870" y="3473811"/>
                  </a:cubicBezTo>
                  <a:cubicBezTo>
                    <a:pt x="358628" y="3463569"/>
                    <a:pt x="248533" y="3455033"/>
                    <a:pt x="138224" y="3445645"/>
                  </a:cubicBezTo>
                  <a:lnTo>
                    <a:pt x="0" y="343174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bg1">
                    <a:alpha val="35000"/>
                  </a:schemeClr>
                </a:gs>
                <a:gs pos="5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 rot="16200000">
              <a:off x="-201663" y="201665"/>
              <a:ext cx="8650271" cy="8246943"/>
            </a:xfrm>
            <a:custGeom>
              <a:avLst/>
              <a:gdLst>
                <a:gd name="connsiteX0" fmla="*/ 809245 w 8650271"/>
                <a:gd name="connsiteY0" fmla="*/ 0 h 8246943"/>
                <a:gd name="connsiteX1" fmla="*/ 8650271 w 8650271"/>
                <a:gd name="connsiteY1" fmla="*/ 0 h 8246943"/>
                <a:gd name="connsiteX2" fmla="*/ 8650271 w 8650271"/>
                <a:gd name="connsiteY2" fmla="*/ 8246943 h 8246943"/>
                <a:gd name="connsiteX3" fmla="*/ 8610263 w 8650271"/>
                <a:gd name="connsiteY3" fmla="*/ 8170455 h 8246943"/>
                <a:gd name="connsiteX4" fmla="*/ 7344119 w 8650271"/>
                <a:gd name="connsiteY4" fmla="*/ 7237950 h 8246943"/>
                <a:gd name="connsiteX5" fmla="*/ 5636298 w 8650271"/>
                <a:gd name="connsiteY5" fmla="*/ 6943475 h 8246943"/>
                <a:gd name="connsiteX6" fmla="*/ 5135731 w 8650271"/>
                <a:gd name="connsiteY6" fmla="*/ 6423235 h 8246943"/>
                <a:gd name="connsiteX7" fmla="*/ 5155359 w 8650271"/>
                <a:gd name="connsiteY7" fmla="*/ 5736127 h 8246943"/>
                <a:gd name="connsiteX8" fmla="*/ 4968875 w 8650271"/>
                <a:gd name="connsiteY8" fmla="*/ 5107914 h 8246943"/>
                <a:gd name="connsiteX9" fmla="*/ 4281819 w 8650271"/>
                <a:gd name="connsiteY9" fmla="*/ 5078466 h 8246943"/>
                <a:gd name="connsiteX10" fmla="*/ 2839005 w 8650271"/>
                <a:gd name="connsiteY10" fmla="*/ 5068650 h 8246943"/>
                <a:gd name="connsiteX11" fmla="*/ 3172717 w 8650271"/>
                <a:gd name="connsiteY11" fmla="*/ 3988907 h 8246943"/>
                <a:gd name="connsiteX12" fmla="*/ 2760486 w 8650271"/>
                <a:gd name="connsiteY12" fmla="*/ 2889534 h 8246943"/>
                <a:gd name="connsiteX13" fmla="*/ 1592492 w 8650271"/>
                <a:gd name="connsiteY13" fmla="*/ 2496900 h 8246943"/>
                <a:gd name="connsiteX14" fmla="*/ 650246 w 8650271"/>
                <a:gd name="connsiteY14" fmla="*/ 2349664 h 8246943"/>
                <a:gd name="connsiteX15" fmla="*/ 12266 w 8650271"/>
                <a:gd name="connsiteY15" fmla="*/ 1711632 h 8246943"/>
                <a:gd name="connsiteX16" fmla="*/ 807286 w 8650271"/>
                <a:gd name="connsiteY16" fmla="*/ 13493 h 824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50271" h="8246943">
                  <a:moveTo>
                    <a:pt x="809245" y="0"/>
                  </a:moveTo>
                  <a:lnTo>
                    <a:pt x="8650271" y="0"/>
                  </a:lnTo>
                  <a:lnTo>
                    <a:pt x="8650271" y="8246943"/>
                  </a:lnTo>
                  <a:lnTo>
                    <a:pt x="8610263" y="8170455"/>
                  </a:lnTo>
                  <a:cubicBezTo>
                    <a:pt x="8335441" y="7699294"/>
                    <a:pt x="7854503" y="7404820"/>
                    <a:pt x="7344119" y="7237950"/>
                  </a:cubicBezTo>
                  <a:cubicBezTo>
                    <a:pt x="6794475" y="7061265"/>
                    <a:pt x="6166311" y="7159424"/>
                    <a:pt x="5636298" y="6943475"/>
                  </a:cubicBezTo>
                  <a:cubicBezTo>
                    <a:pt x="5410552" y="6845317"/>
                    <a:pt x="5204435" y="6668631"/>
                    <a:pt x="5135731" y="6423235"/>
                  </a:cubicBezTo>
                  <a:cubicBezTo>
                    <a:pt x="5076839" y="6207287"/>
                    <a:pt x="5135731" y="5971707"/>
                    <a:pt x="5155359" y="5736127"/>
                  </a:cubicBezTo>
                  <a:cubicBezTo>
                    <a:pt x="5184806" y="5510363"/>
                    <a:pt x="5155359" y="5245336"/>
                    <a:pt x="4968875" y="5107914"/>
                  </a:cubicBezTo>
                  <a:cubicBezTo>
                    <a:pt x="4772571" y="4970492"/>
                    <a:pt x="4507567" y="5019570"/>
                    <a:pt x="4281819" y="5078466"/>
                  </a:cubicBezTo>
                  <a:cubicBezTo>
                    <a:pt x="3899031" y="5186440"/>
                    <a:pt x="3094196" y="5579074"/>
                    <a:pt x="2839005" y="5068650"/>
                  </a:cubicBezTo>
                  <a:cubicBezTo>
                    <a:pt x="2662333" y="4725096"/>
                    <a:pt x="3054936" y="4361909"/>
                    <a:pt x="3172717" y="3988907"/>
                  </a:cubicBezTo>
                  <a:cubicBezTo>
                    <a:pt x="3300313" y="3596273"/>
                    <a:pt x="3094196" y="3144745"/>
                    <a:pt x="2760486" y="2889534"/>
                  </a:cubicBezTo>
                  <a:cubicBezTo>
                    <a:pt x="2436588" y="2634322"/>
                    <a:pt x="2004724" y="2536164"/>
                    <a:pt x="1592492" y="2496900"/>
                  </a:cubicBezTo>
                  <a:cubicBezTo>
                    <a:pt x="1278410" y="2467452"/>
                    <a:pt x="954512" y="2457636"/>
                    <a:pt x="650246" y="2349664"/>
                  </a:cubicBezTo>
                  <a:cubicBezTo>
                    <a:pt x="355793" y="2251504"/>
                    <a:pt x="71157" y="2015924"/>
                    <a:pt x="12266" y="1711632"/>
                  </a:cubicBezTo>
                  <a:cubicBezTo>
                    <a:pt x="-105515" y="1083419"/>
                    <a:pt x="660061" y="631891"/>
                    <a:pt x="807286" y="13493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35000"/>
                  </a:schemeClr>
                </a:gs>
                <a:gs pos="5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 rot="16200000">
              <a:off x="-673099" y="673100"/>
              <a:ext cx="6187970" cy="4841771"/>
            </a:xfrm>
            <a:custGeom>
              <a:avLst/>
              <a:gdLst>
                <a:gd name="connsiteX0" fmla="*/ 18610 w 6187970"/>
                <a:gd name="connsiteY0" fmla="*/ 0 h 4841771"/>
                <a:gd name="connsiteX1" fmla="*/ 6187970 w 6187970"/>
                <a:gd name="connsiteY1" fmla="*/ 0 h 4841771"/>
                <a:gd name="connsiteX2" fmla="*/ 6187970 w 6187970"/>
                <a:gd name="connsiteY2" fmla="*/ 4841771 h 4841771"/>
                <a:gd name="connsiteX3" fmla="*/ 6046042 w 6187970"/>
                <a:gd name="connsiteY3" fmla="*/ 4784983 h 4841771"/>
                <a:gd name="connsiteX4" fmla="*/ 4640079 w 6187970"/>
                <a:gd name="connsiteY4" fmla="*/ 4542557 h 4841771"/>
                <a:gd name="connsiteX5" fmla="*/ 4227988 w 6187970"/>
                <a:gd name="connsiteY5" fmla="*/ 4114269 h 4841771"/>
                <a:gd name="connsiteX6" fmla="*/ 4244146 w 6187970"/>
                <a:gd name="connsiteY6" fmla="*/ 3548608 h 4841771"/>
                <a:gd name="connsiteX7" fmla="*/ 4090624 w 6187970"/>
                <a:gd name="connsiteY7" fmla="*/ 3031432 h 4841771"/>
                <a:gd name="connsiteX8" fmla="*/ 3525005 w 6187970"/>
                <a:gd name="connsiteY8" fmla="*/ 3007189 h 4841771"/>
                <a:gd name="connsiteX9" fmla="*/ 2337209 w 6187970"/>
                <a:gd name="connsiteY9" fmla="*/ 2999108 h 4841771"/>
                <a:gd name="connsiteX10" fmla="*/ 2611938 w 6187970"/>
                <a:gd name="connsiteY10" fmla="*/ 2110210 h 4841771"/>
                <a:gd name="connsiteX11" fmla="*/ 2272568 w 6187970"/>
                <a:gd name="connsiteY11" fmla="*/ 1205152 h 4841771"/>
                <a:gd name="connsiteX12" fmla="*/ 1311018 w 6187970"/>
                <a:gd name="connsiteY12" fmla="*/ 881917 h 4841771"/>
                <a:gd name="connsiteX13" fmla="*/ 535315 w 6187970"/>
                <a:gd name="connsiteY13" fmla="*/ 760704 h 4841771"/>
                <a:gd name="connsiteX14" fmla="*/ 10098 w 6187970"/>
                <a:gd name="connsiteY14" fmla="*/ 235445 h 4841771"/>
                <a:gd name="connsiteX15" fmla="*/ 5411 w 6187970"/>
                <a:gd name="connsiteY15" fmla="*/ 47770 h 484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187970" h="4841771">
                  <a:moveTo>
                    <a:pt x="18610" y="0"/>
                  </a:moveTo>
                  <a:lnTo>
                    <a:pt x="6187970" y="0"/>
                  </a:lnTo>
                  <a:lnTo>
                    <a:pt x="6187970" y="4841771"/>
                  </a:lnTo>
                  <a:lnTo>
                    <a:pt x="6046042" y="4784983"/>
                  </a:lnTo>
                  <a:cubicBezTo>
                    <a:pt x="5593548" y="4639527"/>
                    <a:pt x="5076412" y="4720337"/>
                    <a:pt x="4640079" y="4542557"/>
                  </a:cubicBezTo>
                  <a:cubicBezTo>
                    <a:pt x="4454234" y="4461749"/>
                    <a:pt x="4284548" y="4316292"/>
                    <a:pt x="4227988" y="4114269"/>
                  </a:cubicBezTo>
                  <a:cubicBezTo>
                    <a:pt x="4179505" y="3936490"/>
                    <a:pt x="4227988" y="3742549"/>
                    <a:pt x="4244146" y="3548608"/>
                  </a:cubicBezTo>
                  <a:cubicBezTo>
                    <a:pt x="4268388" y="3362748"/>
                    <a:pt x="4244146" y="3144565"/>
                    <a:pt x="4090624" y="3031432"/>
                  </a:cubicBezTo>
                  <a:cubicBezTo>
                    <a:pt x="3929016" y="2918300"/>
                    <a:pt x="3710852" y="2958703"/>
                    <a:pt x="3525005" y="3007189"/>
                  </a:cubicBezTo>
                  <a:cubicBezTo>
                    <a:pt x="3209875" y="3096079"/>
                    <a:pt x="2547295" y="3419314"/>
                    <a:pt x="2337209" y="2999108"/>
                  </a:cubicBezTo>
                  <a:cubicBezTo>
                    <a:pt x="2191764" y="2716277"/>
                    <a:pt x="2514974" y="2417284"/>
                    <a:pt x="2611938" y="2110210"/>
                  </a:cubicBezTo>
                  <a:cubicBezTo>
                    <a:pt x="2716981" y="1786975"/>
                    <a:pt x="2547295" y="1415255"/>
                    <a:pt x="2272568" y="1205152"/>
                  </a:cubicBezTo>
                  <a:cubicBezTo>
                    <a:pt x="2005920" y="995049"/>
                    <a:pt x="1650388" y="914241"/>
                    <a:pt x="1311018" y="881917"/>
                  </a:cubicBezTo>
                  <a:cubicBezTo>
                    <a:pt x="1052450" y="857673"/>
                    <a:pt x="785801" y="849592"/>
                    <a:pt x="535315" y="760704"/>
                  </a:cubicBezTo>
                  <a:cubicBezTo>
                    <a:pt x="292906" y="679894"/>
                    <a:pt x="58580" y="485953"/>
                    <a:pt x="10098" y="235445"/>
                  </a:cubicBezTo>
                  <a:cubicBezTo>
                    <a:pt x="-2022" y="170798"/>
                    <a:pt x="-2780" y="108424"/>
                    <a:pt x="5411" y="47770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35000"/>
                  </a:schemeClr>
                </a:gs>
                <a:gs pos="5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/>
            <p:cNvSpPr/>
            <p:nvPr/>
          </p:nvSpPr>
          <p:spPr>
            <a:xfrm rot="16200000">
              <a:off x="-323948" y="323949"/>
              <a:ext cx="2978146" cy="2330247"/>
            </a:xfrm>
            <a:custGeom>
              <a:avLst/>
              <a:gdLst>
                <a:gd name="connsiteX0" fmla="*/ 18610 w 6187970"/>
                <a:gd name="connsiteY0" fmla="*/ 0 h 4841771"/>
                <a:gd name="connsiteX1" fmla="*/ 6187970 w 6187970"/>
                <a:gd name="connsiteY1" fmla="*/ 0 h 4841771"/>
                <a:gd name="connsiteX2" fmla="*/ 6187970 w 6187970"/>
                <a:gd name="connsiteY2" fmla="*/ 4841771 h 4841771"/>
                <a:gd name="connsiteX3" fmla="*/ 6046042 w 6187970"/>
                <a:gd name="connsiteY3" fmla="*/ 4784983 h 4841771"/>
                <a:gd name="connsiteX4" fmla="*/ 4640079 w 6187970"/>
                <a:gd name="connsiteY4" fmla="*/ 4542557 h 4841771"/>
                <a:gd name="connsiteX5" fmla="*/ 4227988 w 6187970"/>
                <a:gd name="connsiteY5" fmla="*/ 4114269 h 4841771"/>
                <a:gd name="connsiteX6" fmla="*/ 4244146 w 6187970"/>
                <a:gd name="connsiteY6" fmla="*/ 3548608 h 4841771"/>
                <a:gd name="connsiteX7" fmla="*/ 4090624 w 6187970"/>
                <a:gd name="connsiteY7" fmla="*/ 3031432 h 4841771"/>
                <a:gd name="connsiteX8" fmla="*/ 3525005 w 6187970"/>
                <a:gd name="connsiteY8" fmla="*/ 3007189 h 4841771"/>
                <a:gd name="connsiteX9" fmla="*/ 2337209 w 6187970"/>
                <a:gd name="connsiteY9" fmla="*/ 2999108 h 4841771"/>
                <a:gd name="connsiteX10" fmla="*/ 2611938 w 6187970"/>
                <a:gd name="connsiteY10" fmla="*/ 2110210 h 4841771"/>
                <a:gd name="connsiteX11" fmla="*/ 2272568 w 6187970"/>
                <a:gd name="connsiteY11" fmla="*/ 1205152 h 4841771"/>
                <a:gd name="connsiteX12" fmla="*/ 1311018 w 6187970"/>
                <a:gd name="connsiteY12" fmla="*/ 881917 h 4841771"/>
                <a:gd name="connsiteX13" fmla="*/ 535315 w 6187970"/>
                <a:gd name="connsiteY13" fmla="*/ 760704 h 4841771"/>
                <a:gd name="connsiteX14" fmla="*/ 10098 w 6187970"/>
                <a:gd name="connsiteY14" fmla="*/ 235445 h 4841771"/>
                <a:gd name="connsiteX15" fmla="*/ 5411 w 6187970"/>
                <a:gd name="connsiteY15" fmla="*/ 47770 h 484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187970" h="4841771">
                  <a:moveTo>
                    <a:pt x="18610" y="0"/>
                  </a:moveTo>
                  <a:lnTo>
                    <a:pt x="6187970" y="0"/>
                  </a:lnTo>
                  <a:lnTo>
                    <a:pt x="6187970" y="4841771"/>
                  </a:lnTo>
                  <a:lnTo>
                    <a:pt x="6046042" y="4784983"/>
                  </a:lnTo>
                  <a:cubicBezTo>
                    <a:pt x="5593548" y="4639527"/>
                    <a:pt x="5076412" y="4720337"/>
                    <a:pt x="4640079" y="4542557"/>
                  </a:cubicBezTo>
                  <a:cubicBezTo>
                    <a:pt x="4454234" y="4461749"/>
                    <a:pt x="4284548" y="4316292"/>
                    <a:pt x="4227988" y="4114269"/>
                  </a:cubicBezTo>
                  <a:cubicBezTo>
                    <a:pt x="4179505" y="3936490"/>
                    <a:pt x="4227988" y="3742549"/>
                    <a:pt x="4244146" y="3548608"/>
                  </a:cubicBezTo>
                  <a:cubicBezTo>
                    <a:pt x="4268388" y="3362748"/>
                    <a:pt x="4244146" y="3144565"/>
                    <a:pt x="4090624" y="3031432"/>
                  </a:cubicBezTo>
                  <a:cubicBezTo>
                    <a:pt x="3929016" y="2918300"/>
                    <a:pt x="3710852" y="2958703"/>
                    <a:pt x="3525005" y="3007189"/>
                  </a:cubicBezTo>
                  <a:cubicBezTo>
                    <a:pt x="3209875" y="3096079"/>
                    <a:pt x="2547295" y="3419314"/>
                    <a:pt x="2337209" y="2999108"/>
                  </a:cubicBezTo>
                  <a:cubicBezTo>
                    <a:pt x="2191764" y="2716277"/>
                    <a:pt x="2514974" y="2417284"/>
                    <a:pt x="2611938" y="2110210"/>
                  </a:cubicBezTo>
                  <a:cubicBezTo>
                    <a:pt x="2716981" y="1786975"/>
                    <a:pt x="2547295" y="1415255"/>
                    <a:pt x="2272568" y="1205152"/>
                  </a:cubicBezTo>
                  <a:cubicBezTo>
                    <a:pt x="2005920" y="995049"/>
                    <a:pt x="1650388" y="914241"/>
                    <a:pt x="1311018" y="881917"/>
                  </a:cubicBezTo>
                  <a:cubicBezTo>
                    <a:pt x="1052450" y="857673"/>
                    <a:pt x="785801" y="849592"/>
                    <a:pt x="535315" y="760704"/>
                  </a:cubicBezTo>
                  <a:cubicBezTo>
                    <a:pt x="292906" y="679894"/>
                    <a:pt x="58580" y="485953"/>
                    <a:pt x="10098" y="235445"/>
                  </a:cubicBezTo>
                  <a:cubicBezTo>
                    <a:pt x="-2022" y="170798"/>
                    <a:pt x="-2780" y="108424"/>
                    <a:pt x="5411" y="47770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35000"/>
                  </a:schemeClr>
                </a:gs>
                <a:gs pos="5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97280" y="4103876"/>
            <a:ext cx="463941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600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Best Presentation</a:t>
            </a:r>
          </a:p>
          <a:p>
            <a:r>
              <a:rPr lang="en-US" sz="4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For Growing Your</a:t>
            </a:r>
          </a:p>
          <a:p>
            <a:r>
              <a:rPr lang="en-US" sz="4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Presentation.</a:t>
            </a:r>
            <a:endParaRPr lang="en-US" sz="4600" b="1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79" y="7644806"/>
            <a:ext cx="64207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80" y="1914867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Google Shape;239;p8"/>
          <p:cNvSpPr/>
          <p:nvPr/>
        </p:nvSpPr>
        <p:spPr>
          <a:xfrm>
            <a:off x="1332290" y="2169774"/>
            <a:ext cx="348612" cy="308817"/>
          </a:xfrm>
          <a:custGeom>
            <a:avLst/>
            <a:gdLst/>
            <a:ahLst/>
            <a:cxnLst/>
            <a:rect l="l" t="t" r="r" b="b"/>
            <a:pathLst>
              <a:path w="6693" h="5929" extrusionOk="0">
                <a:moveTo>
                  <a:pt x="224" y="1"/>
                </a:moveTo>
                <a:lnTo>
                  <a:pt x="168" y="20"/>
                </a:lnTo>
                <a:lnTo>
                  <a:pt x="94" y="75"/>
                </a:lnTo>
                <a:lnTo>
                  <a:pt x="19" y="169"/>
                </a:lnTo>
                <a:lnTo>
                  <a:pt x="19" y="225"/>
                </a:lnTo>
                <a:lnTo>
                  <a:pt x="1" y="281"/>
                </a:lnTo>
                <a:lnTo>
                  <a:pt x="1" y="467"/>
                </a:lnTo>
                <a:lnTo>
                  <a:pt x="19" y="523"/>
                </a:lnTo>
                <a:lnTo>
                  <a:pt x="19" y="560"/>
                </a:lnTo>
                <a:lnTo>
                  <a:pt x="94" y="653"/>
                </a:lnTo>
                <a:lnTo>
                  <a:pt x="168" y="709"/>
                </a:lnTo>
                <a:lnTo>
                  <a:pt x="224" y="728"/>
                </a:lnTo>
                <a:lnTo>
                  <a:pt x="280" y="747"/>
                </a:lnTo>
                <a:lnTo>
                  <a:pt x="1100" y="747"/>
                </a:lnTo>
                <a:lnTo>
                  <a:pt x="1902" y="4717"/>
                </a:lnTo>
                <a:lnTo>
                  <a:pt x="1827" y="4773"/>
                </a:lnTo>
                <a:lnTo>
                  <a:pt x="1771" y="4829"/>
                </a:lnTo>
                <a:lnTo>
                  <a:pt x="1715" y="4903"/>
                </a:lnTo>
                <a:lnTo>
                  <a:pt x="1659" y="4978"/>
                </a:lnTo>
                <a:lnTo>
                  <a:pt x="1622" y="5052"/>
                </a:lnTo>
                <a:lnTo>
                  <a:pt x="1604" y="5127"/>
                </a:lnTo>
                <a:lnTo>
                  <a:pt x="1585" y="5220"/>
                </a:lnTo>
                <a:lnTo>
                  <a:pt x="1585" y="5313"/>
                </a:lnTo>
                <a:lnTo>
                  <a:pt x="1604" y="5444"/>
                </a:lnTo>
                <a:lnTo>
                  <a:pt x="1641" y="5556"/>
                </a:lnTo>
                <a:lnTo>
                  <a:pt x="1697" y="5649"/>
                </a:lnTo>
                <a:lnTo>
                  <a:pt x="1771" y="5742"/>
                </a:lnTo>
                <a:lnTo>
                  <a:pt x="1864" y="5817"/>
                </a:lnTo>
                <a:lnTo>
                  <a:pt x="1976" y="5872"/>
                </a:lnTo>
                <a:lnTo>
                  <a:pt x="2088" y="5910"/>
                </a:lnTo>
                <a:lnTo>
                  <a:pt x="2200" y="5928"/>
                </a:lnTo>
                <a:lnTo>
                  <a:pt x="2330" y="5928"/>
                </a:lnTo>
                <a:lnTo>
                  <a:pt x="2461" y="5891"/>
                </a:lnTo>
                <a:lnTo>
                  <a:pt x="2573" y="5835"/>
                </a:lnTo>
                <a:lnTo>
                  <a:pt x="2685" y="5761"/>
                </a:lnTo>
                <a:lnTo>
                  <a:pt x="2759" y="5649"/>
                </a:lnTo>
                <a:lnTo>
                  <a:pt x="2834" y="5537"/>
                </a:lnTo>
                <a:lnTo>
                  <a:pt x="2871" y="5425"/>
                </a:lnTo>
                <a:lnTo>
                  <a:pt x="2890" y="5295"/>
                </a:lnTo>
                <a:lnTo>
                  <a:pt x="2871" y="5146"/>
                </a:lnTo>
                <a:lnTo>
                  <a:pt x="2834" y="5034"/>
                </a:lnTo>
                <a:lnTo>
                  <a:pt x="2759" y="4922"/>
                </a:lnTo>
                <a:lnTo>
                  <a:pt x="2685" y="4829"/>
                </a:lnTo>
                <a:lnTo>
                  <a:pt x="5126" y="4829"/>
                </a:lnTo>
                <a:lnTo>
                  <a:pt x="5033" y="4922"/>
                </a:lnTo>
                <a:lnTo>
                  <a:pt x="4977" y="5034"/>
                </a:lnTo>
                <a:lnTo>
                  <a:pt x="4940" y="5164"/>
                </a:lnTo>
                <a:lnTo>
                  <a:pt x="4921" y="5295"/>
                </a:lnTo>
                <a:lnTo>
                  <a:pt x="4940" y="5425"/>
                </a:lnTo>
                <a:lnTo>
                  <a:pt x="4977" y="5556"/>
                </a:lnTo>
                <a:lnTo>
                  <a:pt x="5033" y="5649"/>
                </a:lnTo>
                <a:lnTo>
                  <a:pt x="5126" y="5742"/>
                </a:lnTo>
                <a:lnTo>
                  <a:pt x="5220" y="5817"/>
                </a:lnTo>
                <a:lnTo>
                  <a:pt x="5313" y="5891"/>
                </a:lnTo>
                <a:lnTo>
                  <a:pt x="5443" y="5928"/>
                </a:lnTo>
                <a:lnTo>
                  <a:pt x="5704" y="5928"/>
                </a:lnTo>
                <a:lnTo>
                  <a:pt x="5816" y="5891"/>
                </a:lnTo>
                <a:lnTo>
                  <a:pt x="5928" y="5835"/>
                </a:lnTo>
                <a:lnTo>
                  <a:pt x="6021" y="5742"/>
                </a:lnTo>
                <a:lnTo>
                  <a:pt x="6114" y="5649"/>
                </a:lnTo>
                <a:lnTo>
                  <a:pt x="6170" y="5537"/>
                </a:lnTo>
                <a:lnTo>
                  <a:pt x="6208" y="5425"/>
                </a:lnTo>
                <a:lnTo>
                  <a:pt x="6226" y="5295"/>
                </a:lnTo>
                <a:lnTo>
                  <a:pt x="6208" y="5183"/>
                </a:lnTo>
                <a:lnTo>
                  <a:pt x="6189" y="5108"/>
                </a:lnTo>
                <a:lnTo>
                  <a:pt x="6170" y="5015"/>
                </a:lnTo>
                <a:lnTo>
                  <a:pt x="6114" y="4940"/>
                </a:lnTo>
                <a:lnTo>
                  <a:pt x="6077" y="4866"/>
                </a:lnTo>
                <a:lnTo>
                  <a:pt x="6003" y="4810"/>
                </a:lnTo>
                <a:lnTo>
                  <a:pt x="5928" y="4754"/>
                </a:lnTo>
                <a:lnTo>
                  <a:pt x="5853" y="4698"/>
                </a:lnTo>
                <a:lnTo>
                  <a:pt x="5928" y="4419"/>
                </a:lnTo>
                <a:lnTo>
                  <a:pt x="5928" y="4363"/>
                </a:lnTo>
                <a:lnTo>
                  <a:pt x="5928" y="4288"/>
                </a:lnTo>
                <a:lnTo>
                  <a:pt x="5891" y="4232"/>
                </a:lnTo>
                <a:lnTo>
                  <a:pt x="5872" y="4176"/>
                </a:lnTo>
                <a:lnTo>
                  <a:pt x="5816" y="4139"/>
                </a:lnTo>
                <a:lnTo>
                  <a:pt x="5779" y="4102"/>
                </a:lnTo>
                <a:lnTo>
                  <a:pt x="5723" y="4083"/>
                </a:lnTo>
                <a:lnTo>
                  <a:pt x="2536" y="4083"/>
                </a:lnTo>
                <a:lnTo>
                  <a:pt x="2461" y="3710"/>
                </a:lnTo>
                <a:lnTo>
                  <a:pt x="5853" y="3710"/>
                </a:lnTo>
                <a:lnTo>
                  <a:pt x="5947" y="3692"/>
                </a:lnTo>
                <a:lnTo>
                  <a:pt x="6040" y="3654"/>
                </a:lnTo>
                <a:lnTo>
                  <a:pt x="6096" y="3580"/>
                </a:lnTo>
                <a:lnTo>
                  <a:pt x="6133" y="3487"/>
                </a:lnTo>
                <a:lnTo>
                  <a:pt x="6674" y="1082"/>
                </a:lnTo>
                <a:lnTo>
                  <a:pt x="6692" y="1007"/>
                </a:lnTo>
                <a:lnTo>
                  <a:pt x="6674" y="952"/>
                </a:lnTo>
                <a:lnTo>
                  <a:pt x="6655" y="896"/>
                </a:lnTo>
                <a:lnTo>
                  <a:pt x="6618" y="840"/>
                </a:lnTo>
                <a:lnTo>
                  <a:pt x="6580" y="802"/>
                </a:lnTo>
                <a:lnTo>
                  <a:pt x="6524" y="765"/>
                </a:lnTo>
                <a:lnTo>
                  <a:pt x="6469" y="747"/>
                </a:lnTo>
                <a:lnTo>
                  <a:pt x="1846" y="747"/>
                </a:lnTo>
                <a:lnTo>
                  <a:pt x="1753" y="225"/>
                </a:lnTo>
                <a:lnTo>
                  <a:pt x="1715" y="131"/>
                </a:lnTo>
                <a:lnTo>
                  <a:pt x="1641" y="57"/>
                </a:lnTo>
                <a:lnTo>
                  <a:pt x="1566" y="20"/>
                </a:lnTo>
                <a:lnTo>
                  <a:pt x="147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roup 167"/>
          <p:cNvGrpSpPr/>
          <p:nvPr/>
        </p:nvGrpSpPr>
        <p:grpSpPr>
          <a:xfrm>
            <a:off x="8423235" y="7424967"/>
            <a:ext cx="3890997" cy="1745911"/>
            <a:chOff x="7258540" y="2733497"/>
            <a:chExt cx="3890997" cy="1745911"/>
          </a:xfrm>
        </p:grpSpPr>
        <p:sp>
          <p:nvSpPr>
            <p:cNvPr id="146" name="Rectangle: Rounded Corners 142">
              <a:extLst>
                <a:ext uri="{FF2B5EF4-FFF2-40B4-BE49-F238E27FC236}">
                  <a16:creationId xmlns:a16="http://schemas.microsoft.com/office/drawing/2014/main" id="{E5440240-8800-456C-837C-31755130B0B5}"/>
                </a:ext>
              </a:extLst>
            </p:cNvPr>
            <p:cNvSpPr/>
            <p:nvPr/>
          </p:nvSpPr>
          <p:spPr>
            <a:xfrm>
              <a:off x="7258540" y="2733497"/>
              <a:ext cx="3890997" cy="1745911"/>
            </a:xfrm>
            <a:prstGeom prst="roundRect">
              <a:avLst>
                <a:gd name="adj" fmla="val 2606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355600" dist="266700" dir="5400000" sx="88000" sy="88000" algn="t" rotWithShape="0">
                <a:schemeClr val="accent1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00" b="1" dirty="0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  <p:grpSp>
          <p:nvGrpSpPr>
            <p:cNvPr id="147" name="Group 146"/>
            <p:cNvGrpSpPr/>
            <p:nvPr/>
          </p:nvGrpSpPr>
          <p:grpSpPr>
            <a:xfrm>
              <a:off x="9218664" y="2733497"/>
              <a:ext cx="1930873" cy="1745911"/>
              <a:chOff x="15072393" y="3848801"/>
              <a:chExt cx="1930873" cy="1745911"/>
            </a:xfrm>
          </p:grpSpPr>
          <p:sp>
            <p:nvSpPr>
              <p:cNvPr id="148" name="Freeform: Shape 143">
                <a:extLst>
                  <a:ext uri="{FF2B5EF4-FFF2-40B4-BE49-F238E27FC236}">
                    <a16:creationId xmlns:a16="http://schemas.microsoft.com/office/drawing/2014/main" id="{F4D93E69-1EFE-4F72-BD4F-5CA536EF1F0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5164874" y="3756320"/>
                <a:ext cx="1745911" cy="1930873"/>
              </a:xfrm>
              <a:custGeom>
                <a:avLst/>
                <a:gdLst>
                  <a:gd name="connsiteX0" fmla="*/ 0 w 1482338"/>
                  <a:gd name="connsiteY0" fmla="*/ 1355533 h 1700566"/>
                  <a:gd name="connsiteX1" fmla="*/ 0 w 1482338"/>
                  <a:gd name="connsiteY1" fmla="*/ 38630 h 1700566"/>
                  <a:gd name="connsiteX2" fmla="*/ 38630 w 1482338"/>
                  <a:gd name="connsiteY2" fmla="*/ 0 h 1700566"/>
                  <a:gd name="connsiteX3" fmla="*/ 1443708 w 1482338"/>
                  <a:gd name="connsiteY3" fmla="*/ 0 h 1700566"/>
                  <a:gd name="connsiteX4" fmla="*/ 1482338 w 1482338"/>
                  <a:gd name="connsiteY4" fmla="*/ 38630 h 1700566"/>
                  <a:gd name="connsiteX5" fmla="*/ 1482338 w 1482338"/>
                  <a:gd name="connsiteY5" fmla="*/ 1367645 h 1700566"/>
                  <a:gd name="connsiteX6" fmla="*/ 1455444 w 1482338"/>
                  <a:gd name="connsiteY6" fmla="*/ 1381028 h 1700566"/>
                  <a:gd name="connsiteX7" fmla="*/ 871659 w 1482338"/>
                  <a:gd name="connsiteY7" fmla="*/ 1671519 h 1700566"/>
                  <a:gd name="connsiteX8" fmla="*/ 635021 w 1482338"/>
                  <a:gd name="connsiteY8" fmla="*/ 1671519 h 1700566"/>
                  <a:gd name="connsiteX9" fmla="*/ 55671 w 1482338"/>
                  <a:gd name="connsiteY9" fmla="*/ 1383234 h 1700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2338" h="1700566">
                    <a:moveTo>
                      <a:pt x="0" y="1355533"/>
                    </a:moveTo>
                    <a:lnTo>
                      <a:pt x="0" y="38630"/>
                    </a:lnTo>
                    <a:cubicBezTo>
                      <a:pt x="0" y="17295"/>
                      <a:pt x="17295" y="0"/>
                      <a:pt x="38630" y="0"/>
                    </a:cubicBezTo>
                    <a:lnTo>
                      <a:pt x="1443708" y="0"/>
                    </a:lnTo>
                    <a:cubicBezTo>
                      <a:pt x="1465043" y="0"/>
                      <a:pt x="1482338" y="17295"/>
                      <a:pt x="1482338" y="38630"/>
                    </a:cubicBezTo>
                    <a:lnTo>
                      <a:pt x="1482338" y="1367645"/>
                    </a:lnTo>
                    <a:lnTo>
                      <a:pt x="1455444" y="1381028"/>
                    </a:lnTo>
                    <a:cubicBezTo>
                      <a:pt x="1327708" y="1444589"/>
                      <a:pt x="1141910" y="1537042"/>
                      <a:pt x="871659" y="1671519"/>
                    </a:cubicBezTo>
                    <a:cubicBezTo>
                      <a:pt x="798516" y="1710249"/>
                      <a:pt x="708164" y="1710249"/>
                      <a:pt x="635021" y="1671519"/>
                    </a:cubicBezTo>
                    <a:cubicBezTo>
                      <a:pt x="635021" y="1671519"/>
                      <a:pt x="635021" y="1671519"/>
                      <a:pt x="55671" y="138323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3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sz="960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149" name="Freeform: Shape 144">
                <a:extLst>
                  <a:ext uri="{FF2B5EF4-FFF2-40B4-BE49-F238E27FC236}">
                    <a16:creationId xmlns:a16="http://schemas.microsoft.com/office/drawing/2014/main" id="{94F26F7C-EE4A-4680-9AFE-DC824A32C5BC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5515086" y="4106533"/>
                <a:ext cx="1745911" cy="1230448"/>
              </a:xfrm>
              <a:custGeom>
                <a:avLst/>
                <a:gdLst>
                  <a:gd name="connsiteX0" fmla="*/ 0 w 1482338"/>
                  <a:gd name="connsiteY0" fmla="*/ 738652 h 1083685"/>
                  <a:gd name="connsiteX1" fmla="*/ 0 w 1482338"/>
                  <a:gd name="connsiteY1" fmla="*/ 38630 h 1083685"/>
                  <a:gd name="connsiteX2" fmla="*/ 38630 w 1482338"/>
                  <a:gd name="connsiteY2" fmla="*/ 0 h 1083685"/>
                  <a:gd name="connsiteX3" fmla="*/ 1443708 w 1482338"/>
                  <a:gd name="connsiteY3" fmla="*/ 0 h 1083685"/>
                  <a:gd name="connsiteX4" fmla="*/ 1482338 w 1482338"/>
                  <a:gd name="connsiteY4" fmla="*/ 38630 h 1083685"/>
                  <a:gd name="connsiteX5" fmla="*/ 1482338 w 1482338"/>
                  <a:gd name="connsiteY5" fmla="*/ 750764 h 1083685"/>
                  <a:gd name="connsiteX6" fmla="*/ 1455444 w 1482338"/>
                  <a:gd name="connsiteY6" fmla="*/ 764147 h 1083685"/>
                  <a:gd name="connsiteX7" fmla="*/ 871659 w 1482338"/>
                  <a:gd name="connsiteY7" fmla="*/ 1054639 h 1083685"/>
                  <a:gd name="connsiteX8" fmla="*/ 635021 w 1482338"/>
                  <a:gd name="connsiteY8" fmla="*/ 1054639 h 1083685"/>
                  <a:gd name="connsiteX9" fmla="*/ 55671 w 1482338"/>
                  <a:gd name="connsiteY9" fmla="*/ 766354 h 108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2338" h="1083685">
                    <a:moveTo>
                      <a:pt x="0" y="738652"/>
                    </a:moveTo>
                    <a:lnTo>
                      <a:pt x="0" y="38630"/>
                    </a:lnTo>
                    <a:cubicBezTo>
                      <a:pt x="0" y="17295"/>
                      <a:pt x="17295" y="0"/>
                      <a:pt x="38630" y="0"/>
                    </a:cubicBezTo>
                    <a:lnTo>
                      <a:pt x="1443708" y="0"/>
                    </a:lnTo>
                    <a:cubicBezTo>
                      <a:pt x="1465043" y="0"/>
                      <a:pt x="1482338" y="17295"/>
                      <a:pt x="1482338" y="38630"/>
                    </a:cubicBezTo>
                    <a:lnTo>
                      <a:pt x="1482338" y="750764"/>
                    </a:lnTo>
                    <a:lnTo>
                      <a:pt x="1455444" y="764147"/>
                    </a:lnTo>
                    <a:cubicBezTo>
                      <a:pt x="1327708" y="827709"/>
                      <a:pt x="1141910" y="920162"/>
                      <a:pt x="871659" y="1054639"/>
                    </a:cubicBezTo>
                    <a:cubicBezTo>
                      <a:pt x="798516" y="1093368"/>
                      <a:pt x="708164" y="1093368"/>
                      <a:pt x="635021" y="1054639"/>
                    </a:cubicBezTo>
                    <a:cubicBezTo>
                      <a:pt x="635021" y="1054639"/>
                      <a:pt x="635021" y="1054639"/>
                      <a:pt x="55671" y="7663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3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sz="960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+mj-lt"/>
                </a:endParaRPr>
              </a:p>
            </p:txBody>
          </p: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7D86A663-5F7A-4B9E-92FE-072E40C44494}"/>
                </a:ext>
              </a:extLst>
            </p:cNvPr>
            <p:cNvSpPr txBox="1"/>
            <p:nvPr/>
          </p:nvSpPr>
          <p:spPr>
            <a:xfrm>
              <a:off x="8868509" y="2920631"/>
              <a:ext cx="845923" cy="350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>
                <a:lnSpc>
                  <a:spcPct val="120000"/>
                </a:lnSpc>
                <a:defRPr sz="120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id-ID" sz="1400" dirty="0">
                  <a:solidFill>
                    <a:schemeClr val="bg1"/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rPr>
                <a:t>Earned</a:t>
              </a:r>
              <a:endParaRPr lang="en-US" sz="1400" dirty="0">
                <a:solidFill>
                  <a:schemeClr val="bg1"/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2F27B04-BC4E-4CDE-AC3B-DFD6A57A96E1}"/>
                </a:ext>
              </a:extLst>
            </p:cNvPr>
            <p:cNvSpPr txBox="1"/>
            <p:nvPr/>
          </p:nvSpPr>
          <p:spPr>
            <a:xfrm>
              <a:off x="8868508" y="3258607"/>
              <a:ext cx="19857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800" b="1" i="1" spc="1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$2899 </a:t>
              </a:r>
              <a:r>
                <a:rPr lang="id-ID" sz="1600" i="1" spc="1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USD</a:t>
              </a:r>
              <a:endParaRPr lang="id-ID" sz="2800" i="1" spc="1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E4B886A3-F63C-4335-A662-488F0217B9E7}"/>
                </a:ext>
              </a:extLst>
            </p:cNvPr>
            <p:cNvSpPr txBox="1"/>
            <p:nvPr/>
          </p:nvSpPr>
          <p:spPr>
            <a:xfrm>
              <a:off x="8868509" y="3830611"/>
              <a:ext cx="22810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600"/>
                </a:spcAft>
              </a:pPr>
              <a:r>
                <a:rPr lang="id-ID" sz="1000" i="1" dirty="0">
                  <a:solidFill>
                    <a:schemeClr val="bg1"/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rPr>
                <a:t>*</a:t>
              </a:r>
              <a:r>
                <a:rPr lang="en-US" sz="1000" i="1" dirty="0">
                  <a:solidFill>
                    <a:schemeClr val="bg1"/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rPr>
                <a:t>Far </a:t>
              </a:r>
              <a:r>
                <a:rPr lang="en-US" sz="1000" i="1" dirty="0" err="1">
                  <a:solidFill>
                    <a:schemeClr val="bg1"/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rPr>
                <a:t>far</a:t>
              </a:r>
              <a:r>
                <a:rPr lang="en-US" sz="1000" i="1" dirty="0">
                  <a:solidFill>
                    <a:schemeClr val="bg1"/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rPr>
                <a:t> away, </a:t>
              </a:r>
              <a:r>
                <a:rPr lang="en-US" sz="1000" i="1">
                  <a:solidFill>
                    <a:schemeClr val="bg1"/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rPr>
                <a:t>behind the word </a:t>
              </a:r>
              <a:r>
                <a:rPr lang="en-US" sz="1000" i="1" dirty="0">
                  <a:solidFill>
                    <a:schemeClr val="bg1"/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rPr>
                <a:t>mountains, far</a:t>
              </a:r>
              <a:endParaRPr lang="id-ID" sz="1000" i="1" dirty="0">
                <a:solidFill>
                  <a:schemeClr val="bg1"/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A5EF3771-26C0-4B0F-B501-E7BC6FB628A5}"/>
                </a:ext>
              </a:extLst>
            </p:cNvPr>
            <p:cNvSpPr/>
            <p:nvPr/>
          </p:nvSpPr>
          <p:spPr>
            <a:xfrm>
              <a:off x="7522336" y="3048013"/>
              <a:ext cx="1116879" cy="1116881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54" name="Partial Circle 152">
              <a:extLst>
                <a:ext uri="{FF2B5EF4-FFF2-40B4-BE49-F238E27FC236}">
                  <a16:creationId xmlns:a16="http://schemas.microsoft.com/office/drawing/2014/main" id="{AC4D425F-333F-4824-8722-C9FCAB3ECAB6}"/>
                </a:ext>
              </a:extLst>
            </p:cNvPr>
            <p:cNvSpPr/>
            <p:nvPr/>
          </p:nvSpPr>
          <p:spPr>
            <a:xfrm>
              <a:off x="7522334" y="3048015"/>
              <a:ext cx="1116881" cy="1116878"/>
            </a:xfrm>
            <a:prstGeom prst="pie">
              <a:avLst>
                <a:gd name="adj1" fmla="val 1743233"/>
                <a:gd name="adj2" fmla="val 16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20138C56-2E34-4276-94D4-BF924CACFBE8}"/>
                </a:ext>
              </a:extLst>
            </p:cNvPr>
            <p:cNvSpPr/>
            <p:nvPr/>
          </p:nvSpPr>
          <p:spPr>
            <a:xfrm>
              <a:off x="7686452" y="3212132"/>
              <a:ext cx="788643" cy="78864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508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+mj-lt"/>
              </a:endParaRPr>
            </a:p>
          </p:txBody>
        </p:sp>
        <p:sp>
          <p:nvSpPr>
            <p:cNvPr id="156" name="Google Shape;109;p7"/>
            <p:cNvSpPr/>
            <p:nvPr/>
          </p:nvSpPr>
          <p:spPr>
            <a:xfrm>
              <a:off x="7930372" y="3434479"/>
              <a:ext cx="300802" cy="343948"/>
            </a:xfrm>
            <a:custGeom>
              <a:avLst/>
              <a:gdLst/>
              <a:ahLst/>
              <a:cxnLst/>
              <a:rect l="l" t="t" r="r" b="b"/>
              <a:pathLst>
                <a:path w="5201" h="5947" extrusionOk="0">
                  <a:moveTo>
                    <a:pt x="2629" y="746"/>
                  </a:moveTo>
                  <a:lnTo>
                    <a:pt x="2778" y="764"/>
                  </a:lnTo>
                  <a:lnTo>
                    <a:pt x="2908" y="820"/>
                  </a:lnTo>
                  <a:lnTo>
                    <a:pt x="3020" y="895"/>
                  </a:lnTo>
                  <a:lnTo>
                    <a:pt x="3132" y="969"/>
                  </a:lnTo>
                  <a:lnTo>
                    <a:pt x="3225" y="1081"/>
                  </a:lnTo>
                  <a:lnTo>
                    <a:pt x="3281" y="1212"/>
                  </a:lnTo>
                  <a:lnTo>
                    <a:pt x="3318" y="1342"/>
                  </a:lnTo>
                  <a:lnTo>
                    <a:pt x="3337" y="1491"/>
                  </a:lnTo>
                  <a:lnTo>
                    <a:pt x="3337" y="1864"/>
                  </a:lnTo>
                  <a:lnTo>
                    <a:pt x="1846" y="1864"/>
                  </a:lnTo>
                  <a:lnTo>
                    <a:pt x="1846" y="1491"/>
                  </a:lnTo>
                  <a:lnTo>
                    <a:pt x="1864" y="1323"/>
                  </a:lnTo>
                  <a:lnTo>
                    <a:pt x="1920" y="1193"/>
                  </a:lnTo>
                  <a:lnTo>
                    <a:pt x="1995" y="1063"/>
                  </a:lnTo>
                  <a:lnTo>
                    <a:pt x="2088" y="951"/>
                  </a:lnTo>
                  <a:lnTo>
                    <a:pt x="2200" y="857"/>
                  </a:lnTo>
                  <a:lnTo>
                    <a:pt x="2330" y="802"/>
                  </a:lnTo>
                  <a:lnTo>
                    <a:pt x="2479" y="746"/>
                  </a:lnTo>
                  <a:close/>
                  <a:moveTo>
                    <a:pt x="1529" y="2330"/>
                  </a:moveTo>
                  <a:lnTo>
                    <a:pt x="1585" y="2349"/>
                  </a:lnTo>
                  <a:lnTo>
                    <a:pt x="1678" y="2405"/>
                  </a:lnTo>
                  <a:lnTo>
                    <a:pt x="1734" y="2498"/>
                  </a:lnTo>
                  <a:lnTo>
                    <a:pt x="1753" y="2554"/>
                  </a:lnTo>
                  <a:lnTo>
                    <a:pt x="1753" y="2610"/>
                  </a:lnTo>
                  <a:lnTo>
                    <a:pt x="1753" y="2666"/>
                  </a:lnTo>
                  <a:lnTo>
                    <a:pt x="1734" y="2721"/>
                  </a:lnTo>
                  <a:lnTo>
                    <a:pt x="1678" y="2796"/>
                  </a:lnTo>
                  <a:lnTo>
                    <a:pt x="1585" y="2852"/>
                  </a:lnTo>
                  <a:lnTo>
                    <a:pt x="1529" y="2871"/>
                  </a:lnTo>
                  <a:lnTo>
                    <a:pt x="1473" y="2889"/>
                  </a:lnTo>
                  <a:lnTo>
                    <a:pt x="1417" y="2871"/>
                  </a:lnTo>
                  <a:lnTo>
                    <a:pt x="1380" y="2852"/>
                  </a:lnTo>
                  <a:lnTo>
                    <a:pt x="1287" y="2796"/>
                  </a:lnTo>
                  <a:lnTo>
                    <a:pt x="1231" y="2721"/>
                  </a:lnTo>
                  <a:lnTo>
                    <a:pt x="1212" y="2666"/>
                  </a:lnTo>
                  <a:lnTo>
                    <a:pt x="1193" y="2610"/>
                  </a:lnTo>
                  <a:lnTo>
                    <a:pt x="1212" y="2554"/>
                  </a:lnTo>
                  <a:lnTo>
                    <a:pt x="1231" y="2498"/>
                  </a:lnTo>
                  <a:lnTo>
                    <a:pt x="1287" y="2405"/>
                  </a:lnTo>
                  <a:lnTo>
                    <a:pt x="1380" y="2349"/>
                  </a:lnTo>
                  <a:lnTo>
                    <a:pt x="1417" y="2330"/>
                  </a:lnTo>
                  <a:close/>
                  <a:moveTo>
                    <a:pt x="3766" y="2330"/>
                  </a:moveTo>
                  <a:lnTo>
                    <a:pt x="3822" y="2349"/>
                  </a:lnTo>
                  <a:lnTo>
                    <a:pt x="3896" y="2405"/>
                  </a:lnTo>
                  <a:lnTo>
                    <a:pt x="3971" y="2498"/>
                  </a:lnTo>
                  <a:lnTo>
                    <a:pt x="3989" y="2554"/>
                  </a:lnTo>
                  <a:lnTo>
                    <a:pt x="3989" y="2610"/>
                  </a:lnTo>
                  <a:lnTo>
                    <a:pt x="3989" y="2666"/>
                  </a:lnTo>
                  <a:lnTo>
                    <a:pt x="3971" y="2721"/>
                  </a:lnTo>
                  <a:lnTo>
                    <a:pt x="3896" y="2796"/>
                  </a:lnTo>
                  <a:lnTo>
                    <a:pt x="3822" y="2852"/>
                  </a:lnTo>
                  <a:lnTo>
                    <a:pt x="3766" y="2871"/>
                  </a:lnTo>
                  <a:lnTo>
                    <a:pt x="3710" y="2889"/>
                  </a:lnTo>
                  <a:lnTo>
                    <a:pt x="3654" y="2871"/>
                  </a:lnTo>
                  <a:lnTo>
                    <a:pt x="3598" y="2852"/>
                  </a:lnTo>
                  <a:lnTo>
                    <a:pt x="3505" y="2796"/>
                  </a:lnTo>
                  <a:lnTo>
                    <a:pt x="3449" y="2721"/>
                  </a:lnTo>
                  <a:lnTo>
                    <a:pt x="3430" y="2666"/>
                  </a:lnTo>
                  <a:lnTo>
                    <a:pt x="3430" y="2610"/>
                  </a:lnTo>
                  <a:lnTo>
                    <a:pt x="3430" y="2554"/>
                  </a:lnTo>
                  <a:lnTo>
                    <a:pt x="3449" y="2498"/>
                  </a:lnTo>
                  <a:lnTo>
                    <a:pt x="3505" y="2405"/>
                  </a:lnTo>
                  <a:lnTo>
                    <a:pt x="3598" y="2349"/>
                  </a:lnTo>
                  <a:lnTo>
                    <a:pt x="3654" y="2330"/>
                  </a:lnTo>
                  <a:close/>
                  <a:moveTo>
                    <a:pt x="2479" y="0"/>
                  </a:moveTo>
                  <a:lnTo>
                    <a:pt x="2330" y="19"/>
                  </a:lnTo>
                  <a:lnTo>
                    <a:pt x="2181" y="56"/>
                  </a:lnTo>
                  <a:lnTo>
                    <a:pt x="2051" y="112"/>
                  </a:lnTo>
                  <a:lnTo>
                    <a:pt x="1920" y="168"/>
                  </a:lnTo>
                  <a:lnTo>
                    <a:pt x="1790" y="242"/>
                  </a:lnTo>
                  <a:lnTo>
                    <a:pt x="1659" y="336"/>
                  </a:lnTo>
                  <a:lnTo>
                    <a:pt x="1566" y="429"/>
                  </a:lnTo>
                  <a:lnTo>
                    <a:pt x="1454" y="522"/>
                  </a:lnTo>
                  <a:lnTo>
                    <a:pt x="1380" y="652"/>
                  </a:lnTo>
                  <a:lnTo>
                    <a:pt x="1287" y="764"/>
                  </a:lnTo>
                  <a:lnTo>
                    <a:pt x="1231" y="895"/>
                  </a:lnTo>
                  <a:lnTo>
                    <a:pt x="1175" y="1044"/>
                  </a:lnTo>
                  <a:lnTo>
                    <a:pt x="1137" y="1174"/>
                  </a:lnTo>
                  <a:lnTo>
                    <a:pt x="1119" y="1323"/>
                  </a:lnTo>
                  <a:lnTo>
                    <a:pt x="1100" y="1491"/>
                  </a:lnTo>
                  <a:lnTo>
                    <a:pt x="1100" y="1864"/>
                  </a:lnTo>
                  <a:lnTo>
                    <a:pt x="0" y="1864"/>
                  </a:lnTo>
                  <a:lnTo>
                    <a:pt x="0" y="5014"/>
                  </a:lnTo>
                  <a:lnTo>
                    <a:pt x="19" y="5201"/>
                  </a:lnTo>
                  <a:lnTo>
                    <a:pt x="75" y="5368"/>
                  </a:lnTo>
                  <a:lnTo>
                    <a:pt x="150" y="5536"/>
                  </a:lnTo>
                  <a:lnTo>
                    <a:pt x="261" y="5667"/>
                  </a:lnTo>
                  <a:lnTo>
                    <a:pt x="410" y="5778"/>
                  </a:lnTo>
                  <a:lnTo>
                    <a:pt x="560" y="5872"/>
                  </a:lnTo>
                  <a:lnTo>
                    <a:pt x="727" y="5928"/>
                  </a:lnTo>
                  <a:lnTo>
                    <a:pt x="932" y="5946"/>
                  </a:lnTo>
                  <a:lnTo>
                    <a:pt x="4269" y="5946"/>
                  </a:lnTo>
                  <a:lnTo>
                    <a:pt x="4455" y="5928"/>
                  </a:lnTo>
                  <a:lnTo>
                    <a:pt x="4623" y="5872"/>
                  </a:lnTo>
                  <a:lnTo>
                    <a:pt x="4791" y="5778"/>
                  </a:lnTo>
                  <a:lnTo>
                    <a:pt x="4921" y="5667"/>
                  </a:lnTo>
                  <a:lnTo>
                    <a:pt x="5033" y="5536"/>
                  </a:lnTo>
                  <a:lnTo>
                    <a:pt x="5126" y="5368"/>
                  </a:lnTo>
                  <a:lnTo>
                    <a:pt x="5182" y="5201"/>
                  </a:lnTo>
                  <a:lnTo>
                    <a:pt x="5201" y="5014"/>
                  </a:lnTo>
                  <a:lnTo>
                    <a:pt x="5201" y="1864"/>
                  </a:lnTo>
                  <a:lnTo>
                    <a:pt x="4083" y="1864"/>
                  </a:lnTo>
                  <a:lnTo>
                    <a:pt x="4083" y="1510"/>
                  </a:lnTo>
                  <a:lnTo>
                    <a:pt x="4064" y="1361"/>
                  </a:lnTo>
                  <a:lnTo>
                    <a:pt x="4045" y="1212"/>
                  </a:lnTo>
                  <a:lnTo>
                    <a:pt x="4008" y="1063"/>
                  </a:lnTo>
                  <a:lnTo>
                    <a:pt x="3971" y="932"/>
                  </a:lnTo>
                  <a:lnTo>
                    <a:pt x="3915" y="802"/>
                  </a:lnTo>
                  <a:lnTo>
                    <a:pt x="3840" y="671"/>
                  </a:lnTo>
                  <a:lnTo>
                    <a:pt x="3747" y="559"/>
                  </a:lnTo>
                  <a:lnTo>
                    <a:pt x="3654" y="466"/>
                  </a:lnTo>
                  <a:lnTo>
                    <a:pt x="3561" y="354"/>
                  </a:lnTo>
                  <a:lnTo>
                    <a:pt x="3449" y="280"/>
                  </a:lnTo>
                  <a:lnTo>
                    <a:pt x="3337" y="205"/>
                  </a:lnTo>
                  <a:lnTo>
                    <a:pt x="3206" y="131"/>
                  </a:lnTo>
                  <a:lnTo>
                    <a:pt x="3076" y="75"/>
                  </a:lnTo>
                  <a:lnTo>
                    <a:pt x="2927" y="37"/>
                  </a:lnTo>
                  <a:lnTo>
                    <a:pt x="2778" y="19"/>
                  </a:lnTo>
                  <a:lnTo>
                    <a:pt x="262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TextBox 170"/>
          <p:cNvSpPr txBox="1"/>
          <p:nvPr/>
        </p:nvSpPr>
        <p:spPr>
          <a:xfrm>
            <a:off x="1097279" y="7313701"/>
            <a:ext cx="177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Why choose us?</a:t>
            </a:r>
            <a:endParaRPr lang="en-US" sz="1800" b="1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74" name="Group 173"/>
          <p:cNvGrpSpPr/>
          <p:nvPr/>
        </p:nvGrpSpPr>
        <p:grpSpPr>
          <a:xfrm>
            <a:off x="12598405" y="7490832"/>
            <a:ext cx="3890997" cy="1745911"/>
            <a:chOff x="7273866" y="4103876"/>
            <a:chExt cx="3890997" cy="1745911"/>
          </a:xfrm>
        </p:grpSpPr>
        <p:sp>
          <p:nvSpPr>
            <p:cNvPr id="145" name="Rectangle: Rounded Corners 142">
              <a:extLst>
                <a:ext uri="{FF2B5EF4-FFF2-40B4-BE49-F238E27FC236}">
                  <a16:creationId xmlns:a16="http://schemas.microsoft.com/office/drawing/2014/main" id="{E5440240-8800-456C-837C-31755130B0B5}"/>
                </a:ext>
              </a:extLst>
            </p:cNvPr>
            <p:cNvSpPr/>
            <p:nvPr/>
          </p:nvSpPr>
          <p:spPr>
            <a:xfrm>
              <a:off x="7273866" y="4103876"/>
              <a:ext cx="3890997" cy="1745911"/>
            </a:xfrm>
            <a:prstGeom prst="roundRect">
              <a:avLst>
                <a:gd name="adj" fmla="val 2606"/>
              </a:avLst>
            </a:prstGeom>
            <a:gradFill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355600" dist="266700" dir="5400000" sx="88000" sy="88000" algn="t" rotWithShape="0">
                <a:schemeClr val="accent4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00" b="1" dirty="0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  <p:grpSp>
          <p:nvGrpSpPr>
            <p:cNvPr id="157" name="Group 156"/>
            <p:cNvGrpSpPr/>
            <p:nvPr/>
          </p:nvGrpSpPr>
          <p:grpSpPr>
            <a:xfrm>
              <a:off x="9233990" y="4103876"/>
              <a:ext cx="1930873" cy="1745911"/>
              <a:chOff x="15072393" y="3848801"/>
              <a:chExt cx="1930873" cy="1745911"/>
            </a:xfrm>
          </p:grpSpPr>
          <p:sp>
            <p:nvSpPr>
              <p:cNvPr id="158" name="Freeform: Shape 143">
                <a:extLst>
                  <a:ext uri="{FF2B5EF4-FFF2-40B4-BE49-F238E27FC236}">
                    <a16:creationId xmlns:a16="http://schemas.microsoft.com/office/drawing/2014/main" id="{F4D93E69-1EFE-4F72-BD4F-5CA536EF1F0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5164874" y="3756320"/>
                <a:ext cx="1745911" cy="1930873"/>
              </a:xfrm>
              <a:custGeom>
                <a:avLst/>
                <a:gdLst>
                  <a:gd name="connsiteX0" fmla="*/ 0 w 1482338"/>
                  <a:gd name="connsiteY0" fmla="*/ 1355533 h 1700566"/>
                  <a:gd name="connsiteX1" fmla="*/ 0 w 1482338"/>
                  <a:gd name="connsiteY1" fmla="*/ 38630 h 1700566"/>
                  <a:gd name="connsiteX2" fmla="*/ 38630 w 1482338"/>
                  <a:gd name="connsiteY2" fmla="*/ 0 h 1700566"/>
                  <a:gd name="connsiteX3" fmla="*/ 1443708 w 1482338"/>
                  <a:gd name="connsiteY3" fmla="*/ 0 h 1700566"/>
                  <a:gd name="connsiteX4" fmla="*/ 1482338 w 1482338"/>
                  <a:gd name="connsiteY4" fmla="*/ 38630 h 1700566"/>
                  <a:gd name="connsiteX5" fmla="*/ 1482338 w 1482338"/>
                  <a:gd name="connsiteY5" fmla="*/ 1367645 h 1700566"/>
                  <a:gd name="connsiteX6" fmla="*/ 1455444 w 1482338"/>
                  <a:gd name="connsiteY6" fmla="*/ 1381028 h 1700566"/>
                  <a:gd name="connsiteX7" fmla="*/ 871659 w 1482338"/>
                  <a:gd name="connsiteY7" fmla="*/ 1671519 h 1700566"/>
                  <a:gd name="connsiteX8" fmla="*/ 635021 w 1482338"/>
                  <a:gd name="connsiteY8" fmla="*/ 1671519 h 1700566"/>
                  <a:gd name="connsiteX9" fmla="*/ 55671 w 1482338"/>
                  <a:gd name="connsiteY9" fmla="*/ 1383234 h 1700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2338" h="1700566">
                    <a:moveTo>
                      <a:pt x="0" y="1355533"/>
                    </a:moveTo>
                    <a:lnTo>
                      <a:pt x="0" y="38630"/>
                    </a:lnTo>
                    <a:cubicBezTo>
                      <a:pt x="0" y="17295"/>
                      <a:pt x="17295" y="0"/>
                      <a:pt x="38630" y="0"/>
                    </a:cubicBezTo>
                    <a:lnTo>
                      <a:pt x="1443708" y="0"/>
                    </a:lnTo>
                    <a:cubicBezTo>
                      <a:pt x="1465043" y="0"/>
                      <a:pt x="1482338" y="17295"/>
                      <a:pt x="1482338" y="38630"/>
                    </a:cubicBezTo>
                    <a:lnTo>
                      <a:pt x="1482338" y="1367645"/>
                    </a:lnTo>
                    <a:lnTo>
                      <a:pt x="1455444" y="1381028"/>
                    </a:lnTo>
                    <a:cubicBezTo>
                      <a:pt x="1327708" y="1444589"/>
                      <a:pt x="1141910" y="1537042"/>
                      <a:pt x="871659" y="1671519"/>
                    </a:cubicBezTo>
                    <a:cubicBezTo>
                      <a:pt x="798516" y="1710249"/>
                      <a:pt x="708164" y="1710249"/>
                      <a:pt x="635021" y="1671519"/>
                    </a:cubicBezTo>
                    <a:cubicBezTo>
                      <a:pt x="635021" y="1671519"/>
                      <a:pt x="635021" y="1671519"/>
                      <a:pt x="55671" y="138323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3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sz="960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159" name="Freeform: Shape 144">
                <a:extLst>
                  <a:ext uri="{FF2B5EF4-FFF2-40B4-BE49-F238E27FC236}">
                    <a16:creationId xmlns:a16="http://schemas.microsoft.com/office/drawing/2014/main" id="{94F26F7C-EE4A-4680-9AFE-DC824A32C5BC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5515086" y="4106533"/>
                <a:ext cx="1745911" cy="1230448"/>
              </a:xfrm>
              <a:custGeom>
                <a:avLst/>
                <a:gdLst>
                  <a:gd name="connsiteX0" fmla="*/ 0 w 1482338"/>
                  <a:gd name="connsiteY0" fmla="*/ 738652 h 1083685"/>
                  <a:gd name="connsiteX1" fmla="*/ 0 w 1482338"/>
                  <a:gd name="connsiteY1" fmla="*/ 38630 h 1083685"/>
                  <a:gd name="connsiteX2" fmla="*/ 38630 w 1482338"/>
                  <a:gd name="connsiteY2" fmla="*/ 0 h 1083685"/>
                  <a:gd name="connsiteX3" fmla="*/ 1443708 w 1482338"/>
                  <a:gd name="connsiteY3" fmla="*/ 0 h 1083685"/>
                  <a:gd name="connsiteX4" fmla="*/ 1482338 w 1482338"/>
                  <a:gd name="connsiteY4" fmla="*/ 38630 h 1083685"/>
                  <a:gd name="connsiteX5" fmla="*/ 1482338 w 1482338"/>
                  <a:gd name="connsiteY5" fmla="*/ 750764 h 1083685"/>
                  <a:gd name="connsiteX6" fmla="*/ 1455444 w 1482338"/>
                  <a:gd name="connsiteY6" fmla="*/ 764147 h 1083685"/>
                  <a:gd name="connsiteX7" fmla="*/ 871659 w 1482338"/>
                  <a:gd name="connsiteY7" fmla="*/ 1054639 h 1083685"/>
                  <a:gd name="connsiteX8" fmla="*/ 635021 w 1482338"/>
                  <a:gd name="connsiteY8" fmla="*/ 1054639 h 1083685"/>
                  <a:gd name="connsiteX9" fmla="*/ 55671 w 1482338"/>
                  <a:gd name="connsiteY9" fmla="*/ 766354 h 108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2338" h="1083685">
                    <a:moveTo>
                      <a:pt x="0" y="738652"/>
                    </a:moveTo>
                    <a:lnTo>
                      <a:pt x="0" y="38630"/>
                    </a:lnTo>
                    <a:cubicBezTo>
                      <a:pt x="0" y="17295"/>
                      <a:pt x="17295" y="0"/>
                      <a:pt x="38630" y="0"/>
                    </a:cubicBezTo>
                    <a:lnTo>
                      <a:pt x="1443708" y="0"/>
                    </a:lnTo>
                    <a:cubicBezTo>
                      <a:pt x="1465043" y="0"/>
                      <a:pt x="1482338" y="17295"/>
                      <a:pt x="1482338" y="38630"/>
                    </a:cubicBezTo>
                    <a:lnTo>
                      <a:pt x="1482338" y="750764"/>
                    </a:lnTo>
                    <a:lnTo>
                      <a:pt x="1455444" y="764147"/>
                    </a:lnTo>
                    <a:cubicBezTo>
                      <a:pt x="1327708" y="827709"/>
                      <a:pt x="1141910" y="920162"/>
                      <a:pt x="871659" y="1054639"/>
                    </a:cubicBezTo>
                    <a:cubicBezTo>
                      <a:pt x="798516" y="1093368"/>
                      <a:pt x="708164" y="1093368"/>
                      <a:pt x="635021" y="1054639"/>
                    </a:cubicBezTo>
                    <a:cubicBezTo>
                      <a:pt x="635021" y="1054639"/>
                      <a:pt x="635021" y="1054639"/>
                      <a:pt x="55671" y="7663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3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sz="960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+mj-lt"/>
                </a:endParaRPr>
              </a:p>
            </p:txBody>
          </p:sp>
        </p:grp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7D86A663-5F7A-4B9E-92FE-072E40C44494}"/>
                </a:ext>
              </a:extLst>
            </p:cNvPr>
            <p:cNvSpPr txBox="1"/>
            <p:nvPr/>
          </p:nvSpPr>
          <p:spPr>
            <a:xfrm>
              <a:off x="8883835" y="4291010"/>
              <a:ext cx="845923" cy="336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>
                <a:lnSpc>
                  <a:spcPct val="120000"/>
                </a:lnSpc>
                <a:defRPr sz="1200">
                  <a:solidFill>
                    <a:schemeClr val="bg1">
                      <a:lumMod val="6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id-ID" sz="1400" dirty="0">
                  <a:solidFill>
                    <a:schemeClr val="accent4">
                      <a:lumMod val="50000"/>
                    </a:schemeClr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rPr>
                <a:t>Earned</a:t>
              </a:r>
              <a:endParaRPr lang="en-US" sz="1400" dirty="0">
                <a:solidFill>
                  <a:schemeClr val="accent4">
                    <a:lumMod val="50000"/>
                  </a:schemeClr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82F27B04-BC4E-4CDE-AC3B-DFD6A57A96E1}"/>
                </a:ext>
              </a:extLst>
            </p:cNvPr>
            <p:cNvSpPr txBox="1"/>
            <p:nvPr/>
          </p:nvSpPr>
          <p:spPr>
            <a:xfrm>
              <a:off x="8883834" y="4628986"/>
              <a:ext cx="198575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2800" b="1" i="1" spc="100" dirty="0">
                  <a:solidFill>
                    <a:schemeClr val="accent4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$2899 </a:t>
              </a:r>
              <a:r>
                <a:rPr lang="id-ID" sz="1600" i="1" spc="100" dirty="0">
                  <a:solidFill>
                    <a:schemeClr val="accent4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USD</a:t>
              </a:r>
              <a:endParaRPr lang="id-ID" sz="2800" i="1" spc="100" dirty="0">
                <a:solidFill>
                  <a:schemeClr val="accent4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E4B886A3-F63C-4335-A662-488F0217B9E7}"/>
                </a:ext>
              </a:extLst>
            </p:cNvPr>
            <p:cNvSpPr txBox="1"/>
            <p:nvPr/>
          </p:nvSpPr>
          <p:spPr>
            <a:xfrm>
              <a:off x="8883835" y="5200990"/>
              <a:ext cx="22810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600"/>
                </a:spcAft>
              </a:pPr>
              <a:r>
                <a:rPr lang="id-ID" sz="1000" i="1" dirty="0">
                  <a:solidFill>
                    <a:schemeClr val="accent4">
                      <a:lumMod val="50000"/>
                    </a:schemeClr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rPr>
                <a:t>*</a:t>
              </a:r>
              <a:r>
                <a:rPr lang="en-US" sz="1000" i="1" dirty="0">
                  <a:solidFill>
                    <a:schemeClr val="accent4">
                      <a:lumMod val="50000"/>
                    </a:schemeClr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rPr>
                <a:t>Far </a:t>
              </a:r>
              <a:r>
                <a:rPr lang="en-US" sz="1000" i="1" dirty="0" err="1">
                  <a:solidFill>
                    <a:schemeClr val="accent4">
                      <a:lumMod val="50000"/>
                    </a:schemeClr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rPr>
                <a:t>far</a:t>
              </a:r>
              <a:r>
                <a:rPr lang="en-US" sz="1000" i="1" dirty="0">
                  <a:solidFill>
                    <a:schemeClr val="accent4">
                      <a:lumMod val="50000"/>
                    </a:schemeClr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rPr>
                <a:t> away, </a:t>
              </a:r>
              <a:r>
                <a:rPr lang="en-US" sz="1000" i="1">
                  <a:solidFill>
                    <a:schemeClr val="accent4">
                      <a:lumMod val="50000"/>
                    </a:schemeClr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rPr>
                <a:t>behind the word </a:t>
              </a:r>
              <a:r>
                <a:rPr lang="en-US" sz="1000" i="1" dirty="0">
                  <a:solidFill>
                    <a:schemeClr val="accent4">
                      <a:lumMod val="50000"/>
                    </a:schemeClr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rPr>
                <a:t>mountains, far</a:t>
              </a:r>
              <a:endParaRPr lang="id-ID" sz="1000" i="1" dirty="0">
                <a:solidFill>
                  <a:schemeClr val="accent4">
                    <a:lumMod val="50000"/>
                  </a:schemeClr>
                </a:solidFill>
                <a:latin typeface="Poppins" panose="00000500000000000000" pitchFamily="2" charset="0"/>
                <a:ea typeface="Open Sans Light" panose="020B030603050402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A5EF3771-26C0-4B0F-B501-E7BC6FB628A5}"/>
                </a:ext>
              </a:extLst>
            </p:cNvPr>
            <p:cNvSpPr/>
            <p:nvPr/>
          </p:nvSpPr>
          <p:spPr>
            <a:xfrm>
              <a:off x="7537662" y="4418392"/>
              <a:ext cx="1116879" cy="1116881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64" name="Partial Circle 152">
              <a:extLst>
                <a:ext uri="{FF2B5EF4-FFF2-40B4-BE49-F238E27FC236}">
                  <a16:creationId xmlns:a16="http://schemas.microsoft.com/office/drawing/2014/main" id="{AC4D425F-333F-4824-8722-C9FCAB3ECAB6}"/>
                </a:ext>
              </a:extLst>
            </p:cNvPr>
            <p:cNvSpPr/>
            <p:nvPr/>
          </p:nvSpPr>
          <p:spPr>
            <a:xfrm>
              <a:off x="7537660" y="4418394"/>
              <a:ext cx="1116881" cy="1116878"/>
            </a:xfrm>
            <a:prstGeom prst="pie">
              <a:avLst>
                <a:gd name="adj1" fmla="val 1743233"/>
                <a:gd name="adj2" fmla="val 1620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20138C56-2E34-4276-94D4-BF924CACFBE8}"/>
                </a:ext>
              </a:extLst>
            </p:cNvPr>
            <p:cNvSpPr/>
            <p:nvPr/>
          </p:nvSpPr>
          <p:spPr>
            <a:xfrm>
              <a:off x="7701778" y="4582511"/>
              <a:ext cx="788643" cy="788643"/>
            </a:xfrm>
            <a:prstGeom prst="ellipse">
              <a:avLst/>
            </a:prstGeom>
            <a:gradFill>
              <a:gsLst>
                <a:gs pos="0">
                  <a:schemeClr val="accent4"/>
                </a:gs>
                <a:gs pos="97000">
                  <a:schemeClr val="accent4">
                    <a:lumMod val="20000"/>
                    <a:lumOff val="80000"/>
                  </a:schemeClr>
                </a:gs>
              </a:gsLst>
              <a:lin ang="2760000" scaled="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+mj-lt"/>
              </a:endParaRPr>
            </a:p>
          </p:txBody>
        </p:sp>
        <p:sp>
          <p:nvSpPr>
            <p:cNvPr id="173" name="Freeform 316"/>
            <p:cNvSpPr>
              <a:spLocks noEditPoints="1"/>
            </p:cNvSpPr>
            <p:nvPr/>
          </p:nvSpPr>
          <p:spPr bwMode="auto">
            <a:xfrm>
              <a:off x="7970770" y="4803678"/>
              <a:ext cx="250659" cy="346308"/>
            </a:xfrm>
            <a:custGeom>
              <a:avLst/>
              <a:gdLst>
                <a:gd name="T0" fmla="*/ 92 w 114"/>
                <a:gd name="T1" fmla="*/ 73 h 158"/>
                <a:gd name="T2" fmla="*/ 113 w 114"/>
                <a:gd name="T3" fmla="*/ 103 h 158"/>
                <a:gd name="T4" fmla="*/ 104 w 114"/>
                <a:gd name="T5" fmla="*/ 123 h 158"/>
                <a:gd name="T6" fmla="*/ 83 w 114"/>
                <a:gd name="T7" fmla="*/ 132 h 158"/>
                <a:gd name="T8" fmla="*/ 69 w 114"/>
                <a:gd name="T9" fmla="*/ 158 h 158"/>
                <a:gd name="T10" fmla="*/ 55 w 114"/>
                <a:gd name="T11" fmla="*/ 134 h 158"/>
                <a:gd name="T12" fmla="*/ 43 w 114"/>
                <a:gd name="T13" fmla="*/ 158 h 158"/>
                <a:gd name="T14" fmla="*/ 29 w 114"/>
                <a:gd name="T15" fmla="*/ 134 h 158"/>
                <a:gd name="T16" fmla="*/ 19 w 114"/>
                <a:gd name="T17" fmla="*/ 133 h 158"/>
                <a:gd name="T18" fmla="*/ 3 w 114"/>
                <a:gd name="T19" fmla="*/ 116 h 158"/>
                <a:gd name="T20" fmla="*/ 19 w 114"/>
                <a:gd name="T21" fmla="*/ 111 h 158"/>
                <a:gd name="T22" fmla="*/ 20 w 114"/>
                <a:gd name="T23" fmla="*/ 73 h 158"/>
                <a:gd name="T24" fmla="*/ 19 w 114"/>
                <a:gd name="T25" fmla="*/ 46 h 158"/>
                <a:gd name="T26" fmla="*/ 0 w 114"/>
                <a:gd name="T27" fmla="*/ 40 h 158"/>
                <a:gd name="T28" fmla="*/ 20 w 114"/>
                <a:gd name="T29" fmla="*/ 24 h 158"/>
                <a:gd name="T30" fmla="*/ 29 w 114"/>
                <a:gd name="T31" fmla="*/ 0 h 158"/>
                <a:gd name="T32" fmla="*/ 43 w 114"/>
                <a:gd name="T33" fmla="*/ 24 h 158"/>
                <a:gd name="T34" fmla="*/ 55 w 114"/>
                <a:gd name="T35" fmla="*/ 0 h 158"/>
                <a:gd name="T36" fmla="*/ 69 w 114"/>
                <a:gd name="T37" fmla="*/ 24 h 158"/>
                <a:gd name="T38" fmla="*/ 93 w 114"/>
                <a:gd name="T39" fmla="*/ 31 h 158"/>
                <a:gd name="T40" fmla="*/ 105 w 114"/>
                <a:gd name="T41" fmla="*/ 49 h 158"/>
                <a:gd name="T42" fmla="*/ 76 w 114"/>
                <a:gd name="T43" fmla="*/ 50 h 158"/>
                <a:gd name="T44" fmla="*/ 69 w 114"/>
                <a:gd name="T45" fmla="*/ 43 h 158"/>
                <a:gd name="T46" fmla="*/ 58 w 114"/>
                <a:gd name="T47" fmla="*/ 41 h 158"/>
                <a:gd name="T48" fmla="*/ 47 w 114"/>
                <a:gd name="T49" fmla="*/ 41 h 158"/>
                <a:gd name="T50" fmla="*/ 44 w 114"/>
                <a:gd name="T51" fmla="*/ 70 h 158"/>
                <a:gd name="T52" fmla="*/ 51 w 114"/>
                <a:gd name="T53" fmla="*/ 70 h 158"/>
                <a:gd name="T54" fmla="*/ 61 w 114"/>
                <a:gd name="T55" fmla="*/ 69 h 158"/>
                <a:gd name="T56" fmla="*/ 71 w 114"/>
                <a:gd name="T57" fmla="*/ 66 h 158"/>
                <a:gd name="T58" fmla="*/ 77 w 114"/>
                <a:gd name="T59" fmla="*/ 60 h 158"/>
                <a:gd name="T60" fmla="*/ 84 w 114"/>
                <a:gd name="T61" fmla="*/ 100 h 158"/>
                <a:gd name="T62" fmla="*/ 79 w 114"/>
                <a:gd name="T63" fmla="*/ 90 h 158"/>
                <a:gd name="T64" fmla="*/ 68 w 114"/>
                <a:gd name="T65" fmla="*/ 85 h 158"/>
                <a:gd name="T66" fmla="*/ 54 w 114"/>
                <a:gd name="T67" fmla="*/ 84 h 158"/>
                <a:gd name="T68" fmla="*/ 44 w 114"/>
                <a:gd name="T69" fmla="*/ 84 h 158"/>
                <a:gd name="T70" fmla="*/ 47 w 114"/>
                <a:gd name="T71" fmla="*/ 116 h 158"/>
                <a:gd name="T72" fmla="*/ 57 w 114"/>
                <a:gd name="T73" fmla="*/ 116 h 158"/>
                <a:gd name="T74" fmla="*/ 68 w 114"/>
                <a:gd name="T75" fmla="*/ 115 h 158"/>
                <a:gd name="T76" fmla="*/ 77 w 114"/>
                <a:gd name="T77" fmla="*/ 112 h 158"/>
                <a:gd name="T78" fmla="*/ 83 w 114"/>
                <a:gd name="T79" fmla="*/ 105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4" h="158">
                  <a:moveTo>
                    <a:pt x="105" y="49"/>
                  </a:moveTo>
                  <a:cubicBezTo>
                    <a:pt x="106" y="60"/>
                    <a:pt x="102" y="68"/>
                    <a:pt x="92" y="73"/>
                  </a:cubicBezTo>
                  <a:cubicBezTo>
                    <a:pt x="100" y="75"/>
                    <a:pt x="105" y="78"/>
                    <a:pt x="109" y="83"/>
                  </a:cubicBezTo>
                  <a:cubicBezTo>
                    <a:pt x="112" y="88"/>
                    <a:pt x="114" y="94"/>
                    <a:pt x="113" y="103"/>
                  </a:cubicBezTo>
                  <a:cubicBezTo>
                    <a:pt x="113" y="108"/>
                    <a:pt x="112" y="111"/>
                    <a:pt x="110" y="115"/>
                  </a:cubicBezTo>
                  <a:cubicBezTo>
                    <a:pt x="108" y="118"/>
                    <a:pt x="106" y="121"/>
                    <a:pt x="104" y="123"/>
                  </a:cubicBezTo>
                  <a:cubicBezTo>
                    <a:pt x="101" y="126"/>
                    <a:pt x="98" y="127"/>
                    <a:pt x="95" y="129"/>
                  </a:cubicBezTo>
                  <a:cubicBezTo>
                    <a:pt x="91" y="130"/>
                    <a:pt x="87" y="131"/>
                    <a:pt x="83" y="132"/>
                  </a:cubicBezTo>
                  <a:cubicBezTo>
                    <a:pt x="79" y="133"/>
                    <a:pt x="75" y="133"/>
                    <a:pt x="69" y="134"/>
                  </a:cubicBezTo>
                  <a:cubicBezTo>
                    <a:pt x="69" y="158"/>
                    <a:pt x="69" y="158"/>
                    <a:pt x="69" y="158"/>
                  </a:cubicBezTo>
                  <a:cubicBezTo>
                    <a:pt x="55" y="158"/>
                    <a:pt x="55" y="158"/>
                    <a:pt x="55" y="158"/>
                  </a:cubicBezTo>
                  <a:cubicBezTo>
                    <a:pt x="55" y="134"/>
                    <a:pt x="55" y="134"/>
                    <a:pt x="55" y="134"/>
                  </a:cubicBezTo>
                  <a:cubicBezTo>
                    <a:pt x="50" y="134"/>
                    <a:pt x="46" y="134"/>
                    <a:pt x="43" y="134"/>
                  </a:cubicBezTo>
                  <a:cubicBezTo>
                    <a:pt x="43" y="158"/>
                    <a:pt x="43" y="158"/>
                    <a:pt x="43" y="158"/>
                  </a:cubicBezTo>
                  <a:cubicBezTo>
                    <a:pt x="29" y="158"/>
                    <a:pt x="29" y="158"/>
                    <a:pt x="29" y="158"/>
                  </a:cubicBezTo>
                  <a:cubicBezTo>
                    <a:pt x="29" y="134"/>
                    <a:pt x="29" y="134"/>
                    <a:pt x="29" y="134"/>
                  </a:cubicBezTo>
                  <a:cubicBezTo>
                    <a:pt x="28" y="134"/>
                    <a:pt x="26" y="134"/>
                    <a:pt x="24" y="133"/>
                  </a:cubicBezTo>
                  <a:cubicBezTo>
                    <a:pt x="21" y="133"/>
                    <a:pt x="20" y="133"/>
                    <a:pt x="19" y="133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3" y="116"/>
                    <a:pt x="3" y="116"/>
                    <a:pt x="3" y="116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6" y="116"/>
                    <a:pt x="18" y="115"/>
                    <a:pt x="19" y="111"/>
                  </a:cubicBezTo>
                  <a:cubicBezTo>
                    <a:pt x="19" y="73"/>
                    <a:pt x="19" y="73"/>
                    <a:pt x="19" y="73"/>
                  </a:cubicBezTo>
                  <a:cubicBezTo>
                    <a:pt x="20" y="73"/>
                    <a:pt x="20" y="73"/>
                    <a:pt x="20" y="73"/>
                  </a:cubicBezTo>
                  <a:cubicBezTo>
                    <a:pt x="20" y="73"/>
                    <a:pt x="19" y="73"/>
                    <a:pt x="19" y="73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8" y="42"/>
                    <a:pt x="15" y="40"/>
                    <a:pt x="1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4" y="24"/>
                    <a:pt x="27" y="24"/>
                    <a:pt x="29" y="24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9" y="24"/>
                    <a:pt x="52" y="23"/>
                    <a:pt x="55" y="23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9" y="24"/>
                    <a:pt x="69" y="24"/>
                    <a:pt x="69" y="24"/>
                  </a:cubicBezTo>
                  <a:cubicBezTo>
                    <a:pt x="74" y="25"/>
                    <a:pt x="79" y="25"/>
                    <a:pt x="83" y="26"/>
                  </a:cubicBezTo>
                  <a:cubicBezTo>
                    <a:pt x="87" y="27"/>
                    <a:pt x="90" y="29"/>
                    <a:pt x="93" y="31"/>
                  </a:cubicBezTo>
                  <a:cubicBezTo>
                    <a:pt x="97" y="32"/>
                    <a:pt x="99" y="35"/>
                    <a:pt x="101" y="38"/>
                  </a:cubicBezTo>
                  <a:cubicBezTo>
                    <a:pt x="103" y="41"/>
                    <a:pt x="104" y="45"/>
                    <a:pt x="105" y="49"/>
                  </a:cubicBezTo>
                  <a:close/>
                  <a:moveTo>
                    <a:pt x="78" y="55"/>
                  </a:moveTo>
                  <a:cubicBezTo>
                    <a:pt x="78" y="53"/>
                    <a:pt x="77" y="51"/>
                    <a:pt x="76" y="50"/>
                  </a:cubicBezTo>
                  <a:cubicBezTo>
                    <a:pt x="76" y="48"/>
                    <a:pt x="75" y="47"/>
                    <a:pt x="74" y="46"/>
                  </a:cubicBezTo>
                  <a:cubicBezTo>
                    <a:pt x="72" y="45"/>
                    <a:pt x="71" y="44"/>
                    <a:pt x="69" y="43"/>
                  </a:cubicBezTo>
                  <a:cubicBezTo>
                    <a:pt x="67" y="42"/>
                    <a:pt x="65" y="42"/>
                    <a:pt x="64" y="42"/>
                  </a:cubicBezTo>
                  <a:cubicBezTo>
                    <a:pt x="62" y="41"/>
                    <a:pt x="60" y="41"/>
                    <a:pt x="58" y="41"/>
                  </a:cubicBezTo>
                  <a:cubicBezTo>
                    <a:pt x="56" y="41"/>
                    <a:pt x="54" y="41"/>
                    <a:pt x="52" y="41"/>
                  </a:cubicBezTo>
                  <a:cubicBezTo>
                    <a:pt x="51" y="41"/>
                    <a:pt x="49" y="41"/>
                    <a:pt x="47" y="41"/>
                  </a:cubicBezTo>
                  <a:cubicBezTo>
                    <a:pt x="45" y="41"/>
                    <a:pt x="44" y="41"/>
                    <a:pt x="44" y="41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4" y="70"/>
                    <a:pt x="45" y="70"/>
                    <a:pt x="47" y="70"/>
                  </a:cubicBezTo>
                  <a:cubicBezTo>
                    <a:pt x="49" y="70"/>
                    <a:pt x="50" y="70"/>
                    <a:pt x="51" y="70"/>
                  </a:cubicBezTo>
                  <a:cubicBezTo>
                    <a:pt x="52" y="70"/>
                    <a:pt x="54" y="70"/>
                    <a:pt x="56" y="70"/>
                  </a:cubicBezTo>
                  <a:cubicBezTo>
                    <a:pt x="58" y="69"/>
                    <a:pt x="60" y="69"/>
                    <a:pt x="61" y="69"/>
                  </a:cubicBezTo>
                  <a:cubicBezTo>
                    <a:pt x="63" y="69"/>
                    <a:pt x="64" y="68"/>
                    <a:pt x="66" y="68"/>
                  </a:cubicBezTo>
                  <a:cubicBezTo>
                    <a:pt x="68" y="68"/>
                    <a:pt x="69" y="67"/>
                    <a:pt x="71" y="66"/>
                  </a:cubicBezTo>
                  <a:cubicBezTo>
                    <a:pt x="72" y="66"/>
                    <a:pt x="73" y="65"/>
                    <a:pt x="74" y="64"/>
                  </a:cubicBezTo>
                  <a:cubicBezTo>
                    <a:pt x="75" y="63"/>
                    <a:pt x="76" y="62"/>
                    <a:pt x="77" y="60"/>
                  </a:cubicBezTo>
                  <a:cubicBezTo>
                    <a:pt x="77" y="59"/>
                    <a:pt x="78" y="57"/>
                    <a:pt x="78" y="55"/>
                  </a:cubicBezTo>
                  <a:close/>
                  <a:moveTo>
                    <a:pt x="84" y="100"/>
                  </a:moveTo>
                  <a:cubicBezTo>
                    <a:pt x="84" y="98"/>
                    <a:pt x="84" y="96"/>
                    <a:pt x="83" y="94"/>
                  </a:cubicBezTo>
                  <a:cubicBezTo>
                    <a:pt x="82" y="92"/>
                    <a:pt x="81" y="91"/>
                    <a:pt x="79" y="90"/>
                  </a:cubicBezTo>
                  <a:cubicBezTo>
                    <a:pt x="78" y="89"/>
                    <a:pt x="76" y="88"/>
                    <a:pt x="74" y="87"/>
                  </a:cubicBezTo>
                  <a:cubicBezTo>
                    <a:pt x="72" y="86"/>
                    <a:pt x="70" y="86"/>
                    <a:pt x="68" y="85"/>
                  </a:cubicBezTo>
                  <a:cubicBezTo>
                    <a:pt x="66" y="85"/>
                    <a:pt x="64" y="85"/>
                    <a:pt x="61" y="84"/>
                  </a:cubicBezTo>
                  <a:cubicBezTo>
                    <a:pt x="58" y="84"/>
                    <a:pt x="56" y="84"/>
                    <a:pt x="54" y="84"/>
                  </a:cubicBezTo>
                  <a:cubicBezTo>
                    <a:pt x="53" y="84"/>
                    <a:pt x="51" y="84"/>
                    <a:pt x="48" y="84"/>
                  </a:cubicBezTo>
                  <a:cubicBezTo>
                    <a:pt x="46" y="84"/>
                    <a:pt x="44" y="84"/>
                    <a:pt x="44" y="84"/>
                  </a:cubicBezTo>
                  <a:cubicBezTo>
                    <a:pt x="44" y="116"/>
                    <a:pt x="44" y="116"/>
                    <a:pt x="44" y="116"/>
                  </a:cubicBezTo>
                  <a:cubicBezTo>
                    <a:pt x="44" y="116"/>
                    <a:pt x="45" y="116"/>
                    <a:pt x="47" y="116"/>
                  </a:cubicBezTo>
                  <a:cubicBezTo>
                    <a:pt x="49" y="116"/>
                    <a:pt x="50" y="116"/>
                    <a:pt x="52" y="116"/>
                  </a:cubicBezTo>
                  <a:cubicBezTo>
                    <a:pt x="53" y="116"/>
                    <a:pt x="55" y="116"/>
                    <a:pt x="57" y="116"/>
                  </a:cubicBezTo>
                  <a:cubicBezTo>
                    <a:pt x="59" y="116"/>
                    <a:pt x="61" y="116"/>
                    <a:pt x="62" y="116"/>
                  </a:cubicBezTo>
                  <a:cubicBezTo>
                    <a:pt x="64" y="116"/>
                    <a:pt x="66" y="115"/>
                    <a:pt x="68" y="115"/>
                  </a:cubicBezTo>
                  <a:cubicBezTo>
                    <a:pt x="70" y="115"/>
                    <a:pt x="71" y="114"/>
                    <a:pt x="73" y="114"/>
                  </a:cubicBezTo>
                  <a:cubicBezTo>
                    <a:pt x="74" y="113"/>
                    <a:pt x="76" y="113"/>
                    <a:pt x="77" y="112"/>
                  </a:cubicBezTo>
                  <a:cubicBezTo>
                    <a:pt x="79" y="111"/>
                    <a:pt x="80" y="110"/>
                    <a:pt x="81" y="109"/>
                  </a:cubicBezTo>
                  <a:cubicBezTo>
                    <a:pt x="82" y="108"/>
                    <a:pt x="83" y="107"/>
                    <a:pt x="83" y="105"/>
                  </a:cubicBezTo>
                  <a:cubicBezTo>
                    <a:pt x="84" y="104"/>
                    <a:pt x="84" y="102"/>
                    <a:pt x="84" y="1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9060" tIns="49530" rIns="99060" bIns="49530" numCol="1" anchor="t" anchorCtr="0" compatLnSpc="1">
              <a:prstTxWarp prst="textNoShape">
                <a:avLst/>
              </a:prstTxWarp>
            </a:bodyPr>
            <a:lstStyle/>
            <a:p>
              <a:endParaRPr lang="en-US" sz="1716"/>
            </a:p>
          </p:txBody>
        </p:sp>
      </p:grpSp>
    </p:spTree>
    <p:extLst>
      <p:ext uri="{BB962C8B-B14F-4D97-AF65-F5344CB8AC3E}">
        <p14:creationId xmlns:p14="http://schemas.microsoft.com/office/powerpoint/2010/main" val="3647254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0CCFF"/>
              </a:gs>
              <a:gs pos="43000">
                <a:schemeClr val="accent2"/>
              </a:gs>
              <a:gs pos="76000">
                <a:schemeClr val="accent3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97280" y="1738176"/>
            <a:ext cx="4929555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Getting Started</a:t>
            </a:r>
            <a:r>
              <a:rPr lang="en-US" sz="3200" b="1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en-US" sz="4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With Presentation.</a:t>
            </a:r>
            <a:endParaRPr lang="en-US" sz="4600" b="1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C691D109-F90F-4558-8D9A-7DBFF558AED4}"/>
              </a:ext>
            </a:extLst>
          </p:cNvPr>
          <p:cNvSpPr/>
          <p:nvPr/>
        </p:nvSpPr>
        <p:spPr>
          <a:xfrm>
            <a:off x="9377747" y="0"/>
            <a:ext cx="3709599" cy="10287000"/>
          </a:xfrm>
          <a:custGeom>
            <a:avLst/>
            <a:gdLst>
              <a:gd name="connsiteX0" fmla="*/ 2883689 w 3709599"/>
              <a:gd name="connsiteY0" fmla="*/ 0 h 10287000"/>
              <a:gd name="connsiteX1" fmla="*/ 3709599 w 3709599"/>
              <a:gd name="connsiteY1" fmla="*/ 0 h 10287000"/>
              <a:gd name="connsiteX2" fmla="*/ 3483231 w 3709599"/>
              <a:gd name="connsiteY2" fmla="*/ 145137 h 10287000"/>
              <a:gd name="connsiteX3" fmla="*/ 825910 w 3709599"/>
              <a:gd name="connsiteY3" fmla="*/ 5143500 h 10287000"/>
              <a:gd name="connsiteX4" fmla="*/ 3483231 w 3709599"/>
              <a:gd name="connsiteY4" fmla="*/ 10141863 h 10287000"/>
              <a:gd name="connsiteX5" fmla="*/ 3709599 w 3709599"/>
              <a:gd name="connsiteY5" fmla="*/ 10287000 h 10287000"/>
              <a:gd name="connsiteX6" fmla="*/ 2883689 w 3709599"/>
              <a:gd name="connsiteY6" fmla="*/ 10287000 h 10287000"/>
              <a:gd name="connsiteX7" fmla="*/ 2657321 w 3709599"/>
              <a:gd name="connsiteY7" fmla="*/ 10141863 h 10287000"/>
              <a:gd name="connsiteX8" fmla="*/ 0 w 3709599"/>
              <a:gd name="connsiteY8" fmla="*/ 5143500 h 10287000"/>
              <a:gd name="connsiteX9" fmla="*/ 2657321 w 3709599"/>
              <a:gd name="connsiteY9" fmla="*/ 145137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09599" h="10287000">
                <a:moveTo>
                  <a:pt x="2883689" y="0"/>
                </a:moveTo>
                <a:lnTo>
                  <a:pt x="3709599" y="0"/>
                </a:lnTo>
                <a:lnTo>
                  <a:pt x="3483231" y="145137"/>
                </a:lnTo>
                <a:cubicBezTo>
                  <a:pt x="1879995" y="1228380"/>
                  <a:pt x="825910" y="3062829"/>
                  <a:pt x="825910" y="5143500"/>
                </a:cubicBezTo>
                <a:cubicBezTo>
                  <a:pt x="825910" y="7224171"/>
                  <a:pt x="1879995" y="9058620"/>
                  <a:pt x="3483231" y="10141863"/>
                </a:cubicBezTo>
                <a:lnTo>
                  <a:pt x="3709599" y="10287000"/>
                </a:lnTo>
                <a:lnTo>
                  <a:pt x="2883689" y="10287000"/>
                </a:lnTo>
                <a:lnTo>
                  <a:pt x="2657321" y="10141863"/>
                </a:lnTo>
                <a:cubicBezTo>
                  <a:pt x="1054085" y="9058620"/>
                  <a:pt x="0" y="7224171"/>
                  <a:pt x="0" y="5143500"/>
                </a:cubicBezTo>
                <a:cubicBezTo>
                  <a:pt x="0" y="3062829"/>
                  <a:pt x="1054085" y="1228380"/>
                  <a:pt x="2657321" y="145137"/>
                </a:cubicBezTo>
                <a:close/>
              </a:path>
            </a:pathLst>
          </a:custGeom>
          <a:gradFill flip="none" rotWithShape="1">
            <a:gsLst>
              <a:gs pos="72000">
                <a:schemeClr val="accent4">
                  <a:alpha val="70000"/>
                </a:schemeClr>
              </a:gs>
              <a:gs pos="0">
                <a:schemeClr val="accent4">
                  <a:lumMod val="60000"/>
                  <a:lumOff val="4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1097280" y="5133108"/>
            <a:ext cx="10476274" cy="5153891"/>
          </a:xfrm>
          <a:prstGeom prst="round2SameRect">
            <a:avLst>
              <a:gd name="adj1" fmla="val 185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55600" dist="381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911196"/>
              </p:ext>
            </p:extLst>
          </p:nvPr>
        </p:nvGraphicFramePr>
        <p:xfrm>
          <a:off x="1700348" y="5845217"/>
          <a:ext cx="9225508" cy="3677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806">
                  <a:extLst>
                    <a:ext uri="{9D8B030D-6E8A-4147-A177-3AD203B41FA5}">
                      <a16:colId xmlns:a16="http://schemas.microsoft.com/office/drawing/2014/main" val="2030773283"/>
                    </a:ext>
                  </a:extLst>
                </a:gridCol>
                <a:gridCol w="1584946">
                  <a:extLst>
                    <a:ext uri="{9D8B030D-6E8A-4147-A177-3AD203B41FA5}">
                      <a16:colId xmlns:a16="http://schemas.microsoft.com/office/drawing/2014/main" val="3670001593"/>
                    </a:ext>
                  </a:extLst>
                </a:gridCol>
                <a:gridCol w="1842876">
                  <a:extLst>
                    <a:ext uri="{9D8B030D-6E8A-4147-A177-3AD203B41FA5}">
                      <a16:colId xmlns:a16="http://schemas.microsoft.com/office/drawing/2014/main" val="3466588382"/>
                    </a:ext>
                  </a:extLst>
                </a:gridCol>
                <a:gridCol w="1842876">
                  <a:extLst>
                    <a:ext uri="{9D8B030D-6E8A-4147-A177-3AD203B41FA5}">
                      <a16:colId xmlns:a16="http://schemas.microsoft.com/office/drawing/2014/main" val="125000177"/>
                    </a:ext>
                  </a:extLst>
                </a:gridCol>
                <a:gridCol w="1854004">
                  <a:extLst>
                    <a:ext uri="{9D8B030D-6E8A-4147-A177-3AD203B41FA5}">
                      <a16:colId xmlns:a16="http://schemas.microsoft.com/office/drawing/2014/main" val="2868248669"/>
                    </a:ext>
                  </a:extLst>
                </a:gridCol>
              </a:tblGrid>
              <a:tr h="52542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Titillium Web SemiBold" panose="000007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Name</a:t>
                      </a:r>
                      <a:endParaRPr lang="en-US" sz="1800" dirty="0">
                        <a:solidFill>
                          <a:schemeClr val="bg1"/>
                        </a:solidFill>
                        <a:latin typeface="Titillium Web SemiBold" panose="000007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Titillium Web SemiBold" panose="000007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Change (%)</a:t>
                      </a:r>
                      <a:endParaRPr lang="en-US" sz="1800" dirty="0">
                        <a:solidFill>
                          <a:schemeClr val="bg1"/>
                        </a:solidFill>
                        <a:latin typeface="Titillium Web SemiBold" panose="000007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Titillium Web SemiBold" panose="000007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Date</a:t>
                      </a:r>
                      <a:endParaRPr lang="en-US" sz="1800" dirty="0">
                        <a:solidFill>
                          <a:schemeClr val="bg1"/>
                        </a:solidFill>
                        <a:latin typeface="Titillium Web SemiBold" panose="000007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Titillium Web SemiBold" panose="000007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Price</a:t>
                      </a:r>
                      <a:endParaRPr lang="en-US" sz="1800" dirty="0">
                        <a:solidFill>
                          <a:schemeClr val="bg1"/>
                        </a:solidFill>
                        <a:latin typeface="Titillium Web SemiBold" panose="000007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Titillium Web SemiBold" panose="000007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Sales</a:t>
                      </a:r>
                      <a:endParaRPr lang="en-US" sz="1800" dirty="0">
                        <a:solidFill>
                          <a:schemeClr val="bg1"/>
                        </a:solidFill>
                        <a:latin typeface="Titillium Web SemiBold" panose="000007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605160"/>
                  </a:ext>
                </a:extLst>
              </a:tr>
              <a:tr h="525420"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Herbs and Spices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3%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18 / 11 / 2020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$100 / kg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SzPct val="200000"/>
                        <a:buFont typeface="Roboto" panose="02000000000000000000" pitchFamily="2" charset="0"/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1000 tons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Roboto" panose="020000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658157"/>
                  </a:ext>
                </a:extLst>
              </a:tr>
              <a:tr h="525420"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Coal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5%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18 / 11 / 2020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$577 / kg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5700 tons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046325"/>
                  </a:ext>
                </a:extLst>
              </a:tr>
              <a:tr h="525420"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Palm Oil</a:t>
                      </a: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10%</a:t>
                      </a: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18 / 11 / 2020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$15 / liter</a:t>
                      </a: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30.000 liters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265158"/>
                  </a:ext>
                </a:extLst>
              </a:tr>
              <a:tr h="525420"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Real Estate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16%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18 / 11 / 2020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$80.000 / unit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239 units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891573"/>
                  </a:ext>
                </a:extLst>
              </a:tr>
              <a:tr h="525420"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Crude Oil</a:t>
                      </a: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30%</a:t>
                      </a: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18 / 11 / 2020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$15 / liter</a:t>
                      </a: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10.000 liters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101774"/>
                  </a:ext>
                </a:extLst>
              </a:tr>
              <a:tr h="525420"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Iron Ore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2%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18 / 11 / 2020</a:t>
                      </a: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$225</a:t>
                      </a:r>
                      <a:r>
                        <a:rPr lang="en-US" sz="1400" baseline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 / kg</a:t>
                      </a:r>
                      <a:endParaRPr lang="en-US" sz="140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3769 tons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Poppins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866546"/>
                  </a:ext>
                </a:extLst>
              </a:tr>
            </a:tbl>
          </a:graphicData>
        </a:graphic>
      </p:graphicFrame>
      <p:grpSp>
        <p:nvGrpSpPr>
          <p:cNvPr id="35" name="Group 34"/>
          <p:cNvGrpSpPr/>
          <p:nvPr/>
        </p:nvGrpSpPr>
        <p:grpSpPr>
          <a:xfrm>
            <a:off x="1700349" y="4882901"/>
            <a:ext cx="2279468" cy="515414"/>
            <a:chOff x="13157138" y="3607192"/>
            <a:chExt cx="2279468" cy="515414"/>
          </a:xfr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</a:gradFill>
        </p:grpSpPr>
        <p:sp>
          <p:nvSpPr>
            <p:cNvPr id="36" name="Rounded Rectangle 35"/>
            <p:cNvSpPr/>
            <p:nvPr/>
          </p:nvSpPr>
          <p:spPr>
            <a:xfrm>
              <a:off x="13157138" y="3607192"/>
              <a:ext cx="2279468" cy="51541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355600" dist="266700" dir="5400000" sx="88000" sy="88000" algn="t" rotWithShape="0">
                <a:schemeClr val="accent4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451929" y="3649456"/>
              <a:ext cx="16898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>
                  <a:solidFill>
                    <a:schemeClr val="bg1"/>
                  </a:solidFill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Marketplace</a:t>
              </a:r>
              <a:endParaRPr lang="en-US" sz="2200" b="1" dirty="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1097280" y="3168939"/>
            <a:ext cx="71704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Far far away, behind the word mountains, far from the countries Vokalia and Consonantia, there live the blind texts. </a:t>
            </a:r>
          </a:p>
        </p:txBody>
      </p:sp>
    </p:spTree>
    <p:extLst>
      <p:ext uri="{BB962C8B-B14F-4D97-AF65-F5344CB8AC3E}">
        <p14:creationId xmlns:p14="http://schemas.microsoft.com/office/powerpoint/2010/main" val="91154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8535952" y="1"/>
            <a:ext cx="9752049" cy="9675221"/>
          </a:xfrm>
          <a:custGeom>
            <a:avLst/>
            <a:gdLst>
              <a:gd name="connsiteX0" fmla="*/ 221242 w 9752049"/>
              <a:gd name="connsiteY0" fmla="*/ 0 h 9675221"/>
              <a:gd name="connsiteX1" fmla="*/ 9752049 w 9752049"/>
              <a:gd name="connsiteY1" fmla="*/ 0 h 9675221"/>
              <a:gd name="connsiteX2" fmla="*/ 9752049 w 9752049"/>
              <a:gd name="connsiteY2" fmla="*/ 7939293 h 9675221"/>
              <a:gd name="connsiteX3" fmla="*/ 7757357 w 9752049"/>
              <a:gd name="connsiteY3" fmla="*/ 9233687 h 9675221"/>
              <a:gd name="connsiteX4" fmla="*/ 3773455 w 9752049"/>
              <a:gd name="connsiteY4" fmla="*/ 8242294 h 9675221"/>
              <a:gd name="connsiteX5" fmla="*/ 454703 w 9752049"/>
              <a:gd name="connsiteY5" fmla="*/ 2773140 h 9675221"/>
              <a:gd name="connsiteX6" fmla="*/ 130653 w 9752049"/>
              <a:gd name="connsiteY6" fmla="*/ 248111 h 9675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752049" h="9675221">
                <a:moveTo>
                  <a:pt x="221242" y="0"/>
                </a:moveTo>
                <a:lnTo>
                  <a:pt x="9752049" y="0"/>
                </a:lnTo>
                <a:lnTo>
                  <a:pt x="9752049" y="7939293"/>
                </a:lnTo>
                <a:lnTo>
                  <a:pt x="7757357" y="9233687"/>
                </a:lnTo>
                <a:cubicBezTo>
                  <a:pt x="6423666" y="10098910"/>
                  <a:pt x="4629730" y="9652906"/>
                  <a:pt x="3773455" y="8242294"/>
                </a:cubicBezTo>
                <a:lnTo>
                  <a:pt x="454703" y="2773140"/>
                </a:lnTo>
                <a:cubicBezTo>
                  <a:pt x="-21428" y="1987760"/>
                  <a:pt x="-113246" y="1063730"/>
                  <a:pt x="130653" y="24811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97280" y="4103876"/>
            <a:ext cx="671209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6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Minimalism Is The Pursuit</a:t>
            </a: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Of The Essence Of Things,</a:t>
            </a: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Not The Apperance.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79" y="7644806"/>
            <a:ext cx="64207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79" y="7313701"/>
            <a:ext cx="177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Why choose us?</a:t>
            </a:r>
            <a:endParaRPr lang="en-US" sz="1800" b="1">
              <a:solidFill>
                <a:schemeClr val="tx1">
                  <a:lumMod val="50000"/>
                  <a:lumOff val="50000"/>
                </a:schemeClr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79" y="1938478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Google Shape;94;p7"/>
          <p:cNvSpPr/>
          <p:nvPr/>
        </p:nvSpPr>
        <p:spPr>
          <a:xfrm>
            <a:off x="1332859" y="2174057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5947" h="5947" extrusionOk="0">
                <a:moveTo>
                  <a:pt x="5686" y="0"/>
                </a:moveTo>
                <a:lnTo>
                  <a:pt x="5611" y="19"/>
                </a:lnTo>
                <a:lnTo>
                  <a:pt x="5518" y="37"/>
                </a:lnTo>
                <a:lnTo>
                  <a:pt x="150" y="3150"/>
                </a:lnTo>
                <a:lnTo>
                  <a:pt x="75" y="3206"/>
                </a:lnTo>
                <a:lnTo>
                  <a:pt x="38" y="3262"/>
                </a:lnTo>
                <a:lnTo>
                  <a:pt x="19" y="3337"/>
                </a:lnTo>
                <a:lnTo>
                  <a:pt x="1" y="3411"/>
                </a:lnTo>
                <a:lnTo>
                  <a:pt x="19" y="3486"/>
                </a:lnTo>
                <a:lnTo>
                  <a:pt x="56" y="3542"/>
                </a:lnTo>
                <a:lnTo>
                  <a:pt x="112" y="3598"/>
                </a:lnTo>
                <a:lnTo>
                  <a:pt x="168" y="3654"/>
                </a:lnTo>
                <a:lnTo>
                  <a:pt x="1417" y="4157"/>
                </a:lnTo>
                <a:lnTo>
                  <a:pt x="4735" y="1230"/>
                </a:lnTo>
                <a:lnTo>
                  <a:pt x="4772" y="1212"/>
                </a:lnTo>
                <a:lnTo>
                  <a:pt x="4791" y="1212"/>
                </a:lnTo>
                <a:lnTo>
                  <a:pt x="4828" y="1230"/>
                </a:lnTo>
                <a:lnTo>
                  <a:pt x="4866" y="1268"/>
                </a:lnTo>
                <a:lnTo>
                  <a:pt x="4847" y="1305"/>
                </a:lnTo>
                <a:lnTo>
                  <a:pt x="4847" y="1324"/>
                </a:lnTo>
                <a:lnTo>
                  <a:pt x="2051" y="4735"/>
                </a:lnTo>
                <a:lnTo>
                  <a:pt x="2051" y="5667"/>
                </a:lnTo>
                <a:lnTo>
                  <a:pt x="2070" y="5760"/>
                </a:lnTo>
                <a:lnTo>
                  <a:pt x="2107" y="5834"/>
                </a:lnTo>
                <a:lnTo>
                  <a:pt x="2163" y="5890"/>
                </a:lnTo>
                <a:lnTo>
                  <a:pt x="2237" y="5928"/>
                </a:lnTo>
                <a:lnTo>
                  <a:pt x="2312" y="5946"/>
                </a:lnTo>
                <a:lnTo>
                  <a:pt x="2386" y="5946"/>
                </a:lnTo>
                <a:lnTo>
                  <a:pt x="2480" y="5909"/>
                </a:lnTo>
                <a:lnTo>
                  <a:pt x="2536" y="5853"/>
                </a:lnTo>
                <a:lnTo>
                  <a:pt x="3281" y="4958"/>
                </a:lnTo>
                <a:lnTo>
                  <a:pt x="4716" y="5555"/>
                </a:lnTo>
                <a:lnTo>
                  <a:pt x="4791" y="5574"/>
                </a:lnTo>
                <a:lnTo>
                  <a:pt x="4903" y="5574"/>
                </a:lnTo>
                <a:lnTo>
                  <a:pt x="4959" y="5536"/>
                </a:lnTo>
                <a:lnTo>
                  <a:pt x="5015" y="5499"/>
                </a:lnTo>
                <a:lnTo>
                  <a:pt x="5052" y="5462"/>
                </a:lnTo>
                <a:lnTo>
                  <a:pt x="5089" y="5406"/>
                </a:lnTo>
                <a:lnTo>
                  <a:pt x="5108" y="5350"/>
                </a:lnTo>
                <a:lnTo>
                  <a:pt x="5947" y="336"/>
                </a:lnTo>
                <a:lnTo>
                  <a:pt x="5947" y="243"/>
                </a:lnTo>
                <a:lnTo>
                  <a:pt x="5928" y="168"/>
                </a:lnTo>
                <a:lnTo>
                  <a:pt x="5872" y="112"/>
                </a:lnTo>
                <a:lnTo>
                  <a:pt x="5816" y="56"/>
                </a:lnTo>
                <a:lnTo>
                  <a:pt x="5760" y="19"/>
                </a:lnTo>
                <a:lnTo>
                  <a:pt x="568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84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97280" y="5513144"/>
            <a:ext cx="498405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What Is</a:t>
            </a:r>
            <a:r>
              <a:rPr lang="en-US" sz="3200" b="1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Business Problem?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79" y="6901006"/>
            <a:ext cx="61589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97281" y="8690784"/>
            <a:ext cx="1760219" cy="49893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</a:gradFill>
          <a:ln>
            <a:noFill/>
          </a:ln>
          <a:effectLst>
            <a:outerShdw blurRad="355600" dist="266700" dir="5400000" sx="88000" sy="88000" algn="t" rotWithShape="0">
              <a:schemeClr val="accent4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1368089" y="8770975"/>
            <a:ext cx="1218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MORE INFO</a:t>
            </a:r>
            <a:endParaRPr lang="en-US" sz="160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0" name="Freeform 109">
            <a:extLst>
              <a:ext uri="{FF2B5EF4-FFF2-40B4-BE49-F238E27FC236}">
                <a16:creationId xmlns:a16="http://schemas.microsoft.com/office/drawing/2014/main" id="{C1F499A6-52A6-42FF-9CD3-4A9BFDF343B1}"/>
              </a:ext>
            </a:extLst>
          </p:cNvPr>
          <p:cNvSpPr>
            <a:spLocks/>
          </p:cNvSpPr>
          <p:nvPr/>
        </p:nvSpPr>
        <p:spPr bwMode="auto">
          <a:xfrm rot="900000">
            <a:off x="-472911" y="-441909"/>
            <a:ext cx="4545155" cy="5012062"/>
          </a:xfrm>
          <a:custGeom>
            <a:avLst/>
            <a:gdLst>
              <a:gd name="connsiteX0" fmla="*/ 0 w 4545155"/>
              <a:gd name="connsiteY0" fmla="*/ 978030 h 5012062"/>
              <a:gd name="connsiteX1" fmla="*/ 3650060 w 4545155"/>
              <a:gd name="connsiteY1" fmla="*/ 0 h 5012062"/>
              <a:gd name="connsiteX2" fmla="*/ 3710444 w 4545155"/>
              <a:gd name="connsiteY2" fmla="*/ 30347 h 5012062"/>
              <a:gd name="connsiteX3" fmla="*/ 4212823 w 4545155"/>
              <a:gd name="connsiteY3" fmla="*/ 282831 h 5012062"/>
              <a:gd name="connsiteX4" fmla="*/ 4545155 w 4545155"/>
              <a:gd name="connsiteY4" fmla="*/ 820522 h 5012062"/>
              <a:gd name="connsiteX5" fmla="*/ 4545155 w 4545155"/>
              <a:gd name="connsiteY5" fmla="*/ 3420988 h 5012062"/>
              <a:gd name="connsiteX6" fmla="*/ 4212823 w 4545155"/>
              <a:gd name="connsiteY6" fmla="*/ 3968454 h 5012062"/>
              <a:gd name="connsiteX7" fmla="*/ 2248155 w 4545155"/>
              <a:gd name="connsiteY7" fmla="*/ 4946074 h 5012062"/>
              <a:gd name="connsiteX8" fmla="*/ 1710559 w 4545155"/>
              <a:gd name="connsiteY8" fmla="*/ 4946073 h 5012062"/>
              <a:gd name="connsiteX9" fmla="*/ 1072138 w 4545155"/>
              <a:gd name="connsiteY9" fmla="*/ 4628395 h 5012062"/>
              <a:gd name="connsiteX10" fmla="*/ 963647 w 4545155"/>
              <a:gd name="connsiteY10" fmla="*/ 4574410 h 5012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45155" h="5012062">
                <a:moveTo>
                  <a:pt x="0" y="978030"/>
                </a:moveTo>
                <a:lnTo>
                  <a:pt x="3650060" y="0"/>
                </a:lnTo>
                <a:lnTo>
                  <a:pt x="3710444" y="30347"/>
                </a:lnTo>
                <a:cubicBezTo>
                  <a:pt x="3861715" y="106373"/>
                  <a:pt x="4028635" y="190263"/>
                  <a:pt x="4212823" y="282831"/>
                </a:cubicBezTo>
                <a:cubicBezTo>
                  <a:pt x="4418087" y="380593"/>
                  <a:pt x="4545155" y="595669"/>
                  <a:pt x="4545155" y="820522"/>
                </a:cubicBezTo>
                <a:cubicBezTo>
                  <a:pt x="4545155" y="820522"/>
                  <a:pt x="4545155" y="820522"/>
                  <a:pt x="4545155" y="3420988"/>
                </a:cubicBezTo>
                <a:cubicBezTo>
                  <a:pt x="4545155" y="3645840"/>
                  <a:pt x="4418087" y="3860916"/>
                  <a:pt x="4212823" y="3968454"/>
                </a:cubicBezTo>
                <a:cubicBezTo>
                  <a:pt x="4212823" y="3968454"/>
                  <a:pt x="4212823" y="3968454"/>
                  <a:pt x="2248155" y="4946074"/>
                </a:cubicBezTo>
                <a:cubicBezTo>
                  <a:pt x="2081989" y="5034059"/>
                  <a:pt x="1876725" y="5034059"/>
                  <a:pt x="1710559" y="4946073"/>
                </a:cubicBezTo>
                <a:cubicBezTo>
                  <a:pt x="1710559" y="4946073"/>
                  <a:pt x="1710559" y="4946073"/>
                  <a:pt x="1072138" y="4628395"/>
                </a:cubicBezTo>
                <a:lnTo>
                  <a:pt x="963647" y="45744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413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d-ID"/>
          </a:p>
        </p:txBody>
      </p:sp>
      <p:sp>
        <p:nvSpPr>
          <p:cNvPr id="112" name="Freeform 332"/>
          <p:cNvSpPr>
            <a:spLocks noEditPoints="1"/>
          </p:cNvSpPr>
          <p:nvPr/>
        </p:nvSpPr>
        <p:spPr bwMode="auto">
          <a:xfrm>
            <a:off x="6168182" y="3662072"/>
            <a:ext cx="438996" cy="438991"/>
          </a:xfrm>
          <a:custGeom>
            <a:avLst/>
            <a:gdLst>
              <a:gd name="T0" fmla="*/ 38 w 38"/>
              <a:gd name="T1" fmla="*/ 21 h 38"/>
              <a:gd name="T2" fmla="*/ 35 w 38"/>
              <a:gd name="T3" fmla="*/ 23 h 38"/>
              <a:gd name="T4" fmla="*/ 33 w 38"/>
              <a:gd name="T5" fmla="*/ 23 h 38"/>
              <a:gd name="T6" fmla="*/ 20 w 38"/>
              <a:gd name="T7" fmla="*/ 33 h 38"/>
              <a:gd name="T8" fmla="*/ 19 w 38"/>
              <a:gd name="T9" fmla="*/ 36 h 38"/>
              <a:gd name="T10" fmla="*/ 17 w 38"/>
              <a:gd name="T11" fmla="*/ 38 h 38"/>
              <a:gd name="T12" fmla="*/ 15 w 38"/>
              <a:gd name="T13" fmla="*/ 35 h 38"/>
              <a:gd name="T14" fmla="*/ 15 w 38"/>
              <a:gd name="T15" fmla="*/ 33 h 38"/>
              <a:gd name="T16" fmla="*/ 5 w 38"/>
              <a:gd name="T17" fmla="*/ 20 h 38"/>
              <a:gd name="T18" fmla="*/ 2 w 38"/>
              <a:gd name="T19" fmla="*/ 19 h 38"/>
              <a:gd name="T20" fmla="*/ 0 w 38"/>
              <a:gd name="T21" fmla="*/ 17 h 38"/>
              <a:gd name="T22" fmla="*/ 0 w 38"/>
              <a:gd name="T23" fmla="*/ 17 h 38"/>
              <a:gd name="T24" fmla="*/ 3 w 38"/>
              <a:gd name="T25" fmla="*/ 15 h 38"/>
              <a:gd name="T26" fmla="*/ 5 w 38"/>
              <a:gd name="T27" fmla="*/ 15 h 38"/>
              <a:gd name="T28" fmla="*/ 18 w 38"/>
              <a:gd name="T29" fmla="*/ 5 h 38"/>
              <a:gd name="T30" fmla="*/ 19 w 38"/>
              <a:gd name="T31" fmla="*/ 2 h 38"/>
              <a:gd name="T32" fmla="*/ 21 w 38"/>
              <a:gd name="T33" fmla="*/ 0 h 38"/>
              <a:gd name="T34" fmla="*/ 23 w 38"/>
              <a:gd name="T35" fmla="*/ 3 h 38"/>
              <a:gd name="T36" fmla="*/ 23 w 38"/>
              <a:gd name="T37" fmla="*/ 5 h 38"/>
              <a:gd name="T38" fmla="*/ 33 w 38"/>
              <a:gd name="T39" fmla="*/ 18 h 38"/>
              <a:gd name="T40" fmla="*/ 36 w 38"/>
              <a:gd name="T41" fmla="*/ 18 h 38"/>
              <a:gd name="T42" fmla="*/ 38 w 38"/>
              <a:gd name="T43" fmla="*/ 21 h 38"/>
              <a:gd name="T44" fmla="*/ 18 w 38"/>
              <a:gd name="T45" fmla="*/ 25 h 38"/>
              <a:gd name="T46" fmla="*/ 25 w 38"/>
              <a:gd name="T47" fmla="*/ 20 h 38"/>
              <a:gd name="T48" fmla="*/ 20 w 38"/>
              <a:gd name="T49" fmla="*/ 13 h 38"/>
              <a:gd name="T50" fmla="*/ 13 w 38"/>
              <a:gd name="T51" fmla="*/ 18 h 38"/>
              <a:gd name="T52" fmla="*/ 18 w 38"/>
              <a:gd name="T53" fmla="*/ 25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8" h="38">
                <a:moveTo>
                  <a:pt x="38" y="21"/>
                </a:moveTo>
                <a:cubicBezTo>
                  <a:pt x="38" y="22"/>
                  <a:pt x="36" y="23"/>
                  <a:pt x="35" y="23"/>
                </a:cubicBezTo>
                <a:cubicBezTo>
                  <a:pt x="33" y="23"/>
                  <a:pt x="33" y="23"/>
                  <a:pt x="33" y="23"/>
                </a:cubicBezTo>
                <a:cubicBezTo>
                  <a:pt x="27" y="23"/>
                  <a:pt x="21" y="27"/>
                  <a:pt x="20" y="33"/>
                </a:cubicBezTo>
                <a:cubicBezTo>
                  <a:pt x="19" y="36"/>
                  <a:pt x="19" y="36"/>
                  <a:pt x="19" y="36"/>
                </a:cubicBezTo>
                <a:cubicBezTo>
                  <a:pt x="19" y="37"/>
                  <a:pt x="18" y="38"/>
                  <a:pt x="17" y="38"/>
                </a:cubicBezTo>
                <a:cubicBezTo>
                  <a:pt x="16" y="37"/>
                  <a:pt x="15" y="36"/>
                  <a:pt x="15" y="35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26"/>
                  <a:pt x="11" y="21"/>
                  <a:pt x="5" y="20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18"/>
                  <a:pt x="0" y="17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5"/>
                  <a:pt x="2" y="14"/>
                  <a:pt x="3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11" y="15"/>
                  <a:pt x="17" y="11"/>
                  <a:pt x="18" y="5"/>
                </a:cubicBezTo>
                <a:cubicBezTo>
                  <a:pt x="19" y="2"/>
                  <a:pt x="19" y="2"/>
                  <a:pt x="19" y="2"/>
                </a:cubicBezTo>
                <a:cubicBezTo>
                  <a:pt x="19" y="1"/>
                  <a:pt x="20" y="0"/>
                  <a:pt x="21" y="0"/>
                </a:cubicBezTo>
                <a:cubicBezTo>
                  <a:pt x="23" y="0"/>
                  <a:pt x="23" y="1"/>
                  <a:pt x="23" y="3"/>
                </a:cubicBezTo>
                <a:cubicBezTo>
                  <a:pt x="23" y="5"/>
                  <a:pt x="23" y="5"/>
                  <a:pt x="23" y="5"/>
                </a:cubicBezTo>
                <a:cubicBezTo>
                  <a:pt x="23" y="11"/>
                  <a:pt x="27" y="17"/>
                  <a:pt x="33" y="18"/>
                </a:cubicBezTo>
                <a:cubicBezTo>
                  <a:pt x="36" y="18"/>
                  <a:pt x="36" y="18"/>
                  <a:pt x="36" y="18"/>
                </a:cubicBezTo>
                <a:cubicBezTo>
                  <a:pt x="37" y="19"/>
                  <a:pt x="38" y="20"/>
                  <a:pt x="38" y="21"/>
                </a:cubicBezTo>
                <a:close/>
                <a:moveTo>
                  <a:pt x="18" y="25"/>
                </a:moveTo>
                <a:cubicBezTo>
                  <a:pt x="20" y="23"/>
                  <a:pt x="23" y="21"/>
                  <a:pt x="25" y="20"/>
                </a:cubicBezTo>
                <a:cubicBezTo>
                  <a:pt x="23" y="18"/>
                  <a:pt x="21" y="15"/>
                  <a:pt x="20" y="13"/>
                </a:cubicBezTo>
                <a:cubicBezTo>
                  <a:pt x="18" y="15"/>
                  <a:pt x="16" y="17"/>
                  <a:pt x="13" y="18"/>
                </a:cubicBezTo>
                <a:cubicBezTo>
                  <a:pt x="15" y="20"/>
                  <a:pt x="17" y="22"/>
                  <a:pt x="18" y="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sp>
        <p:nvSpPr>
          <p:cNvPr id="113" name="Freeform 333"/>
          <p:cNvSpPr>
            <a:spLocks noEditPoints="1"/>
          </p:cNvSpPr>
          <p:nvPr/>
        </p:nvSpPr>
        <p:spPr bwMode="auto">
          <a:xfrm>
            <a:off x="7558107" y="1602013"/>
            <a:ext cx="381734" cy="394457"/>
          </a:xfrm>
          <a:custGeom>
            <a:avLst/>
            <a:gdLst>
              <a:gd name="T0" fmla="*/ 32 w 33"/>
              <a:gd name="T1" fmla="*/ 19 h 34"/>
              <a:gd name="T2" fmla="*/ 15 w 33"/>
              <a:gd name="T3" fmla="*/ 33 h 34"/>
              <a:gd name="T4" fmla="*/ 1 w 33"/>
              <a:gd name="T5" fmla="*/ 15 h 34"/>
              <a:gd name="T6" fmla="*/ 19 w 33"/>
              <a:gd name="T7" fmla="*/ 1 h 34"/>
              <a:gd name="T8" fmla="*/ 32 w 33"/>
              <a:gd name="T9" fmla="*/ 19 h 34"/>
              <a:gd name="T10" fmla="*/ 6 w 33"/>
              <a:gd name="T11" fmla="*/ 16 h 34"/>
              <a:gd name="T12" fmla="*/ 15 w 33"/>
              <a:gd name="T13" fmla="*/ 28 h 34"/>
              <a:gd name="T14" fmla="*/ 27 w 33"/>
              <a:gd name="T15" fmla="*/ 18 h 34"/>
              <a:gd name="T16" fmla="*/ 18 w 33"/>
              <a:gd name="T17" fmla="*/ 6 h 34"/>
              <a:gd name="T18" fmla="*/ 6 w 33"/>
              <a:gd name="T19" fmla="*/ 16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" h="34">
                <a:moveTo>
                  <a:pt x="32" y="19"/>
                </a:moveTo>
                <a:cubicBezTo>
                  <a:pt x="31" y="27"/>
                  <a:pt x="23" y="34"/>
                  <a:pt x="15" y="33"/>
                </a:cubicBezTo>
                <a:cubicBezTo>
                  <a:pt x="6" y="31"/>
                  <a:pt x="0" y="24"/>
                  <a:pt x="1" y="15"/>
                </a:cubicBezTo>
                <a:cubicBezTo>
                  <a:pt x="2" y="6"/>
                  <a:pt x="10" y="0"/>
                  <a:pt x="19" y="1"/>
                </a:cubicBezTo>
                <a:cubicBezTo>
                  <a:pt x="27" y="2"/>
                  <a:pt x="33" y="10"/>
                  <a:pt x="32" y="19"/>
                </a:cubicBezTo>
                <a:close/>
                <a:moveTo>
                  <a:pt x="6" y="16"/>
                </a:moveTo>
                <a:cubicBezTo>
                  <a:pt x="5" y="22"/>
                  <a:pt x="9" y="27"/>
                  <a:pt x="15" y="28"/>
                </a:cubicBezTo>
                <a:cubicBezTo>
                  <a:pt x="21" y="28"/>
                  <a:pt x="27" y="24"/>
                  <a:pt x="27" y="18"/>
                </a:cubicBezTo>
                <a:cubicBezTo>
                  <a:pt x="28" y="12"/>
                  <a:pt x="24" y="7"/>
                  <a:pt x="18" y="6"/>
                </a:cubicBezTo>
                <a:cubicBezTo>
                  <a:pt x="12" y="5"/>
                  <a:pt x="7" y="10"/>
                  <a:pt x="6" y="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sp>
        <p:nvSpPr>
          <p:cNvPr id="114" name="Freeform 333"/>
          <p:cNvSpPr>
            <a:spLocks noEditPoints="1"/>
          </p:cNvSpPr>
          <p:nvPr/>
        </p:nvSpPr>
        <p:spPr bwMode="auto">
          <a:xfrm>
            <a:off x="17544932" y="6662016"/>
            <a:ext cx="381734" cy="394457"/>
          </a:xfrm>
          <a:custGeom>
            <a:avLst/>
            <a:gdLst>
              <a:gd name="T0" fmla="*/ 32 w 33"/>
              <a:gd name="T1" fmla="*/ 19 h 34"/>
              <a:gd name="T2" fmla="*/ 15 w 33"/>
              <a:gd name="T3" fmla="*/ 33 h 34"/>
              <a:gd name="T4" fmla="*/ 1 w 33"/>
              <a:gd name="T5" fmla="*/ 15 h 34"/>
              <a:gd name="T6" fmla="*/ 19 w 33"/>
              <a:gd name="T7" fmla="*/ 1 h 34"/>
              <a:gd name="T8" fmla="*/ 32 w 33"/>
              <a:gd name="T9" fmla="*/ 19 h 34"/>
              <a:gd name="T10" fmla="*/ 6 w 33"/>
              <a:gd name="T11" fmla="*/ 16 h 34"/>
              <a:gd name="T12" fmla="*/ 15 w 33"/>
              <a:gd name="T13" fmla="*/ 28 h 34"/>
              <a:gd name="T14" fmla="*/ 27 w 33"/>
              <a:gd name="T15" fmla="*/ 18 h 34"/>
              <a:gd name="T16" fmla="*/ 18 w 33"/>
              <a:gd name="T17" fmla="*/ 6 h 34"/>
              <a:gd name="T18" fmla="*/ 6 w 33"/>
              <a:gd name="T19" fmla="*/ 16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" h="34">
                <a:moveTo>
                  <a:pt x="32" y="19"/>
                </a:moveTo>
                <a:cubicBezTo>
                  <a:pt x="31" y="27"/>
                  <a:pt x="23" y="34"/>
                  <a:pt x="15" y="33"/>
                </a:cubicBezTo>
                <a:cubicBezTo>
                  <a:pt x="6" y="31"/>
                  <a:pt x="0" y="24"/>
                  <a:pt x="1" y="15"/>
                </a:cubicBezTo>
                <a:cubicBezTo>
                  <a:pt x="2" y="6"/>
                  <a:pt x="10" y="0"/>
                  <a:pt x="19" y="1"/>
                </a:cubicBezTo>
                <a:cubicBezTo>
                  <a:pt x="27" y="2"/>
                  <a:pt x="33" y="10"/>
                  <a:pt x="32" y="19"/>
                </a:cubicBezTo>
                <a:close/>
                <a:moveTo>
                  <a:pt x="6" y="16"/>
                </a:moveTo>
                <a:cubicBezTo>
                  <a:pt x="5" y="22"/>
                  <a:pt x="9" y="27"/>
                  <a:pt x="15" y="28"/>
                </a:cubicBezTo>
                <a:cubicBezTo>
                  <a:pt x="21" y="28"/>
                  <a:pt x="27" y="24"/>
                  <a:pt x="27" y="18"/>
                </a:cubicBezTo>
                <a:cubicBezTo>
                  <a:pt x="28" y="12"/>
                  <a:pt x="24" y="7"/>
                  <a:pt x="18" y="6"/>
                </a:cubicBezTo>
                <a:cubicBezTo>
                  <a:pt x="12" y="5"/>
                  <a:pt x="7" y="10"/>
                  <a:pt x="6" y="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sp>
        <p:nvSpPr>
          <p:cNvPr id="115" name="Freeform 332"/>
          <p:cNvSpPr>
            <a:spLocks noEditPoints="1"/>
          </p:cNvSpPr>
          <p:nvPr/>
        </p:nvSpPr>
        <p:spPr bwMode="auto">
          <a:xfrm>
            <a:off x="16378762" y="2105712"/>
            <a:ext cx="273851" cy="273848"/>
          </a:xfrm>
          <a:custGeom>
            <a:avLst/>
            <a:gdLst>
              <a:gd name="T0" fmla="*/ 38 w 38"/>
              <a:gd name="T1" fmla="*/ 21 h 38"/>
              <a:gd name="T2" fmla="*/ 35 w 38"/>
              <a:gd name="T3" fmla="*/ 23 h 38"/>
              <a:gd name="T4" fmla="*/ 33 w 38"/>
              <a:gd name="T5" fmla="*/ 23 h 38"/>
              <a:gd name="T6" fmla="*/ 20 w 38"/>
              <a:gd name="T7" fmla="*/ 33 h 38"/>
              <a:gd name="T8" fmla="*/ 19 w 38"/>
              <a:gd name="T9" fmla="*/ 36 h 38"/>
              <a:gd name="T10" fmla="*/ 17 w 38"/>
              <a:gd name="T11" fmla="*/ 38 h 38"/>
              <a:gd name="T12" fmla="*/ 15 w 38"/>
              <a:gd name="T13" fmla="*/ 35 h 38"/>
              <a:gd name="T14" fmla="*/ 15 w 38"/>
              <a:gd name="T15" fmla="*/ 33 h 38"/>
              <a:gd name="T16" fmla="*/ 5 w 38"/>
              <a:gd name="T17" fmla="*/ 20 h 38"/>
              <a:gd name="T18" fmla="*/ 2 w 38"/>
              <a:gd name="T19" fmla="*/ 19 h 38"/>
              <a:gd name="T20" fmla="*/ 0 w 38"/>
              <a:gd name="T21" fmla="*/ 17 h 38"/>
              <a:gd name="T22" fmla="*/ 0 w 38"/>
              <a:gd name="T23" fmla="*/ 17 h 38"/>
              <a:gd name="T24" fmla="*/ 3 w 38"/>
              <a:gd name="T25" fmla="*/ 15 h 38"/>
              <a:gd name="T26" fmla="*/ 5 w 38"/>
              <a:gd name="T27" fmla="*/ 15 h 38"/>
              <a:gd name="T28" fmla="*/ 18 w 38"/>
              <a:gd name="T29" fmla="*/ 5 h 38"/>
              <a:gd name="T30" fmla="*/ 19 w 38"/>
              <a:gd name="T31" fmla="*/ 2 h 38"/>
              <a:gd name="T32" fmla="*/ 21 w 38"/>
              <a:gd name="T33" fmla="*/ 0 h 38"/>
              <a:gd name="T34" fmla="*/ 23 w 38"/>
              <a:gd name="T35" fmla="*/ 3 h 38"/>
              <a:gd name="T36" fmla="*/ 23 w 38"/>
              <a:gd name="T37" fmla="*/ 5 h 38"/>
              <a:gd name="T38" fmla="*/ 33 w 38"/>
              <a:gd name="T39" fmla="*/ 18 h 38"/>
              <a:gd name="T40" fmla="*/ 36 w 38"/>
              <a:gd name="T41" fmla="*/ 18 h 38"/>
              <a:gd name="T42" fmla="*/ 38 w 38"/>
              <a:gd name="T43" fmla="*/ 21 h 38"/>
              <a:gd name="T44" fmla="*/ 18 w 38"/>
              <a:gd name="T45" fmla="*/ 25 h 38"/>
              <a:gd name="T46" fmla="*/ 25 w 38"/>
              <a:gd name="T47" fmla="*/ 20 h 38"/>
              <a:gd name="T48" fmla="*/ 20 w 38"/>
              <a:gd name="T49" fmla="*/ 13 h 38"/>
              <a:gd name="T50" fmla="*/ 13 w 38"/>
              <a:gd name="T51" fmla="*/ 18 h 38"/>
              <a:gd name="T52" fmla="*/ 18 w 38"/>
              <a:gd name="T53" fmla="*/ 25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8" h="38">
                <a:moveTo>
                  <a:pt x="38" y="21"/>
                </a:moveTo>
                <a:cubicBezTo>
                  <a:pt x="38" y="22"/>
                  <a:pt x="36" y="23"/>
                  <a:pt x="35" y="23"/>
                </a:cubicBezTo>
                <a:cubicBezTo>
                  <a:pt x="33" y="23"/>
                  <a:pt x="33" y="23"/>
                  <a:pt x="33" y="23"/>
                </a:cubicBezTo>
                <a:cubicBezTo>
                  <a:pt x="27" y="23"/>
                  <a:pt x="21" y="27"/>
                  <a:pt x="20" y="33"/>
                </a:cubicBezTo>
                <a:cubicBezTo>
                  <a:pt x="19" y="36"/>
                  <a:pt x="19" y="36"/>
                  <a:pt x="19" y="36"/>
                </a:cubicBezTo>
                <a:cubicBezTo>
                  <a:pt x="19" y="37"/>
                  <a:pt x="18" y="38"/>
                  <a:pt x="17" y="38"/>
                </a:cubicBezTo>
                <a:cubicBezTo>
                  <a:pt x="16" y="37"/>
                  <a:pt x="15" y="36"/>
                  <a:pt x="15" y="35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26"/>
                  <a:pt x="11" y="21"/>
                  <a:pt x="5" y="20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18"/>
                  <a:pt x="0" y="17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5"/>
                  <a:pt x="2" y="14"/>
                  <a:pt x="3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11" y="15"/>
                  <a:pt x="17" y="11"/>
                  <a:pt x="18" y="5"/>
                </a:cubicBezTo>
                <a:cubicBezTo>
                  <a:pt x="19" y="2"/>
                  <a:pt x="19" y="2"/>
                  <a:pt x="19" y="2"/>
                </a:cubicBezTo>
                <a:cubicBezTo>
                  <a:pt x="19" y="1"/>
                  <a:pt x="20" y="0"/>
                  <a:pt x="21" y="0"/>
                </a:cubicBezTo>
                <a:cubicBezTo>
                  <a:pt x="23" y="0"/>
                  <a:pt x="23" y="1"/>
                  <a:pt x="23" y="3"/>
                </a:cubicBezTo>
                <a:cubicBezTo>
                  <a:pt x="23" y="5"/>
                  <a:pt x="23" y="5"/>
                  <a:pt x="23" y="5"/>
                </a:cubicBezTo>
                <a:cubicBezTo>
                  <a:pt x="23" y="11"/>
                  <a:pt x="27" y="17"/>
                  <a:pt x="33" y="18"/>
                </a:cubicBezTo>
                <a:cubicBezTo>
                  <a:pt x="36" y="18"/>
                  <a:pt x="36" y="18"/>
                  <a:pt x="36" y="18"/>
                </a:cubicBezTo>
                <a:cubicBezTo>
                  <a:pt x="37" y="19"/>
                  <a:pt x="38" y="20"/>
                  <a:pt x="38" y="21"/>
                </a:cubicBezTo>
                <a:close/>
                <a:moveTo>
                  <a:pt x="18" y="25"/>
                </a:moveTo>
                <a:cubicBezTo>
                  <a:pt x="20" y="23"/>
                  <a:pt x="23" y="21"/>
                  <a:pt x="25" y="20"/>
                </a:cubicBezTo>
                <a:cubicBezTo>
                  <a:pt x="23" y="18"/>
                  <a:pt x="21" y="15"/>
                  <a:pt x="20" y="13"/>
                </a:cubicBezTo>
                <a:cubicBezTo>
                  <a:pt x="18" y="15"/>
                  <a:pt x="16" y="17"/>
                  <a:pt x="13" y="18"/>
                </a:cubicBezTo>
                <a:cubicBezTo>
                  <a:pt x="15" y="20"/>
                  <a:pt x="17" y="22"/>
                  <a:pt x="18" y="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sp>
        <p:nvSpPr>
          <p:cNvPr id="123" name="Freeform 122"/>
          <p:cNvSpPr>
            <a:spLocks/>
          </p:cNvSpPr>
          <p:nvPr/>
        </p:nvSpPr>
        <p:spPr bwMode="auto">
          <a:xfrm>
            <a:off x="6035532" y="9109529"/>
            <a:ext cx="408994" cy="401753"/>
          </a:xfrm>
          <a:custGeom>
            <a:avLst/>
            <a:gdLst>
              <a:gd name="connsiteX0" fmla="*/ 179530 w 408994"/>
              <a:gd name="connsiteY0" fmla="*/ 235253 h 401753"/>
              <a:gd name="connsiteX1" fmla="*/ 198560 w 408994"/>
              <a:gd name="connsiteY1" fmla="*/ 240705 h 401753"/>
              <a:gd name="connsiteX2" fmla="*/ 212888 w 408994"/>
              <a:gd name="connsiteY2" fmla="*/ 280967 h 401753"/>
              <a:gd name="connsiteX3" fmla="*/ 169904 w 408994"/>
              <a:gd name="connsiteY3" fmla="*/ 374912 h 401753"/>
              <a:gd name="connsiteX4" fmla="*/ 126918 w 408994"/>
              <a:gd name="connsiteY4" fmla="*/ 401753 h 401753"/>
              <a:gd name="connsiteX5" fmla="*/ 98262 w 408994"/>
              <a:gd name="connsiteY5" fmla="*/ 361491 h 401753"/>
              <a:gd name="connsiteX6" fmla="*/ 141246 w 408994"/>
              <a:gd name="connsiteY6" fmla="*/ 254125 h 401753"/>
              <a:gd name="connsiteX7" fmla="*/ 179530 w 408994"/>
              <a:gd name="connsiteY7" fmla="*/ 235253 h 401753"/>
              <a:gd name="connsiteX8" fmla="*/ 272582 w 408994"/>
              <a:gd name="connsiteY8" fmla="*/ 190276 h 401753"/>
              <a:gd name="connsiteX9" fmla="*/ 282648 w 408994"/>
              <a:gd name="connsiteY9" fmla="*/ 196097 h 401753"/>
              <a:gd name="connsiteX10" fmla="*/ 390014 w 408994"/>
              <a:gd name="connsiteY10" fmla="*/ 239082 h 401753"/>
              <a:gd name="connsiteX11" fmla="*/ 403436 w 408994"/>
              <a:gd name="connsiteY11" fmla="*/ 282067 h 401753"/>
              <a:gd name="connsiteX12" fmla="*/ 363172 w 408994"/>
              <a:gd name="connsiteY12" fmla="*/ 296396 h 401753"/>
              <a:gd name="connsiteX13" fmla="*/ 255806 w 408994"/>
              <a:gd name="connsiteY13" fmla="*/ 253411 h 401753"/>
              <a:gd name="connsiteX14" fmla="*/ 242386 w 408994"/>
              <a:gd name="connsiteY14" fmla="*/ 210426 h 401753"/>
              <a:gd name="connsiteX15" fmla="*/ 272582 w 408994"/>
              <a:gd name="connsiteY15" fmla="*/ 190276 h 401753"/>
              <a:gd name="connsiteX16" fmla="*/ 34182 w 408994"/>
              <a:gd name="connsiteY16" fmla="*/ 98754 h 401753"/>
              <a:gd name="connsiteX17" fmla="*/ 46246 w 408994"/>
              <a:gd name="connsiteY17" fmla="*/ 104232 h 401753"/>
              <a:gd name="connsiteX18" fmla="*/ 154612 w 408994"/>
              <a:gd name="connsiteY18" fmla="*/ 144688 h 401753"/>
              <a:gd name="connsiteX19" fmla="*/ 168158 w 408994"/>
              <a:gd name="connsiteY19" fmla="*/ 185144 h 401753"/>
              <a:gd name="connsiteX20" fmla="*/ 127520 w 408994"/>
              <a:gd name="connsiteY20" fmla="*/ 198629 h 401753"/>
              <a:gd name="connsiteX21" fmla="*/ 19156 w 408994"/>
              <a:gd name="connsiteY21" fmla="*/ 158173 h 401753"/>
              <a:gd name="connsiteX22" fmla="*/ 5610 w 408994"/>
              <a:gd name="connsiteY22" fmla="*/ 117717 h 401753"/>
              <a:gd name="connsiteX23" fmla="*/ 34182 w 408994"/>
              <a:gd name="connsiteY23" fmla="*/ 98754 h 401753"/>
              <a:gd name="connsiteX24" fmla="*/ 273358 w 408994"/>
              <a:gd name="connsiteY24" fmla="*/ 106 h 401753"/>
              <a:gd name="connsiteX25" fmla="*/ 291268 w 408994"/>
              <a:gd name="connsiteY25" fmla="*/ 5558 h 401753"/>
              <a:gd name="connsiteX26" fmla="*/ 304754 w 408994"/>
              <a:gd name="connsiteY26" fmla="*/ 45820 h 401753"/>
              <a:gd name="connsiteX27" fmla="*/ 264298 w 408994"/>
              <a:gd name="connsiteY27" fmla="*/ 139765 h 401753"/>
              <a:gd name="connsiteX28" fmla="*/ 223842 w 408994"/>
              <a:gd name="connsiteY28" fmla="*/ 166606 h 401753"/>
              <a:gd name="connsiteX29" fmla="*/ 196872 w 408994"/>
              <a:gd name="connsiteY29" fmla="*/ 112923 h 401753"/>
              <a:gd name="connsiteX30" fmla="*/ 237328 w 408994"/>
              <a:gd name="connsiteY30" fmla="*/ 18978 h 401753"/>
              <a:gd name="connsiteX31" fmla="*/ 259240 w 408994"/>
              <a:gd name="connsiteY31" fmla="*/ 2203 h 401753"/>
              <a:gd name="connsiteX32" fmla="*/ 273358 w 408994"/>
              <a:gd name="connsiteY32" fmla="*/ 106 h 40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08994" h="401753">
                <a:moveTo>
                  <a:pt x="179530" y="235253"/>
                </a:moveTo>
                <a:cubicBezTo>
                  <a:pt x="185128" y="235672"/>
                  <a:pt x="191396" y="237350"/>
                  <a:pt x="198560" y="240705"/>
                </a:cubicBezTo>
                <a:cubicBezTo>
                  <a:pt x="212888" y="240705"/>
                  <a:pt x="227218" y="267546"/>
                  <a:pt x="212888" y="280967"/>
                </a:cubicBezTo>
                <a:cubicBezTo>
                  <a:pt x="169904" y="374912"/>
                  <a:pt x="169904" y="374912"/>
                  <a:pt x="169904" y="374912"/>
                </a:cubicBezTo>
                <a:cubicBezTo>
                  <a:pt x="155576" y="401753"/>
                  <a:pt x="141246" y="401753"/>
                  <a:pt x="126918" y="401753"/>
                </a:cubicBezTo>
                <a:cubicBezTo>
                  <a:pt x="98262" y="388332"/>
                  <a:pt x="98262" y="374912"/>
                  <a:pt x="98262" y="361491"/>
                </a:cubicBezTo>
                <a:cubicBezTo>
                  <a:pt x="141246" y="254125"/>
                  <a:pt x="141246" y="254125"/>
                  <a:pt x="141246" y="254125"/>
                </a:cubicBezTo>
                <a:cubicBezTo>
                  <a:pt x="151994" y="244060"/>
                  <a:pt x="162740" y="233994"/>
                  <a:pt x="179530" y="235253"/>
                </a:cubicBezTo>
                <a:close/>
                <a:moveTo>
                  <a:pt x="272582" y="190276"/>
                </a:moveTo>
                <a:cubicBezTo>
                  <a:pt x="275938" y="190724"/>
                  <a:pt x="279294" y="192515"/>
                  <a:pt x="282648" y="196097"/>
                </a:cubicBezTo>
                <a:cubicBezTo>
                  <a:pt x="390014" y="239082"/>
                  <a:pt x="390014" y="239082"/>
                  <a:pt x="390014" y="239082"/>
                </a:cubicBezTo>
                <a:cubicBezTo>
                  <a:pt x="403436" y="239082"/>
                  <a:pt x="416856" y="267739"/>
                  <a:pt x="403436" y="282067"/>
                </a:cubicBezTo>
                <a:cubicBezTo>
                  <a:pt x="403436" y="296396"/>
                  <a:pt x="376594" y="310724"/>
                  <a:pt x="363172" y="296396"/>
                </a:cubicBezTo>
                <a:cubicBezTo>
                  <a:pt x="255806" y="253411"/>
                  <a:pt x="255806" y="253411"/>
                  <a:pt x="255806" y="253411"/>
                </a:cubicBezTo>
                <a:cubicBezTo>
                  <a:pt x="242386" y="253411"/>
                  <a:pt x="242386" y="224754"/>
                  <a:pt x="242386" y="210426"/>
                </a:cubicBezTo>
                <a:cubicBezTo>
                  <a:pt x="252452" y="199679"/>
                  <a:pt x="262518" y="188933"/>
                  <a:pt x="272582" y="190276"/>
                </a:cubicBezTo>
                <a:close/>
                <a:moveTo>
                  <a:pt x="34182" y="98754"/>
                </a:moveTo>
                <a:cubicBezTo>
                  <a:pt x="38626" y="99175"/>
                  <a:pt x="42860" y="100861"/>
                  <a:pt x="46246" y="104232"/>
                </a:cubicBezTo>
                <a:cubicBezTo>
                  <a:pt x="154612" y="144688"/>
                  <a:pt x="154612" y="144688"/>
                  <a:pt x="154612" y="144688"/>
                </a:cubicBezTo>
                <a:cubicBezTo>
                  <a:pt x="168158" y="144688"/>
                  <a:pt x="181702" y="171658"/>
                  <a:pt x="168158" y="185144"/>
                </a:cubicBezTo>
                <a:cubicBezTo>
                  <a:pt x="168158" y="198629"/>
                  <a:pt x="141066" y="212114"/>
                  <a:pt x="127520" y="198629"/>
                </a:cubicBezTo>
                <a:cubicBezTo>
                  <a:pt x="19156" y="158173"/>
                  <a:pt x="19156" y="158173"/>
                  <a:pt x="19156" y="158173"/>
                </a:cubicBezTo>
                <a:cubicBezTo>
                  <a:pt x="5610" y="158173"/>
                  <a:pt x="-7936" y="131203"/>
                  <a:pt x="5610" y="117717"/>
                </a:cubicBezTo>
                <a:cubicBezTo>
                  <a:pt x="5610" y="107603"/>
                  <a:pt x="20848" y="97490"/>
                  <a:pt x="34182" y="98754"/>
                </a:cubicBezTo>
                <a:close/>
                <a:moveTo>
                  <a:pt x="273358" y="106"/>
                </a:moveTo>
                <a:cubicBezTo>
                  <a:pt x="278626" y="526"/>
                  <a:pt x="284526" y="2203"/>
                  <a:pt x="291268" y="5558"/>
                </a:cubicBezTo>
                <a:cubicBezTo>
                  <a:pt x="304754" y="5558"/>
                  <a:pt x="318238" y="18978"/>
                  <a:pt x="304754" y="45820"/>
                </a:cubicBezTo>
                <a:cubicBezTo>
                  <a:pt x="264298" y="139765"/>
                  <a:pt x="264298" y="139765"/>
                  <a:pt x="264298" y="139765"/>
                </a:cubicBezTo>
                <a:cubicBezTo>
                  <a:pt x="250812" y="166606"/>
                  <a:pt x="237328" y="166606"/>
                  <a:pt x="223842" y="166606"/>
                </a:cubicBezTo>
                <a:cubicBezTo>
                  <a:pt x="196872" y="153185"/>
                  <a:pt x="196872" y="139765"/>
                  <a:pt x="196872" y="112923"/>
                </a:cubicBezTo>
                <a:cubicBezTo>
                  <a:pt x="237328" y="18978"/>
                  <a:pt x="237328" y="18978"/>
                  <a:pt x="237328" y="18978"/>
                </a:cubicBezTo>
                <a:cubicBezTo>
                  <a:pt x="244070" y="12268"/>
                  <a:pt x="250812" y="5558"/>
                  <a:pt x="259240" y="2203"/>
                </a:cubicBezTo>
                <a:cubicBezTo>
                  <a:pt x="263454" y="526"/>
                  <a:pt x="268090" y="-313"/>
                  <a:pt x="273358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013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2073700-5F45-442A-B7EE-5F70230E0457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11390197" y="3076493"/>
            <a:ext cx="2515543" cy="435704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10A15DF-8A3F-4252-95AE-1D9C60E24321}"/>
              </a:ext>
            </a:extLst>
          </p:cNvPr>
          <p:cNvCxnSpPr>
            <a:stCxn id="42" idx="4"/>
            <a:endCxn id="33" idx="0"/>
          </p:cNvCxnSpPr>
          <p:nvPr/>
        </p:nvCxnSpPr>
        <p:spPr>
          <a:xfrm>
            <a:off x="10901713" y="3212125"/>
            <a:ext cx="3004028" cy="4221411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DB4929-0580-4996-A147-8200765F7AFA}"/>
              </a:ext>
            </a:extLst>
          </p:cNvPr>
          <p:cNvCxnSpPr>
            <a:cxnSpLocks/>
          </p:cNvCxnSpPr>
          <p:nvPr/>
        </p:nvCxnSpPr>
        <p:spPr>
          <a:xfrm>
            <a:off x="10132424" y="5255015"/>
            <a:ext cx="5031084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F4D381A0-0918-4E95-89B6-2BCDD6D3D114}"/>
              </a:ext>
            </a:extLst>
          </p:cNvPr>
          <p:cNvSpPr/>
          <p:nvPr/>
        </p:nvSpPr>
        <p:spPr>
          <a:xfrm>
            <a:off x="11172976" y="3780024"/>
            <a:ext cx="2949982" cy="294998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2413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d-ID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2FF549-6133-458D-80EB-812D5CC3133E}"/>
              </a:ext>
            </a:extLst>
          </p:cNvPr>
          <p:cNvSpPr txBox="1"/>
          <p:nvPr/>
        </p:nvSpPr>
        <p:spPr>
          <a:xfrm>
            <a:off x="11368232" y="4777962"/>
            <a:ext cx="2559468" cy="95410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id-ID"/>
            </a:defPPr>
            <a:lvl1pPr>
              <a:defRPr sz="1200" spc="100">
                <a:solidFill>
                  <a:schemeClr val="bg1">
                    <a:lumMod val="75000"/>
                  </a:schemeClr>
                </a:solidFill>
                <a:latin typeface="Titillium Web ExtraLight" panose="00000300000000000000" pitchFamily="2" charset="0"/>
              </a:defRPr>
            </a:lvl1pPr>
          </a:lstStyle>
          <a:p>
            <a:pPr algn="ctr"/>
            <a:r>
              <a:rPr lang="en-US" sz="2800">
                <a:solidFill>
                  <a:schemeClr val="bg1"/>
                </a:solidFill>
                <a:latin typeface="Titillium Web SemiBold" panose="00000700000000000000" pitchFamily="2" charset="0"/>
              </a:rPr>
              <a:t>BUSINESS PROBLEM</a:t>
            </a:r>
            <a:endParaRPr lang="id-ID" sz="2800" dirty="0">
              <a:solidFill>
                <a:schemeClr val="bg1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92BB96C-C623-45B7-9316-B6FACD3C4262}"/>
              </a:ext>
            </a:extLst>
          </p:cNvPr>
          <p:cNvSpPr/>
          <p:nvPr/>
        </p:nvSpPr>
        <p:spPr>
          <a:xfrm rot="21537873">
            <a:off x="9869790" y="1185082"/>
            <a:ext cx="2027211" cy="202720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042DF5-45D3-4902-8954-9C2328F99912}"/>
              </a:ext>
            </a:extLst>
          </p:cNvPr>
          <p:cNvSpPr txBox="1"/>
          <p:nvPr/>
        </p:nvSpPr>
        <p:spPr>
          <a:xfrm>
            <a:off x="9895485" y="1875521"/>
            <a:ext cx="197582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id-ID"/>
            </a:defPPr>
            <a:lvl1pPr>
              <a:defRPr sz="1200" spc="100">
                <a:solidFill>
                  <a:schemeClr val="bg1">
                    <a:lumMod val="75000"/>
                  </a:schemeClr>
                </a:solidFill>
                <a:latin typeface="Titillium Web ExtraLight" panose="00000300000000000000" pitchFamily="2" charset="0"/>
              </a:defRPr>
            </a:lvl1pPr>
          </a:lstStyle>
          <a:p>
            <a:pPr algn="ctr"/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</a:rPr>
              <a:t>Business Problem</a:t>
            </a:r>
            <a:endParaRPr lang="id-ID" sz="1800" dirty="0">
              <a:solidFill>
                <a:schemeClr val="bg1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9851757" y="962052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Google Shape;129;p7"/>
          <p:cNvSpPr/>
          <p:nvPr/>
        </p:nvSpPr>
        <p:spPr>
          <a:xfrm>
            <a:off x="10087337" y="1197631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5928" h="5947" extrusionOk="0">
                <a:moveTo>
                  <a:pt x="4250" y="19"/>
                </a:moveTo>
                <a:lnTo>
                  <a:pt x="4045" y="37"/>
                </a:lnTo>
                <a:lnTo>
                  <a:pt x="3821" y="75"/>
                </a:lnTo>
                <a:lnTo>
                  <a:pt x="3635" y="131"/>
                </a:lnTo>
                <a:lnTo>
                  <a:pt x="3430" y="224"/>
                </a:lnTo>
                <a:lnTo>
                  <a:pt x="3243" y="354"/>
                </a:lnTo>
                <a:lnTo>
                  <a:pt x="3076" y="503"/>
                </a:lnTo>
                <a:lnTo>
                  <a:pt x="2964" y="634"/>
                </a:lnTo>
                <a:lnTo>
                  <a:pt x="2871" y="764"/>
                </a:lnTo>
                <a:lnTo>
                  <a:pt x="2777" y="913"/>
                </a:lnTo>
                <a:lnTo>
                  <a:pt x="2721" y="1063"/>
                </a:lnTo>
                <a:lnTo>
                  <a:pt x="2666" y="1212"/>
                </a:lnTo>
                <a:lnTo>
                  <a:pt x="2628" y="1379"/>
                </a:lnTo>
                <a:lnTo>
                  <a:pt x="2610" y="1547"/>
                </a:lnTo>
                <a:lnTo>
                  <a:pt x="2610" y="1696"/>
                </a:lnTo>
                <a:lnTo>
                  <a:pt x="3560" y="2647"/>
                </a:lnTo>
                <a:lnTo>
                  <a:pt x="3691" y="2628"/>
                </a:lnTo>
                <a:lnTo>
                  <a:pt x="3970" y="2628"/>
                </a:lnTo>
                <a:lnTo>
                  <a:pt x="4082" y="2647"/>
                </a:lnTo>
                <a:lnTo>
                  <a:pt x="4194" y="2666"/>
                </a:lnTo>
                <a:lnTo>
                  <a:pt x="4306" y="2722"/>
                </a:lnTo>
                <a:lnTo>
                  <a:pt x="4418" y="2759"/>
                </a:lnTo>
                <a:lnTo>
                  <a:pt x="4529" y="2833"/>
                </a:lnTo>
                <a:lnTo>
                  <a:pt x="4623" y="2908"/>
                </a:lnTo>
                <a:lnTo>
                  <a:pt x="4716" y="2983"/>
                </a:lnTo>
                <a:lnTo>
                  <a:pt x="4940" y="3206"/>
                </a:lnTo>
                <a:lnTo>
                  <a:pt x="5070" y="3132"/>
                </a:lnTo>
                <a:lnTo>
                  <a:pt x="5201" y="3057"/>
                </a:lnTo>
                <a:lnTo>
                  <a:pt x="5331" y="2964"/>
                </a:lnTo>
                <a:lnTo>
                  <a:pt x="5443" y="2871"/>
                </a:lnTo>
                <a:lnTo>
                  <a:pt x="5592" y="2703"/>
                </a:lnTo>
                <a:lnTo>
                  <a:pt x="5722" y="2517"/>
                </a:lnTo>
                <a:lnTo>
                  <a:pt x="5816" y="2311"/>
                </a:lnTo>
                <a:lnTo>
                  <a:pt x="5872" y="2125"/>
                </a:lnTo>
                <a:lnTo>
                  <a:pt x="5927" y="1901"/>
                </a:lnTo>
                <a:lnTo>
                  <a:pt x="5927" y="1696"/>
                </a:lnTo>
                <a:lnTo>
                  <a:pt x="5927" y="1491"/>
                </a:lnTo>
                <a:lnTo>
                  <a:pt x="5890" y="1286"/>
                </a:lnTo>
                <a:lnTo>
                  <a:pt x="5853" y="1212"/>
                </a:lnTo>
                <a:lnTo>
                  <a:pt x="5778" y="1174"/>
                </a:lnTo>
                <a:lnTo>
                  <a:pt x="5722" y="1174"/>
                </a:lnTo>
                <a:lnTo>
                  <a:pt x="5648" y="1212"/>
                </a:lnTo>
                <a:lnTo>
                  <a:pt x="4790" y="2069"/>
                </a:lnTo>
                <a:lnTo>
                  <a:pt x="4008" y="1939"/>
                </a:lnTo>
                <a:lnTo>
                  <a:pt x="3877" y="1156"/>
                </a:lnTo>
                <a:lnTo>
                  <a:pt x="4735" y="298"/>
                </a:lnTo>
                <a:lnTo>
                  <a:pt x="4772" y="224"/>
                </a:lnTo>
                <a:lnTo>
                  <a:pt x="4772" y="168"/>
                </a:lnTo>
                <a:lnTo>
                  <a:pt x="4735" y="93"/>
                </a:lnTo>
                <a:lnTo>
                  <a:pt x="4660" y="56"/>
                </a:lnTo>
                <a:lnTo>
                  <a:pt x="4455" y="19"/>
                </a:lnTo>
                <a:close/>
                <a:moveTo>
                  <a:pt x="802" y="4940"/>
                </a:moveTo>
                <a:lnTo>
                  <a:pt x="839" y="4958"/>
                </a:lnTo>
                <a:lnTo>
                  <a:pt x="932" y="5014"/>
                </a:lnTo>
                <a:lnTo>
                  <a:pt x="988" y="5107"/>
                </a:lnTo>
                <a:lnTo>
                  <a:pt x="1007" y="5145"/>
                </a:lnTo>
                <a:lnTo>
                  <a:pt x="1007" y="5201"/>
                </a:lnTo>
                <a:lnTo>
                  <a:pt x="1007" y="5257"/>
                </a:lnTo>
                <a:lnTo>
                  <a:pt x="988" y="5313"/>
                </a:lnTo>
                <a:lnTo>
                  <a:pt x="932" y="5406"/>
                </a:lnTo>
                <a:lnTo>
                  <a:pt x="839" y="5462"/>
                </a:lnTo>
                <a:lnTo>
                  <a:pt x="802" y="5480"/>
                </a:lnTo>
                <a:lnTo>
                  <a:pt x="690" y="5480"/>
                </a:lnTo>
                <a:lnTo>
                  <a:pt x="634" y="5462"/>
                </a:lnTo>
                <a:lnTo>
                  <a:pt x="541" y="5406"/>
                </a:lnTo>
                <a:lnTo>
                  <a:pt x="485" y="5313"/>
                </a:lnTo>
                <a:lnTo>
                  <a:pt x="466" y="5257"/>
                </a:lnTo>
                <a:lnTo>
                  <a:pt x="466" y="5201"/>
                </a:lnTo>
                <a:lnTo>
                  <a:pt x="466" y="5145"/>
                </a:lnTo>
                <a:lnTo>
                  <a:pt x="485" y="5107"/>
                </a:lnTo>
                <a:lnTo>
                  <a:pt x="541" y="5014"/>
                </a:lnTo>
                <a:lnTo>
                  <a:pt x="634" y="4958"/>
                </a:lnTo>
                <a:lnTo>
                  <a:pt x="690" y="4940"/>
                </a:lnTo>
                <a:close/>
                <a:moveTo>
                  <a:pt x="1976" y="2908"/>
                </a:moveTo>
                <a:lnTo>
                  <a:pt x="205" y="4679"/>
                </a:lnTo>
                <a:lnTo>
                  <a:pt x="112" y="4809"/>
                </a:lnTo>
                <a:lnTo>
                  <a:pt x="56" y="4940"/>
                </a:lnTo>
                <a:lnTo>
                  <a:pt x="0" y="5070"/>
                </a:lnTo>
                <a:lnTo>
                  <a:pt x="0" y="5201"/>
                </a:lnTo>
                <a:lnTo>
                  <a:pt x="0" y="5350"/>
                </a:lnTo>
                <a:lnTo>
                  <a:pt x="56" y="5480"/>
                </a:lnTo>
                <a:lnTo>
                  <a:pt x="112" y="5611"/>
                </a:lnTo>
                <a:lnTo>
                  <a:pt x="205" y="5741"/>
                </a:lnTo>
                <a:lnTo>
                  <a:pt x="336" y="5834"/>
                </a:lnTo>
                <a:lnTo>
                  <a:pt x="466" y="5890"/>
                </a:lnTo>
                <a:lnTo>
                  <a:pt x="596" y="5946"/>
                </a:lnTo>
                <a:lnTo>
                  <a:pt x="876" y="5946"/>
                </a:lnTo>
                <a:lnTo>
                  <a:pt x="1007" y="5890"/>
                </a:lnTo>
                <a:lnTo>
                  <a:pt x="1137" y="5834"/>
                </a:lnTo>
                <a:lnTo>
                  <a:pt x="1268" y="5741"/>
                </a:lnTo>
                <a:lnTo>
                  <a:pt x="2703" y="4306"/>
                </a:lnTo>
                <a:lnTo>
                  <a:pt x="2647" y="4120"/>
                </a:lnTo>
                <a:lnTo>
                  <a:pt x="2610" y="3933"/>
                </a:lnTo>
                <a:lnTo>
                  <a:pt x="2610" y="3765"/>
                </a:lnTo>
                <a:lnTo>
                  <a:pt x="2628" y="3579"/>
                </a:lnTo>
                <a:lnTo>
                  <a:pt x="1976" y="2908"/>
                </a:lnTo>
                <a:close/>
                <a:moveTo>
                  <a:pt x="727" y="0"/>
                </a:moveTo>
                <a:lnTo>
                  <a:pt x="0" y="746"/>
                </a:lnTo>
                <a:lnTo>
                  <a:pt x="1100" y="2237"/>
                </a:lnTo>
                <a:lnTo>
                  <a:pt x="1827" y="2237"/>
                </a:lnTo>
                <a:lnTo>
                  <a:pt x="3057" y="3467"/>
                </a:lnTo>
                <a:lnTo>
                  <a:pt x="3020" y="3598"/>
                </a:lnTo>
                <a:lnTo>
                  <a:pt x="2982" y="3728"/>
                </a:lnTo>
                <a:lnTo>
                  <a:pt x="2982" y="3859"/>
                </a:lnTo>
                <a:lnTo>
                  <a:pt x="2982" y="3989"/>
                </a:lnTo>
                <a:lnTo>
                  <a:pt x="3020" y="4120"/>
                </a:lnTo>
                <a:lnTo>
                  <a:pt x="3057" y="4231"/>
                </a:lnTo>
                <a:lnTo>
                  <a:pt x="3132" y="4362"/>
                </a:lnTo>
                <a:lnTo>
                  <a:pt x="3225" y="4455"/>
                </a:lnTo>
                <a:lnTo>
                  <a:pt x="4585" y="5816"/>
                </a:lnTo>
                <a:lnTo>
                  <a:pt x="4660" y="5872"/>
                </a:lnTo>
                <a:lnTo>
                  <a:pt x="4735" y="5909"/>
                </a:lnTo>
                <a:lnTo>
                  <a:pt x="4809" y="5946"/>
                </a:lnTo>
                <a:lnTo>
                  <a:pt x="4977" y="5946"/>
                </a:lnTo>
                <a:lnTo>
                  <a:pt x="5051" y="5909"/>
                </a:lnTo>
                <a:lnTo>
                  <a:pt x="5126" y="5872"/>
                </a:lnTo>
                <a:lnTo>
                  <a:pt x="5201" y="5816"/>
                </a:lnTo>
                <a:lnTo>
                  <a:pt x="5816" y="5201"/>
                </a:lnTo>
                <a:lnTo>
                  <a:pt x="5853" y="5145"/>
                </a:lnTo>
                <a:lnTo>
                  <a:pt x="5909" y="5070"/>
                </a:lnTo>
                <a:lnTo>
                  <a:pt x="5927" y="4977"/>
                </a:lnTo>
                <a:lnTo>
                  <a:pt x="5927" y="4902"/>
                </a:lnTo>
                <a:lnTo>
                  <a:pt x="5927" y="4828"/>
                </a:lnTo>
                <a:lnTo>
                  <a:pt x="5909" y="4735"/>
                </a:lnTo>
                <a:lnTo>
                  <a:pt x="5853" y="4660"/>
                </a:lnTo>
                <a:lnTo>
                  <a:pt x="5816" y="4604"/>
                </a:lnTo>
                <a:lnTo>
                  <a:pt x="4455" y="3243"/>
                </a:lnTo>
                <a:lnTo>
                  <a:pt x="4343" y="3150"/>
                </a:lnTo>
                <a:lnTo>
                  <a:pt x="4231" y="3076"/>
                </a:lnTo>
                <a:lnTo>
                  <a:pt x="4101" y="3020"/>
                </a:lnTo>
                <a:lnTo>
                  <a:pt x="3970" y="3001"/>
                </a:lnTo>
                <a:lnTo>
                  <a:pt x="3840" y="2983"/>
                </a:lnTo>
                <a:lnTo>
                  <a:pt x="3709" y="3001"/>
                </a:lnTo>
                <a:lnTo>
                  <a:pt x="3579" y="3020"/>
                </a:lnTo>
                <a:lnTo>
                  <a:pt x="3467" y="3076"/>
                </a:lnTo>
                <a:lnTo>
                  <a:pt x="2218" y="1845"/>
                </a:lnTo>
                <a:lnTo>
                  <a:pt x="2218" y="1119"/>
                </a:lnTo>
                <a:lnTo>
                  <a:pt x="72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92BB96C-C623-45B7-9316-B6FACD3C4262}"/>
              </a:ext>
            </a:extLst>
          </p:cNvPr>
          <p:cNvSpPr/>
          <p:nvPr/>
        </p:nvSpPr>
        <p:spPr>
          <a:xfrm>
            <a:off x="8105213" y="4241411"/>
            <a:ext cx="2027211" cy="202720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B042DF5-45D3-4902-8954-9C2328F99912}"/>
              </a:ext>
            </a:extLst>
          </p:cNvPr>
          <p:cNvSpPr txBox="1"/>
          <p:nvPr/>
        </p:nvSpPr>
        <p:spPr>
          <a:xfrm>
            <a:off x="8130908" y="4931850"/>
            <a:ext cx="197582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id-ID"/>
            </a:defPPr>
            <a:lvl1pPr>
              <a:defRPr sz="1200" spc="100">
                <a:solidFill>
                  <a:schemeClr val="bg1">
                    <a:lumMod val="75000"/>
                  </a:schemeClr>
                </a:solidFill>
                <a:latin typeface="Titillium Web ExtraLight" panose="00000300000000000000" pitchFamily="2" charset="0"/>
              </a:defRPr>
            </a:lvl1pPr>
          </a:lstStyle>
          <a:p>
            <a:pPr algn="ctr"/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</a:rPr>
              <a:t>Business Problem</a:t>
            </a:r>
            <a:endParaRPr lang="id-ID" sz="1800" dirty="0">
              <a:solidFill>
                <a:schemeClr val="bg1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8087180" y="4018381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9" name="Google Shape;139;p7"/>
          <p:cNvSpPr/>
          <p:nvPr/>
        </p:nvSpPr>
        <p:spPr>
          <a:xfrm>
            <a:off x="8344524" y="4253960"/>
            <a:ext cx="303944" cy="347472"/>
          </a:xfrm>
          <a:custGeom>
            <a:avLst/>
            <a:gdLst/>
            <a:ahLst/>
            <a:cxnLst/>
            <a:rect l="l" t="t" r="r" b="b"/>
            <a:pathLst>
              <a:path w="5202" h="5947" extrusionOk="0">
                <a:moveTo>
                  <a:pt x="2610" y="0"/>
                </a:moveTo>
                <a:lnTo>
                  <a:pt x="2461" y="19"/>
                </a:lnTo>
                <a:lnTo>
                  <a:pt x="2312" y="37"/>
                </a:lnTo>
                <a:lnTo>
                  <a:pt x="2163" y="75"/>
                </a:lnTo>
                <a:lnTo>
                  <a:pt x="2033" y="130"/>
                </a:lnTo>
                <a:lnTo>
                  <a:pt x="1902" y="186"/>
                </a:lnTo>
                <a:lnTo>
                  <a:pt x="1772" y="261"/>
                </a:lnTo>
                <a:lnTo>
                  <a:pt x="1660" y="336"/>
                </a:lnTo>
                <a:lnTo>
                  <a:pt x="1567" y="447"/>
                </a:lnTo>
                <a:lnTo>
                  <a:pt x="1455" y="541"/>
                </a:lnTo>
                <a:lnTo>
                  <a:pt x="1380" y="652"/>
                </a:lnTo>
                <a:lnTo>
                  <a:pt x="1306" y="783"/>
                </a:lnTo>
                <a:lnTo>
                  <a:pt x="1231" y="913"/>
                </a:lnTo>
                <a:lnTo>
                  <a:pt x="1194" y="1044"/>
                </a:lnTo>
                <a:lnTo>
                  <a:pt x="1156" y="1193"/>
                </a:lnTo>
                <a:lnTo>
                  <a:pt x="1138" y="1342"/>
                </a:lnTo>
                <a:lnTo>
                  <a:pt x="1119" y="1491"/>
                </a:lnTo>
                <a:lnTo>
                  <a:pt x="1138" y="1640"/>
                </a:lnTo>
                <a:lnTo>
                  <a:pt x="1156" y="1789"/>
                </a:lnTo>
                <a:lnTo>
                  <a:pt x="1194" y="1939"/>
                </a:lnTo>
                <a:lnTo>
                  <a:pt x="1231" y="2069"/>
                </a:lnTo>
                <a:lnTo>
                  <a:pt x="1306" y="2200"/>
                </a:lnTo>
                <a:lnTo>
                  <a:pt x="1380" y="2311"/>
                </a:lnTo>
                <a:lnTo>
                  <a:pt x="1455" y="2442"/>
                </a:lnTo>
                <a:lnTo>
                  <a:pt x="1567" y="2535"/>
                </a:lnTo>
                <a:lnTo>
                  <a:pt x="1660" y="2628"/>
                </a:lnTo>
                <a:lnTo>
                  <a:pt x="1772" y="2721"/>
                </a:lnTo>
                <a:lnTo>
                  <a:pt x="1902" y="2796"/>
                </a:lnTo>
                <a:lnTo>
                  <a:pt x="2033" y="2852"/>
                </a:lnTo>
                <a:lnTo>
                  <a:pt x="2163" y="2908"/>
                </a:lnTo>
                <a:lnTo>
                  <a:pt x="2312" y="2945"/>
                </a:lnTo>
                <a:lnTo>
                  <a:pt x="2461" y="2964"/>
                </a:lnTo>
                <a:lnTo>
                  <a:pt x="2610" y="2982"/>
                </a:lnTo>
                <a:lnTo>
                  <a:pt x="2760" y="2964"/>
                </a:lnTo>
                <a:lnTo>
                  <a:pt x="2909" y="2945"/>
                </a:lnTo>
                <a:lnTo>
                  <a:pt x="3058" y="2908"/>
                </a:lnTo>
                <a:lnTo>
                  <a:pt x="3188" y="2852"/>
                </a:lnTo>
                <a:lnTo>
                  <a:pt x="3319" y="2796"/>
                </a:lnTo>
                <a:lnTo>
                  <a:pt x="3431" y="2721"/>
                </a:lnTo>
                <a:lnTo>
                  <a:pt x="3561" y="2628"/>
                </a:lnTo>
                <a:lnTo>
                  <a:pt x="3654" y="2535"/>
                </a:lnTo>
                <a:lnTo>
                  <a:pt x="3747" y="2442"/>
                </a:lnTo>
                <a:lnTo>
                  <a:pt x="3841" y="2311"/>
                </a:lnTo>
                <a:lnTo>
                  <a:pt x="3915" y="2200"/>
                </a:lnTo>
                <a:lnTo>
                  <a:pt x="3971" y="2069"/>
                </a:lnTo>
                <a:lnTo>
                  <a:pt x="4027" y="1939"/>
                </a:lnTo>
                <a:lnTo>
                  <a:pt x="4064" y="1789"/>
                </a:lnTo>
                <a:lnTo>
                  <a:pt x="4083" y="1640"/>
                </a:lnTo>
                <a:lnTo>
                  <a:pt x="4102" y="1491"/>
                </a:lnTo>
                <a:lnTo>
                  <a:pt x="4083" y="1342"/>
                </a:lnTo>
                <a:lnTo>
                  <a:pt x="4064" y="1193"/>
                </a:lnTo>
                <a:lnTo>
                  <a:pt x="4027" y="1044"/>
                </a:lnTo>
                <a:lnTo>
                  <a:pt x="3971" y="913"/>
                </a:lnTo>
                <a:lnTo>
                  <a:pt x="3915" y="783"/>
                </a:lnTo>
                <a:lnTo>
                  <a:pt x="3841" y="652"/>
                </a:lnTo>
                <a:lnTo>
                  <a:pt x="3747" y="541"/>
                </a:lnTo>
                <a:lnTo>
                  <a:pt x="3654" y="447"/>
                </a:lnTo>
                <a:lnTo>
                  <a:pt x="3561" y="336"/>
                </a:lnTo>
                <a:lnTo>
                  <a:pt x="3431" y="261"/>
                </a:lnTo>
                <a:lnTo>
                  <a:pt x="3319" y="186"/>
                </a:lnTo>
                <a:lnTo>
                  <a:pt x="3188" y="130"/>
                </a:lnTo>
                <a:lnTo>
                  <a:pt x="3058" y="75"/>
                </a:lnTo>
                <a:lnTo>
                  <a:pt x="2909" y="37"/>
                </a:lnTo>
                <a:lnTo>
                  <a:pt x="2760" y="19"/>
                </a:lnTo>
                <a:lnTo>
                  <a:pt x="2610" y="0"/>
                </a:lnTo>
                <a:close/>
                <a:moveTo>
                  <a:pt x="2051" y="3337"/>
                </a:moveTo>
                <a:lnTo>
                  <a:pt x="2424" y="3989"/>
                </a:lnTo>
                <a:lnTo>
                  <a:pt x="2051" y="5573"/>
                </a:lnTo>
                <a:lnTo>
                  <a:pt x="1492" y="3355"/>
                </a:lnTo>
                <a:lnTo>
                  <a:pt x="1343" y="3355"/>
                </a:lnTo>
                <a:lnTo>
                  <a:pt x="1194" y="3392"/>
                </a:lnTo>
                <a:lnTo>
                  <a:pt x="1045" y="3430"/>
                </a:lnTo>
                <a:lnTo>
                  <a:pt x="914" y="3486"/>
                </a:lnTo>
                <a:lnTo>
                  <a:pt x="784" y="3560"/>
                </a:lnTo>
                <a:lnTo>
                  <a:pt x="672" y="3635"/>
                </a:lnTo>
                <a:lnTo>
                  <a:pt x="541" y="3728"/>
                </a:lnTo>
                <a:lnTo>
                  <a:pt x="448" y="3821"/>
                </a:lnTo>
                <a:lnTo>
                  <a:pt x="355" y="3933"/>
                </a:lnTo>
                <a:lnTo>
                  <a:pt x="262" y="4045"/>
                </a:lnTo>
                <a:lnTo>
                  <a:pt x="187" y="4175"/>
                </a:lnTo>
                <a:lnTo>
                  <a:pt x="131" y="4306"/>
                </a:lnTo>
                <a:lnTo>
                  <a:pt x="75" y="4455"/>
                </a:lnTo>
                <a:lnTo>
                  <a:pt x="38" y="4604"/>
                </a:lnTo>
                <a:lnTo>
                  <a:pt x="19" y="4753"/>
                </a:lnTo>
                <a:lnTo>
                  <a:pt x="1" y="4902"/>
                </a:lnTo>
                <a:lnTo>
                  <a:pt x="1" y="5387"/>
                </a:lnTo>
                <a:lnTo>
                  <a:pt x="19" y="5499"/>
                </a:lnTo>
                <a:lnTo>
                  <a:pt x="57" y="5592"/>
                </a:lnTo>
                <a:lnTo>
                  <a:pt x="113" y="5685"/>
                </a:lnTo>
                <a:lnTo>
                  <a:pt x="169" y="5778"/>
                </a:lnTo>
                <a:lnTo>
                  <a:pt x="262" y="5853"/>
                </a:lnTo>
                <a:lnTo>
                  <a:pt x="355" y="5890"/>
                </a:lnTo>
                <a:lnTo>
                  <a:pt x="448" y="5927"/>
                </a:lnTo>
                <a:lnTo>
                  <a:pt x="560" y="5946"/>
                </a:lnTo>
                <a:lnTo>
                  <a:pt x="4642" y="5946"/>
                </a:lnTo>
                <a:lnTo>
                  <a:pt x="4754" y="5927"/>
                </a:lnTo>
                <a:lnTo>
                  <a:pt x="4866" y="5890"/>
                </a:lnTo>
                <a:lnTo>
                  <a:pt x="4959" y="5853"/>
                </a:lnTo>
                <a:lnTo>
                  <a:pt x="5052" y="5778"/>
                </a:lnTo>
                <a:lnTo>
                  <a:pt x="5108" y="5685"/>
                </a:lnTo>
                <a:lnTo>
                  <a:pt x="5164" y="5592"/>
                </a:lnTo>
                <a:lnTo>
                  <a:pt x="5201" y="5499"/>
                </a:lnTo>
                <a:lnTo>
                  <a:pt x="5201" y="5387"/>
                </a:lnTo>
                <a:lnTo>
                  <a:pt x="5201" y="4902"/>
                </a:lnTo>
                <a:lnTo>
                  <a:pt x="5201" y="4753"/>
                </a:lnTo>
                <a:lnTo>
                  <a:pt x="5183" y="4604"/>
                </a:lnTo>
                <a:lnTo>
                  <a:pt x="5145" y="4455"/>
                </a:lnTo>
                <a:lnTo>
                  <a:pt x="5089" y="4306"/>
                </a:lnTo>
                <a:lnTo>
                  <a:pt x="5034" y="4175"/>
                </a:lnTo>
                <a:lnTo>
                  <a:pt x="4959" y="4045"/>
                </a:lnTo>
                <a:lnTo>
                  <a:pt x="4866" y="3933"/>
                </a:lnTo>
                <a:lnTo>
                  <a:pt x="4773" y="3821"/>
                </a:lnTo>
                <a:lnTo>
                  <a:pt x="4661" y="3728"/>
                </a:lnTo>
                <a:lnTo>
                  <a:pt x="4549" y="3635"/>
                </a:lnTo>
                <a:lnTo>
                  <a:pt x="4437" y="3560"/>
                </a:lnTo>
                <a:lnTo>
                  <a:pt x="4307" y="3486"/>
                </a:lnTo>
                <a:lnTo>
                  <a:pt x="4158" y="3430"/>
                </a:lnTo>
                <a:lnTo>
                  <a:pt x="4027" y="3392"/>
                </a:lnTo>
                <a:lnTo>
                  <a:pt x="3878" y="3355"/>
                </a:lnTo>
                <a:lnTo>
                  <a:pt x="3710" y="3355"/>
                </a:lnTo>
                <a:lnTo>
                  <a:pt x="3170" y="5573"/>
                </a:lnTo>
                <a:lnTo>
                  <a:pt x="2797" y="3989"/>
                </a:lnTo>
                <a:lnTo>
                  <a:pt x="3170" y="333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92BB96C-C623-45B7-9316-B6FACD3C4262}"/>
              </a:ext>
            </a:extLst>
          </p:cNvPr>
          <p:cNvSpPr/>
          <p:nvPr/>
        </p:nvSpPr>
        <p:spPr>
          <a:xfrm>
            <a:off x="9869790" y="7297739"/>
            <a:ext cx="2027211" cy="202720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042DF5-45D3-4902-8954-9C2328F99912}"/>
              </a:ext>
            </a:extLst>
          </p:cNvPr>
          <p:cNvSpPr txBox="1"/>
          <p:nvPr/>
        </p:nvSpPr>
        <p:spPr>
          <a:xfrm>
            <a:off x="9895485" y="7988178"/>
            <a:ext cx="197582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id-ID"/>
            </a:defPPr>
            <a:lvl1pPr>
              <a:defRPr sz="1200" spc="100">
                <a:solidFill>
                  <a:schemeClr val="bg1">
                    <a:lumMod val="75000"/>
                  </a:schemeClr>
                </a:solidFill>
                <a:latin typeface="Titillium Web ExtraLight" panose="00000300000000000000" pitchFamily="2" charset="0"/>
              </a:defRPr>
            </a:lvl1pPr>
          </a:lstStyle>
          <a:p>
            <a:pPr algn="ctr"/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</a:rPr>
              <a:t>Business Problem</a:t>
            </a:r>
            <a:endParaRPr lang="id-ID" sz="1800" dirty="0">
              <a:solidFill>
                <a:schemeClr val="bg1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9851757" y="7074709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692BB96C-C623-45B7-9316-B6FACD3C4262}"/>
              </a:ext>
            </a:extLst>
          </p:cNvPr>
          <p:cNvSpPr/>
          <p:nvPr/>
        </p:nvSpPr>
        <p:spPr>
          <a:xfrm flipH="1">
            <a:off x="13398937" y="1185082"/>
            <a:ext cx="2027211" cy="202720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B042DF5-45D3-4902-8954-9C2328F99912}"/>
              </a:ext>
            </a:extLst>
          </p:cNvPr>
          <p:cNvSpPr txBox="1"/>
          <p:nvPr/>
        </p:nvSpPr>
        <p:spPr>
          <a:xfrm flipH="1">
            <a:off x="13424632" y="1875521"/>
            <a:ext cx="197582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id-ID"/>
            </a:defPPr>
            <a:lvl1pPr>
              <a:defRPr sz="1200" spc="100">
                <a:solidFill>
                  <a:schemeClr val="bg1">
                    <a:lumMod val="75000"/>
                  </a:schemeClr>
                </a:solidFill>
                <a:latin typeface="Titillium Web ExtraLight" panose="00000300000000000000" pitchFamily="2" charset="0"/>
              </a:defRPr>
            </a:lvl1pPr>
          </a:lstStyle>
          <a:p>
            <a:pPr algn="ctr"/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</a:rPr>
              <a:t>Business Problem</a:t>
            </a:r>
            <a:endParaRPr lang="id-ID" sz="1800" dirty="0">
              <a:solidFill>
                <a:schemeClr val="bg1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 flipH="1">
            <a:off x="14625549" y="962052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92BB96C-C623-45B7-9316-B6FACD3C4262}"/>
              </a:ext>
            </a:extLst>
          </p:cNvPr>
          <p:cNvSpPr/>
          <p:nvPr/>
        </p:nvSpPr>
        <p:spPr>
          <a:xfrm flipH="1">
            <a:off x="13398937" y="7297739"/>
            <a:ext cx="2027211" cy="202720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B042DF5-45D3-4902-8954-9C2328F99912}"/>
              </a:ext>
            </a:extLst>
          </p:cNvPr>
          <p:cNvSpPr txBox="1"/>
          <p:nvPr/>
        </p:nvSpPr>
        <p:spPr>
          <a:xfrm flipH="1">
            <a:off x="13424632" y="7988178"/>
            <a:ext cx="197582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id-ID"/>
            </a:defPPr>
            <a:lvl1pPr>
              <a:defRPr sz="1200" spc="100">
                <a:solidFill>
                  <a:schemeClr val="bg1">
                    <a:lumMod val="75000"/>
                  </a:schemeClr>
                </a:solidFill>
                <a:latin typeface="Titillium Web ExtraLight" panose="00000300000000000000" pitchFamily="2" charset="0"/>
              </a:defRPr>
            </a:lvl1pPr>
          </a:lstStyle>
          <a:p>
            <a:pPr algn="ctr"/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</a:rPr>
              <a:t>Business Problem</a:t>
            </a:r>
            <a:endParaRPr lang="id-ID" sz="1800" dirty="0">
              <a:solidFill>
                <a:schemeClr val="bg1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 flipH="1">
            <a:off x="14625549" y="7074709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92BB96C-C623-45B7-9316-B6FACD3C4262}"/>
              </a:ext>
            </a:extLst>
          </p:cNvPr>
          <p:cNvSpPr/>
          <p:nvPr/>
        </p:nvSpPr>
        <p:spPr>
          <a:xfrm flipH="1">
            <a:off x="15163508" y="4241411"/>
            <a:ext cx="2027211" cy="202720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B042DF5-45D3-4902-8954-9C2328F99912}"/>
              </a:ext>
            </a:extLst>
          </p:cNvPr>
          <p:cNvSpPr txBox="1"/>
          <p:nvPr/>
        </p:nvSpPr>
        <p:spPr>
          <a:xfrm flipH="1">
            <a:off x="15189203" y="4931850"/>
            <a:ext cx="1975821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id-ID"/>
            </a:defPPr>
            <a:lvl1pPr>
              <a:defRPr sz="1200" spc="100">
                <a:solidFill>
                  <a:schemeClr val="bg1">
                    <a:lumMod val="75000"/>
                  </a:schemeClr>
                </a:solidFill>
                <a:latin typeface="Titillium Web ExtraLight" panose="00000300000000000000" pitchFamily="2" charset="0"/>
              </a:defRPr>
            </a:lvl1pPr>
          </a:lstStyle>
          <a:p>
            <a:pPr algn="ctr"/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</a:rPr>
              <a:t>Business Problem</a:t>
            </a:r>
            <a:endParaRPr lang="id-ID" sz="1800" dirty="0">
              <a:solidFill>
                <a:schemeClr val="bg1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 flipH="1">
            <a:off x="16390120" y="4018381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Google Shape;125;p7"/>
          <p:cNvSpPr/>
          <p:nvPr/>
        </p:nvSpPr>
        <p:spPr>
          <a:xfrm>
            <a:off x="14861129" y="1197631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5929" h="5947" extrusionOk="0">
                <a:moveTo>
                  <a:pt x="802" y="2703"/>
                </a:moveTo>
                <a:lnTo>
                  <a:pt x="840" y="2722"/>
                </a:lnTo>
                <a:lnTo>
                  <a:pt x="933" y="2777"/>
                </a:lnTo>
                <a:lnTo>
                  <a:pt x="989" y="2871"/>
                </a:lnTo>
                <a:lnTo>
                  <a:pt x="1007" y="2927"/>
                </a:lnTo>
                <a:lnTo>
                  <a:pt x="1026" y="2983"/>
                </a:lnTo>
                <a:lnTo>
                  <a:pt x="1007" y="3038"/>
                </a:lnTo>
                <a:lnTo>
                  <a:pt x="989" y="3094"/>
                </a:lnTo>
                <a:lnTo>
                  <a:pt x="933" y="3188"/>
                </a:lnTo>
                <a:lnTo>
                  <a:pt x="840" y="3243"/>
                </a:lnTo>
                <a:lnTo>
                  <a:pt x="802" y="3262"/>
                </a:lnTo>
                <a:lnTo>
                  <a:pt x="690" y="3262"/>
                </a:lnTo>
                <a:lnTo>
                  <a:pt x="635" y="3243"/>
                </a:lnTo>
                <a:lnTo>
                  <a:pt x="541" y="3188"/>
                </a:lnTo>
                <a:lnTo>
                  <a:pt x="485" y="3094"/>
                </a:lnTo>
                <a:lnTo>
                  <a:pt x="467" y="3038"/>
                </a:lnTo>
                <a:lnTo>
                  <a:pt x="467" y="2983"/>
                </a:lnTo>
                <a:lnTo>
                  <a:pt x="467" y="2927"/>
                </a:lnTo>
                <a:lnTo>
                  <a:pt x="485" y="2871"/>
                </a:lnTo>
                <a:lnTo>
                  <a:pt x="541" y="2777"/>
                </a:lnTo>
                <a:lnTo>
                  <a:pt x="635" y="2722"/>
                </a:lnTo>
                <a:lnTo>
                  <a:pt x="690" y="2703"/>
                </a:lnTo>
                <a:close/>
                <a:moveTo>
                  <a:pt x="280" y="373"/>
                </a:moveTo>
                <a:lnTo>
                  <a:pt x="224" y="392"/>
                </a:lnTo>
                <a:lnTo>
                  <a:pt x="169" y="392"/>
                </a:lnTo>
                <a:lnTo>
                  <a:pt x="75" y="466"/>
                </a:lnTo>
                <a:lnTo>
                  <a:pt x="19" y="541"/>
                </a:lnTo>
                <a:lnTo>
                  <a:pt x="1" y="597"/>
                </a:lnTo>
                <a:lnTo>
                  <a:pt x="1" y="653"/>
                </a:lnTo>
                <a:lnTo>
                  <a:pt x="1" y="3449"/>
                </a:lnTo>
                <a:lnTo>
                  <a:pt x="1" y="3504"/>
                </a:lnTo>
                <a:lnTo>
                  <a:pt x="19" y="3542"/>
                </a:lnTo>
                <a:lnTo>
                  <a:pt x="75" y="3635"/>
                </a:lnTo>
                <a:lnTo>
                  <a:pt x="169" y="3691"/>
                </a:lnTo>
                <a:lnTo>
                  <a:pt x="224" y="3709"/>
                </a:lnTo>
                <a:lnTo>
                  <a:pt x="280" y="3728"/>
                </a:lnTo>
                <a:lnTo>
                  <a:pt x="1194" y="3728"/>
                </a:lnTo>
                <a:lnTo>
                  <a:pt x="1250" y="3709"/>
                </a:lnTo>
                <a:lnTo>
                  <a:pt x="1306" y="3691"/>
                </a:lnTo>
                <a:lnTo>
                  <a:pt x="1399" y="3635"/>
                </a:lnTo>
                <a:lnTo>
                  <a:pt x="1455" y="3542"/>
                </a:lnTo>
                <a:lnTo>
                  <a:pt x="1473" y="3504"/>
                </a:lnTo>
                <a:lnTo>
                  <a:pt x="1473" y="3449"/>
                </a:lnTo>
                <a:lnTo>
                  <a:pt x="1473" y="653"/>
                </a:lnTo>
                <a:lnTo>
                  <a:pt x="1473" y="597"/>
                </a:lnTo>
                <a:lnTo>
                  <a:pt x="1455" y="541"/>
                </a:lnTo>
                <a:lnTo>
                  <a:pt x="1399" y="466"/>
                </a:lnTo>
                <a:lnTo>
                  <a:pt x="1306" y="392"/>
                </a:lnTo>
                <a:lnTo>
                  <a:pt x="1250" y="392"/>
                </a:lnTo>
                <a:lnTo>
                  <a:pt x="1194" y="373"/>
                </a:lnTo>
                <a:close/>
                <a:moveTo>
                  <a:pt x="3990" y="0"/>
                </a:moveTo>
                <a:lnTo>
                  <a:pt x="3785" y="19"/>
                </a:lnTo>
                <a:lnTo>
                  <a:pt x="3580" y="37"/>
                </a:lnTo>
                <a:lnTo>
                  <a:pt x="3393" y="75"/>
                </a:lnTo>
                <a:lnTo>
                  <a:pt x="3225" y="131"/>
                </a:lnTo>
                <a:lnTo>
                  <a:pt x="2890" y="242"/>
                </a:lnTo>
                <a:lnTo>
                  <a:pt x="2592" y="373"/>
                </a:lnTo>
                <a:lnTo>
                  <a:pt x="2293" y="503"/>
                </a:lnTo>
                <a:lnTo>
                  <a:pt x="2144" y="541"/>
                </a:lnTo>
                <a:lnTo>
                  <a:pt x="1995" y="559"/>
                </a:lnTo>
                <a:lnTo>
                  <a:pt x="1939" y="578"/>
                </a:lnTo>
                <a:lnTo>
                  <a:pt x="1883" y="597"/>
                </a:lnTo>
                <a:lnTo>
                  <a:pt x="1865" y="653"/>
                </a:lnTo>
                <a:lnTo>
                  <a:pt x="1846" y="708"/>
                </a:lnTo>
                <a:lnTo>
                  <a:pt x="1846" y="3188"/>
                </a:lnTo>
                <a:lnTo>
                  <a:pt x="1865" y="3243"/>
                </a:lnTo>
                <a:lnTo>
                  <a:pt x="1902" y="3281"/>
                </a:lnTo>
                <a:lnTo>
                  <a:pt x="2051" y="3449"/>
                </a:lnTo>
                <a:lnTo>
                  <a:pt x="2200" y="3616"/>
                </a:lnTo>
                <a:lnTo>
                  <a:pt x="2443" y="3970"/>
                </a:lnTo>
                <a:lnTo>
                  <a:pt x="2666" y="4287"/>
                </a:lnTo>
                <a:lnTo>
                  <a:pt x="2797" y="4455"/>
                </a:lnTo>
                <a:lnTo>
                  <a:pt x="2927" y="4586"/>
                </a:lnTo>
                <a:lnTo>
                  <a:pt x="2983" y="4660"/>
                </a:lnTo>
                <a:lnTo>
                  <a:pt x="3039" y="4735"/>
                </a:lnTo>
                <a:lnTo>
                  <a:pt x="3114" y="4902"/>
                </a:lnTo>
                <a:lnTo>
                  <a:pt x="3170" y="5089"/>
                </a:lnTo>
                <a:lnTo>
                  <a:pt x="3225" y="5275"/>
                </a:lnTo>
                <a:lnTo>
                  <a:pt x="3281" y="5480"/>
                </a:lnTo>
                <a:lnTo>
                  <a:pt x="3356" y="5685"/>
                </a:lnTo>
                <a:lnTo>
                  <a:pt x="3393" y="5797"/>
                </a:lnTo>
                <a:lnTo>
                  <a:pt x="3468" y="5872"/>
                </a:lnTo>
                <a:lnTo>
                  <a:pt x="3542" y="5928"/>
                </a:lnTo>
                <a:lnTo>
                  <a:pt x="3617" y="5946"/>
                </a:lnTo>
                <a:lnTo>
                  <a:pt x="3729" y="5946"/>
                </a:lnTo>
                <a:lnTo>
                  <a:pt x="3859" y="5928"/>
                </a:lnTo>
                <a:lnTo>
                  <a:pt x="4008" y="5872"/>
                </a:lnTo>
                <a:lnTo>
                  <a:pt x="4139" y="5797"/>
                </a:lnTo>
                <a:lnTo>
                  <a:pt x="4195" y="5741"/>
                </a:lnTo>
                <a:lnTo>
                  <a:pt x="4251" y="5667"/>
                </a:lnTo>
                <a:lnTo>
                  <a:pt x="4307" y="5592"/>
                </a:lnTo>
                <a:lnTo>
                  <a:pt x="4363" y="5518"/>
                </a:lnTo>
                <a:lnTo>
                  <a:pt x="4400" y="5406"/>
                </a:lnTo>
                <a:lnTo>
                  <a:pt x="4418" y="5294"/>
                </a:lnTo>
                <a:lnTo>
                  <a:pt x="4437" y="5145"/>
                </a:lnTo>
                <a:lnTo>
                  <a:pt x="4456" y="4996"/>
                </a:lnTo>
                <a:lnTo>
                  <a:pt x="4437" y="4828"/>
                </a:lnTo>
                <a:lnTo>
                  <a:pt x="4400" y="4660"/>
                </a:lnTo>
                <a:lnTo>
                  <a:pt x="4344" y="4530"/>
                </a:lnTo>
                <a:lnTo>
                  <a:pt x="4288" y="4399"/>
                </a:lnTo>
                <a:lnTo>
                  <a:pt x="4157" y="4138"/>
                </a:lnTo>
                <a:lnTo>
                  <a:pt x="4102" y="4026"/>
                </a:lnTo>
                <a:lnTo>
                  <a:pt x="4064" y="3896"/>
                </a:lnTo>
                <a:lnTo>
                  <a:pt x="5388" y="3896"/>
                </a:lnTo>
                <a:lnTo>
                  <a:pt x="5518" y="3840"/>
                </a:lnTo>
                <a:lnTo>
                  <a:pt x="5630" y="3784"/>
                </a:lnTo>
                <a:lnTo>
                  <a:pt x="5742" y="3691"/>
                </a:lnTo>
                <a:lnTo>
                  <a:pt x="5816" y="3598"/>
                </a:lnTo>
                <a:lnTo>
                  <a:pt x="5872" y="3486"/>
                </a:lnTo>
                <a:lnTo>
                  <a:pt x="5928" y="3355"/>
                </a:lnTo>
                <a:lnTo>
                  <a:pt x="5928" y="3225"/>
                </a:lnTo>
                <a:lnTo>
                  <a:pt x="5928" y="3076"/>
                </a:lnTo>
                <a:lnTo>
                  <a:pt x="5872" y="2927"/>
                </a:lnTo>
                <a:lnTo>
                  <a:pt x="5798" y="2777"/>
                </a:lnTo>
                <a:lnTo>
                  <a:pt x="5705" y="2666"/>
                </a:lnTo>
                <a:lnTo>
                  <a:pt x="5742" y="2554"/>
                </a:lnTo>
                <a:lnTo>
                  <a:pt x="5761" y="2442"/>
                </a:lnTo>
                <a:lnTo>
                  <a:pt x="5779" y="2311"/>
                </a:lnTo>
                <a:lnTo>
                  <a:pt x="5779" y="2200"/>
                </a:lnTo>
                <a:lnTo>
                  <a:pt x="5761" y="2069"/>
                </a:lnTo>
                <a:lnTo>
                  <a:pt x="5723" y="1957"/>
                </a:lnTo>
                <a:lnTo>
                  <a:pt x="5667" y="1845"/>
                </a:lnTo>
                <a:lnTo>
                  <a:pt x="5593" y="1734"/>
                </a:lnTo>
                <a:lnTo>
                  <a:pt x="5630" y="1622"/>
                </a:lnTo>
                <a:lnTo>
                  <a:pt x="5649" y="1510"/>
                </a:lnTo>
                <a:lnTo>
                  <a:pt x="5630" y="1379"/>
                </a:lnTo>
                <a:lnTo>
                  <a:pt x="5611" y="1268"/>
                </a:lnTo>
                <a:lnTo>
                  <a:pt x="5574" y="1156"/>
                </a:lnTo>
                <a:lnTo>
                  <a:pt x="5537" y="1044"/>
                </a:lnTo>
                <a:lnTo>
                  <a:pt x="5481" y="951"/>
                </a:lnTo>
                <a:lnTo>
                  <a:pt x="5406" y="876"/>
                </a:lnTo>
                <a:lnTo>
                  <a:pt x="5444" y="727"/>
                </a:lnTo>
                <a:lnTo>
                  <a:pt x="5425" y="578"/>
                </a:lnTo>
                <a:lnTo>
                  <a:pt x="5406" y="466"/>
                </a:lnTo>
                <a:lnTo>
                  <a:pt x="5332" y="354"/>
                </a:lnTo>
                <a:lnTo>
                  <a:pt x="5239" y="242"/>
                </a:lnTo>
                <a:lnTo>
                  <a:pt x="5108" y="149"/>
                </a:lnTo>
                <a:lnTo>
                  <a:pt x="4940" y="93"/>
                </a:lnTo>
                <a:lnTo>
                  <a:pt x="4773" y="56"/>
                </a:lnTo>
                <a:lnTo>
                  <a:pt x="4586" y="19"/>
                </a:lnTo>
                <a:lnTo>
                  <a:pt x="4400" y="19"/>
                </a:lnTo>
                <a:lnTo>
                  <a:pt x="402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184;p8"/>
          <p:cNvSpPr/>
          <p:nvPr/>
        </p:nvSpPr>
        <p:spPr>
          <a:xfrm>
            <a:off x="16625700" y="4253960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5929" h="5947" extrusionOk="0">
                <a:moveTo>
                  <a:pt x="2834" y="1"/>
                </a:moveTo>
                <a:lnTo>
                  <a:pt x="2722" y="19"/>
                </a:lnTo>
                <a:lnTo>
                  <a:pt x="2592" y="57"/>
                </a:lnTo>
                <a:lnTo>
                  <a:pt x="2461" y="94"/>
                </a:lnTo>
                <a:lnTo>
                  <a:pt x="2349" y="150"/>
                </a:lnTo>
                <a:lnTo>
                  <a:pt x="2256" y="224"/>
                </a:lnTo>
                <a:lnTo>
                  <a:pt x="2144" y="299"/>
                </a:lnTo>
                <a:lnTo>
                  <a:pt x="2051" y="373"/>
                </a:lnTo>
                <a:lnTo>
                  <a:pt x="1977" y="467"/>
                </a:lnTo>
                <a:lnTo>
                  <a:pt x="1902" y="578"/>
                </a:lnTo>
                <a:lnTo>
                  <a:pt x="1827" y="672"/>
                </a:lnTo>
                <a:lnTo>
                  <a:pt x="1772" y="802"/>
                </a:lnTo>
                <a:lnTo>
                  <a:pt x="1734" y="914"/>
                </a:lnTo>
                <a:lnTo>
                  <a:pt x="1697" y="1044"/>
                </a:lnTo>
                <a:lnTo>
                  <a:pt x="1678" y="1175"/>
                </a:lnTo>
                <a:lnTo>
                  <a:pt x="1678" y="1305"/>
                </a:lnTo>
                <a:lnTo>
                  <a:pt x="4269" y="1305"/>
                </a:lnTo>
                <a:lnTo>
                  <a:pt x="4269" y="1175"/>
                </a:lnTo>
                <a:lnTo>
                  <a:pt x="4251" y="1044"/>
                </a:lnTo>
                <a:lnTo>
                  <a:pt x="4213" y="914"/>
                </a:lnTo>
                <a:lnTo>
                  <a:pt x="4176" y="802"/>
                </a:lnTo>
                <a:lnTo>
                  <a:pt x="4120" y="672"/>
                </a:lnTo>
                <a:lnTo>
                  <a:pt x="4046" y="578"/>
                </a:lnTo>
                <a:lnTo>
                  <a:pt x="3971" y="467"/>
                </a:lnTo>
                <a:lnTo>
                  <a:pt x="3897" y="373"/>
                </a:lnTo>
                <a:lnTo>
                  <a:pt x="3803" y="299"/>
                </a:lnTo>
                <a:lnTo>
                  <a:pt x="3710" y="224"/>
                </a:lnTo>
                <a:lnTo>
                  <a:pt x="3598" y="150"/>
                </a:lnTo>
                <a:lnTo>
                  <a:pt x="3486" y="94"/>
                </a:lnTo>
                <a:lnTo>
                  <a:pt x="3356" y="57"/>
                </a:lnTo>
                <a:lnTo>
                  <a:pt x="3244" y="19"/>
                </a:lnTo>
                <a:lnTo>
                  <a:pt x="3114" y="1"/>
                </a:lnTo>
                <a:close/>
                <a:moveTo>
                  <a:pt x="672" y="1119"/>
                </a:moveTo>
                <a:lnTo>
                  <a:pt x="597" y="1138"/>
                </a:lnTo>
                <a:lnTo>
                  <a:pt x="541" y="1175"/>
                </a:lnTo>
                <a:lnTo>
                  <a:pt x="467" y="1231"/>
                </a:lnTo>
                <a:lnTo>
                  <a:pt x="430" y="1287"/>
                </a:lnTo>
                <a:lnTo>
                  <a:pt x="392" y="1343"/>
                </a:lnTo>
                <a:lnTo>
                  <a:pt x="374" y="1417"/>
                </a:lnTo>
                <a:lnTo>
                  <a:pt x="374" y="1492"/>
                </a:lnTo>
                <a:lnTo>
                  <a:pt x="374" y="1548"/>
                </a:lnTo>
                <a:lnTo>
                  <a:pt x="392" y="1622"/>
                </a:lnTo>
                <a:lnTo>
                  <a:pt x="430" y="1697"/>
                </a:lnTo>
                <a:lnTo>
                  <a:pt x="467" y="1753"/>
                </a:lnTo>
                <a:lnTo>
                  <a:pt x="1026" y="2293"/>
                </a:lnTo>
                <a:lnTo>
                  <a:pt x="1026" y="2964"/>
                </a:lnTo>
                <a:lnTo>
                  <a:pt x="374" y="2964"/>
                </a:lnTo>
                <a:lnTo>
                  <a:pt x="299" y="2983"/>
                </a:lnTo>
                <a:lnTo>
                  <a:pt x="224" y="3002"/>
                </a:lnTo>
                <a:lnTo>
                  <a:pt x="150" y="3039"/>
                </a:lnTo>
                <a:lnTo>
                  <a:pt x="94" y="3076"/>
                </a:lnTo>
                <a:lnTo>
                  <a:pt x="57" y="3132"/>
                </a:lnTo>
                <a:lnTo>
                  <a:pt x="19" y="3207"/>
                </a:lnTo>
                <a:lnTo>
                  <a:pt x="1" y="3281"/>
                </a:lnTo>
                <a:lnTo>
                  <a:pt x="1" y="3356"/>
                </a:lnTo>
                <a:lnTo>
                  <a:pt x="1" y="3430"/>
                </a:lnTo>
                <a:lnTo>
                  <a:pt x="38" y="3486"/>
                </a:lnTo>
                <a:lnTo>
                  <a:pt x="57" y="3561"/>
                </a:lnTo>
                <a:lnTo>
                  <a:pt x="113" y="3617"/>
                </a:lnTo>
                <a:lnTo>
                  <a:pt x="169" y="3654"/>
                </a:lnTo>
                <a:lnTo>
                  <a:pt x="224" y="3691"/>
                </a:lnTo>
                <a:lnTo>
                  <a:pt x="299" y="3710"/>
                </a:lnTo>
                <a:lnTo>
                  <a:pt x="1026" y="3710"/>
                </a:lnTo>
                <a:lnTo>
                  <a:pt x="1026" y="3896"/>
                </a:lnTo>
                <a:lnTo>
                  <a:pt x="1026" y="4083"/>
                </a:lnTo>
                <a:lnTo>
                  <a:pt x="1063" y="4269"/>
                </a:lnTo>
                <a:lnTo>
                  <a:pt x="1101" y="4437"/>
                </a:lnTo>
                <a:lnTo>
                  <a:pt x="1175" y="4605"/>
                </a:lnTo>
                <a:lnTo>
                  <a:pt x="467" y="5313"/>
                </a:lnTo>
                <a:lnTo>
                  <a:pt x="430" y="5369"/>
                </a:lnTo>
                <a:lnTo>
                  <a:pt x="392" y="5425"/>
                </a:lnTo>
                <a:lnTo>
                  <a:pt x="374" y="5499"/>
                </a:lnTo>
                <a:lnTo>
                  <a:pt x="374" y="5574"/>
                </a:lnTo>
                <a:lnTo>
                  <a:pt x="374" y="5648"/>
                </a:lnTo>
                <a:lnTo>
                  <a:pt x="392" y="5704"/>
                </a:lnTo>
                <a:lnTo>
                  <a:pt x="430" y="5779"/>
                </a:lnTo>
                <a:lnTo>
                  <a:pt x="467" y="5835"/>
                </a:lnTo>
                <a:lnTo>
                  <a:pt x="541" y="5872"/>
                </a:lnTo>
                <a:lnTo>
                  <a:pt x="597" y="5909"/>
                </a:lnTo>
                <a:lnTo>
                  <a:pt x="672" y="5928"/>
                </a:lnTo>
                <a:lnTo>
                  <a:pt x="746" y="5947"/>
                </a:lnTo>
                <a:lnTo>
                  <a:pt x="802" y="5928"/>
                </a:lnTo>
                <a:lnTo>
                  <a:pt x="877" y="5909"/>
                </a:lnTo>
                <a:lnTo>
                  <a:pt x="951" y="5872"/>
                </a:lnTo>
                <a:lnTo>
                  <a:pt x="1007" y="5835"/>
                </a:lnTo>
                <a:lnTo>
                  <a:pt x="1641" y="5201"/>
                </a:lnTo>
                <a:lnTo>
                  <a:pt x="1753" y="5276"/>
                </a:lnTo>
                <a:lnTo>
                  <a:pt x="1865" y="5350"/>
                </a:lnTo>
                <a:lnTo>
                  <a:pt x="1995" y="5425"/>
                </a:lnTo>
                <a:lnTo>
                  <a:pt x="2126" y="5462"/>
                </a:lnTo>
                <a:lnTo>
                  <a:pt x="2256" y="5518"/>
                </a:lnTo>
                <a:lnTo>
                  <a:pt x="2387" y="5537"/>
                </a:lnTo>
                <a:lnTo>
                  <a:pt x="2536" y="5555"/>
                </a:lnTo>
                <a:lnTo>
                  <a:pt x="2685" y="5574"/>
                </a:lnTo>
                <a:lnTo>
                  <a:pt x="2685" y="2741"/>
                </a:lnTo>
                <a:lnTo>
                  <a:pt x="2704" y="2685"/>
                </a:lnTo>
                <a:lnTo>
                  <a:pt x="2722" y="2647"/>
                </a:lnTo>
                <a:lnTo>
                  <a:pt x="2778" y="2610"/>
                </a:lnTo>
                <a:lnTo>
                  <a:pt x="2834" y="2592"/>
                </a:lnTo>
                <a:lnTo>
                  <a:pt x="3114" y="2592"/>
                </a:lnTo>
                <a:lnTo>
                  <a:pt x="3151" y="2610"/>
                </a:lnTo>
                <a:lnTo>
                  <a:pt x="3207" y="2647"/>
                </a:lnTo>
                <a:lnTo>
                  <a:pt x="3225" y="2685"/>
                </a:lnTo>
                <a:lnTo>
                  <a:pt x="3244" y="2741"/>
                </a:lnTo>
                <a:lnTo>
                  <a:pt x="3244" y="5574"/>
                </a:lnTo>
                <a:lnTo>
                  <a:pt x="3393" y="5555"/>
                </a:lnTo>
                <a:lnTo>
                  <a:pt x="3542" y="5537"/>
                </a:lnTo>
                <a:lnTo>
                  <a:pt x="3673" y="5518"/>
                </a:lnTo>
                <a:lnTo>
                  <a:pt x="3803" y="5462"/>
                </a:lnTo>
                <a:lnTo>
                  <a:pt x="3934" y="5425"/>
                </a:lnTo>
                <a:lnTo>
                  <a:pt x="4064" y="5350"/>
                </a:lnTo>
                <a:lnTo>
                  <a:pt x="4176" y="5276"/>
                </a:lnTo>
                <a:lnTo>
                  <a:pt x="4288" y="5201"/>
                </a:lnTo>
                <a:lnTo>
                  <a:pt x="4922" y="5835"/>
                </a:lnTo>
                <a:lnTo>
                  <a:pt x="4996" y="5872"/>
                </a:lnTo>
                <a:lnTo>
                  <a:pt x="5052" y="5909"/>
                </a:lnTo>
                <a:lnTo>
                  <a:pt x="5127" y="5928"/>
                </a:lnTo>
                <a:lnTo>
                  <a:pt x="5201" y="5947"/>
                </a:lnTo>
                <a:lnTo>
                  <a:pt x="5257" y="5928"/>
                </a:lnTo>
                <a:lnTo>
                  <a:pt x="5332" y="5909"/>
                </a:lnTo>
                <a:lnTo>
                  <a:pt x="5406" y="5872"/>
                </a:lnTo>
                <a:lnTo>
                  <a:pt x="5462" y="5835"/>
                </a:lnTo>
                <a:lnTo>
                  <a:pt x="5500" y="5779"/>
                </a:lnTo>
                <a:lnTo>
                  <a:pt x="5537" y="5704"/>
                </a:lnTo>
                <a:lnTo>
                  <a:pt x="5555" y="5648"/>
                </a:lnTo>
                <a:lnTo>
                  <a:pt x="5555" y="5574"/>
                </a:lnTo>
                <a:lnTo>
                  <a:pt x="5555" y="5499"/>
                </a:lnTo>
                <a:lnTo>
                  <a:pt x="5537" y="5425"/>
                </a:lnTo>
                <a:lnTo>
                  <a:pt x="5500" y="5369"/>
                </a:lnTo>
                <a:lnTo>
                  <a:pt x="5462" y="5313"/>
                </a:lnTo>
                <a:lnTo>
                  <a:pt x="4754" y="4605"/>
                </a:lnTo>
                <a:lnTo>
                  <a:pt x="4829" y="4437"/>
                </a:lnTo>
                <a:lnTo>
                  <a:pt x="4866" y="4269"/>
                </a:lnTo>
                <a:lnTo>
                  <a:pt x="4903" y="4083"/>
                </a:lnTo>
                <a:lnTo>
                  <a:pt x="4922" y="3896"/>
                </a:lnTo>
                <a:lnTo>
                  <a:pt x="4922" y="3710"/>
                </a:lnTo>
                <a:lnTo>
                  <a:pt x="5630" y="3710"/>
                </a:lnTo>
                <a:lnTo>
                  <a:pt x="5705" y="3691"/>
                </a:lnTo>
                <a:lnTo>
                  <a:pt x="5761" y="3654"/>
                </a:lnTo>
                <a:lnTo>
                  <a:pt x="5816" y="3617"/>
                </a:lnTo>
                <a:lnTo>
                  <a:pt x="5854" y="3561"/>
                </a:lnTo>
                <a:lnTo>
                  <a:pt x="5891" y="3505"/>
                </a:lnTo>
                <a:lnTo>
                  <a:pt x="5928" y="3430"/>
                </a:lnTo>
                <a:lnTo>
                  <a:pt x="5928" y="3374"/>
                </a:lnTo>
                <a:lnTo>
                  <a:pt x="5928" y="3281"/>
                </a:lnTo>
                <a:lnTo>
                  <a:pt x="5910" y="3207"/>
                </a:lnTo>
                <a:lnTo>
                  <a:pt x="5872" y="3151"/>
                </a:lnTo>
                <a:lnTo>
                  <a:pt x="5835" y="3095"/>
                </a:lnTo>
                <a:lnTo>
                  <a:pt x="5779" y="3039"/>
                </a:lnTo>
                <a:lnTo>
                  <a:pt x="5723" y="3002"/>
                </a:lnTo>
                <a:lnTo>
                  <a:pt x="5649" y="2983"/>
                </a:lnTo>
                <a:lnTo>
                  <a:pt x="5555" y="2964"/>
                </a:lnTo>
                <a:lnTo>
                  <a:pt x="4922" y="2964"/>
                </a:lnTo>
                <a:lnTo>
                  <a:pt x="4922" y="2293"/>
                </a:lnTo>
                <a:lnTo>
                  <a:pt x="5462" y="1753"/>
                </a:lnTo>
                <a:lnTo>
                  <a:pt x="5500" y="1697"/>
                </a:lnTo>
                <a:lnTo>
                  <a:pt x="5537" y="1622"/>
                </a:lnTo>
                <a:lnTo>
                  <a:pt x="5555" y="1548"/>
                </a:lnTo>
                <a:lnTo>
                  <a:pt x="5555" y="1492"/>
                </a:lnTo>
                <a:lnTo>
                  <a:pt x="5555" y="1417"/>
                </a:lnTo>
                <a:lnTo>
                  <a:pt x="5537" y="1343"/>
                </a:lnTo>
                <a:lnTo>
                  <a:pt x="5500" y="1287"/>
                </a:lnTo>
                <a:lnTo>
                  <a:pt x="5462" y="1231"/>
                </a:lnTo>
                <a:lnTo>
                  <a:pt x="5406" y="1175"/>
                </a:lnTo>
                <a:lnTo>
                  <a:pt x="5332" y="1138"/>
                </a:lnTo>
                <a:lnTo>
                  <a:pt x="5257" y="1119"/>
                </a:lnTo>
                <a:lnTo>
                  <a:pt x="5127" y="1119"/>
                </a:lnTo>
                <a:lnTo>
                  <a:pt x="5052" y="1138"/>
                </a:lnTo>
                <a:lnTo>
                  <a:pt x="4996" y="1175"/>
                </a:lnTo>
                <a:lnTo>
                  <a:pt x="4922" y="1231"/>
                </a:lnTo>
                <a:lnTo>
                  <a:pt x="4288" y="1865"/>
                </a:lnTo>
                <a:lnTo>
                  <a:pt x="1641" y="1865"/>
                </a:lnTo>
                <a:lnTo>
                  <a:pt x="1007" y="1231"/>
                </a:lnTo>
                <a:lnTo>
                  <a:pt x="951" y="1175"/>
                </a:lnTo>
                <a:lnTo>
                  <a:pt x="877" y="1138"/>
                </a:lnTo>
                <a:lnTo>
                  <a:pt x="802" y="11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Freeform 94"/>
          <p:cNvSpPr>
            <a:spLocks noEditPoints="1"/>
          </p:cNvSpPr>
          <p:nvPr/>
        </p:nvSpPr>
        <p:spPr bwMode="auto">
          <a:xfrm>
            <a:off x="10087337" y="7310288"/>
            <a:ext cx="347472" cy="347472"/>
          </a:xfrm>
          <a:custGeom>
            <a:avLst/>
            <a:gdLst>
              <a:gd name="T0" fmla="*/ 140 w 146"/>
              <a:gd name="T1" fmla="*/ 44 h 146"/>
              <a:gd name="T2" fmla="*/ 146 w 146"/>
              <a:gd name="T3" fmla="*/ 73 h 146"/>
              <a:gd name="T4" fmla="*/ 140 w 146"/>
              <a:gd name="T5" fmla="*/ 101 h 146"/>
              <a:gd name="T6" fmla="*/ 124 w 146"/>
              <a:gd name="T7" fmla="*/ 124 h 146"/>
              <a:gd name="T8" fmla="*/ 101 w 146"/>
              <a:gd name="T9" fmla="*/ 140 h 146"/>
              <a:gd name="T10" fmla="*/ 73 w 146"/>
              <a:gd name="T11" fmla="*/ 146 h 146"/>
              <a:gd name="T12" fmla="*/ 45 w 146"/>
              <a:gd name="T13" fmla="*/ 140 h 146"/>
              <a:gd name="T14" fmla="*/ 22 w 146"/>
              <a:gd name="T15" fmla="*/ 124 h 146"/>
              <a:gd name="T16" fmla="*/ 6 w 146"/>
              <a:gd name="T17" fmla="*/ 101 h 146"/>
              <a:gd name="T18" fmla="*/ 0 w 146"/>
              <a:gd name="T19" fmla="*/ 73 h 146"/>
              <a:gd name="T20" fmla="*/ 6 w 146"/>
              <a:gd name="T21" fmla="*/ 44 h 146"/>
              <a:gd name="T22" fmla="*/ 22 w 146"/>
              <a:gd name="T23" fmla="*/ 21 h 146"/>
              <a:gd name="T24" fmla="*/ 45 w 146"/>
              <a:gd name="T25" fmla="*/ 6 h 146"/>
              <a:gd name="T26" fmla="*/ 73 w 146"/>
              <a:gd name="T27" fmla="*/ 0 h 146"/>
              <a:gd name="T28" fmla="*/ 101 w 146"/>
              <a:gd name="T29" fmla="*/ 6 h 146"/>
              <a:gd name="T30" fmla="*/ 124 w 146"/>
              <a:gd name="T31" fmla="*/ 21 h 146"/>
              <a:gd name="T32" fmla="*/ 140 w 146"/>
              <a:gd name="T33" fmla="*/ 44 h 146"/>
              <a:gd name="T34" fmla="*/ 30 w 146"/>
              <a:gd name="T35" fmla="*/ 101 h 146"/>
              <a:gd name="T36" fmla="*/ 101 w 146"/>
              <a:gd name="T37" fmla="*/ 30 h 146"/>
              <a:gd name="T38" fmla="*/ 73 w 146"/>
              <a:gd name="T39" fmla="*/ 21 h 146"/>
              <a:gd name="T40" fmla="*/ 47 w 146"/>
              <a:gd name="T41" fmla="*/ 28 h 146"/>
              <a:gd name="T42" fmla="*/ 28 w 146"/>
              <a:gd name="T43" fmla="*/ 47 h 146"/>
              <a:gd name="T44" fmla="*/ 21 w 146"/>
              <a:gd name="T45" fmla="*/ 73 h 146"/>
              <a:gd name="T46" fmla="*/ 30 w 146"/>
              <a:gd name="T47" fmla="*/ 101 h 146"/>
              <a:gd name="T48" fmla="*/ 124 w 146"/>
              <a:gd name="T49" fmla="*/ 73 h 146"/>
              <a:gd name="T50" fmla="*/ 116 w 146"/>
              <a:gd name="T51" fmla="*/ 45 h 146"/>
              <a:gd name="T52" fmla="*/ 45 w 146"/>
              <a:gd name="T53" fmla="*/ 116 h 146"/>
              <a:gd name="T54" fmla="*/ 73 w 146"/>
              <a:gd name="T55" fmla="*/ 124 h 146"/>
              <a:gd name="T56" fmla="*/ 93 w 146"/>
              <a:gd name="T57" fmla="*/ 120 h 146"/>
              <a:gd name="T58" fmla="*/ 109 w 146"/>
              <a:gd name="T59" fmla="*/ 109 h 146"/>
              <a:gd name="T60" fmla="*/ 120 w 146"/>
              <a:gd name="T61" fmla="*/ 93 h 146"/>
              <a:gd name="T62" fmla="*/ 124 w 146"/>
              <a:gd name="T63" fmla="*/ 73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46" h="146">
                <a:moveTo>
                  <a:pt x="140" y="44"/>
                </a:moveTo>
                <a:cubicBezTo>
                  <a:pt x="144" y="53"/>
                  <a:pt x="146" y="63"/>
                  <a:pt x="146" y="73"/>
                </a:cubicBezTo>
                <a:cubicBezTo>
                  <a:pt x="146" y="83"/>
                  <a:pt x="144" y="92"/>
                  <a:pt x="140" y="101"/>
                </a:cubicBezTo>
                <a:cubicBezTo>
                  <a:pt x="136" y="110"/>
                  <a:pt x="131" y="118"/>
                  <a:pt x="124" y="124"/>
                </a:cubicBezTo>
                <a:cubicBezTo>
                  <a:pt x="118" y="131"/>
                  <a:pt x="110" y="136"/>
                  <a:pt x="101" y="140"/>
                </a:cubicBezTo>
                <a:cubicBezTo>
                  <a:pt x="92" y="144"/>
                  <a:pt x="83" y="146"/>
                  <a:pt x="73" y="146"/>
                </a:cubicBezTo>
                <a:cubicBezTo>
                  <a:pt x="63" y="146"/>
                  <a:pt x="54" y="144"/>
                  <a:pt x="45" y="140"/>
                </a:cubicBezTo>
                <a:cubicBezTo>
                  <a:pt x="36" y="136"/>
                  <a:pt x="28" y="131"/>
                  <a:pt x="22" y="124"/>
                </a:cubicBezTo>
                <a:cubicBezTo>
                  <a:pt x="15" y="118"/>
                  <a:pt x="10" y="110"/>
                  <a:pt x="6" y="101"/>
                </a:cubicBezTo>
                <a:cubicBezTo>
                  <a:pt x="2" y="92"/>
                  <a:pt x="0" y="83"/>
                  <a:pt x="0" y="73"/>
                </a:cubicBezTo>
                <a:cubicBezTo>
                  <a:pt x="0" y="63"/>
                  <a:pt x="2" y="53"/>
                  <a:pt x="6" y="44"/>
                </a:cubicBezTo>
                <a:cubicBezTo>
                  <a:pt x="10" y="35"/>
                  <a:pt x="15" y="28"/>
                  <a:pt x="22" y="21"/>
                </a:cubicBezTo>
                <a:cubicBezTo>
                  <a:pt x="28" y="15"/>
                  <a:pt x="36" y="9"/>
                  <a:pt x="45" y="6"/>
                </a:cubicBezTo>
                <a:cubicBezTo>
                  <a:pt x="54" y="2"/>
                  <a:pt x="63" y="0"/>
                  <a:pt x="73" y="0"/>
                </a:cubicBezTo>
                <a:cubicBezTo>
                  <a:pt x="83" y="0"/>
                  <a:pt x="92" y="2"/>
                  <a:pt x="101" y="6"/>
                </a:cubicBezTo>
                <a:cubicBezTo>
                  <a:pt x="110" y="9"/>
                  <a:pt x="118" y="15"/>
                  <a:pt x="124" y="21"/>
                </a:cubicBezTo>
                <a:cubicBezTo>
                  <a:pt x="131" y="28"/>
                  <a:pt x="136" y="35"/>
                  <a:pt x="140" y="44"/>
                </a:cubicBezTo>
                <a:close/>
                <a:moveTo>
                  <a:pt x="30" y="101"/>
                </a:moveTo>
                <a:cubicBezTo>
                  <a:pt x="101" y="30"/>
                  <a:pt x="101" y="30"/>
                  <a:pt x="101" y="30"/>
                </a:cubicBezTo>
                <a:cubicBezTo>
                  <a:pt x="93" y="24"/>
                  <a:pt x="83" y="21"/>
                  <a:pt x="73" y="21"/>
                </a:cubicBezTo>
                <a:cubicBezTo>
                  <a:pt x="64" y="21"/>
                  <a:pt x="55" y="23"/>
                  <a:pt x="47" y="28"/>
                </a:cubicBezTo>
                <a:cubicBezTo>
                  <a:pt x="39" y="33"/>
                  <a:pt x="33" y="39"/>
                  <a:pt x="28" y="47"/>
                </a:cubicBezTo>
                <a:cubicBezTo>
                  <a:pt x="24" y="55"/>
                  <a:pt x="21" y="63"/>
                  <a:pt x="21" y="73"/>
                </a:cubicBezTo>
                <a:cubicBezTo>
                  <a:pt x="21" y="83"/>
                  <a:pt x="24" y="92"/>
                  <a:pt x="30" y="101"/>
                </a:cubicBezTo>
                <a:close/>
                <a:moveTo>
                  <a:pt x="124" y="73"/>
                </a:moveTo>
                <a:cubicBezTo>
                  <a:pt x="124" y="63"/>
                  <a:pt x="122" y="53"/>
                  <a:pt x="116" y="45"/>
                </a:cubicBezTo>
                <a:cubicBezTo>
                  <a:pt x="45" y="116"/>
                  <a:pt x="45" y="116"/>
                  <a:pt x="45" y="116"/>
                </a:cubicBezTo>
                <a:cubicBezTo>
                  <a:pt x="53" y="122"/>
                  <a:pt x="63" y="124"/>
                  <a:pt x="73" y="124"/>
                </a:cubicBezTo>
                <a:cubicBezTo>
                  <a:pt x="80" y="124"/>
                  <a:pt x="87" y="123"/>
                  <a:pt x="93" y="120"/>
                </a:cubicBezTo>
                <a:cubicBezTo>
                  <a:pt x="99" y="118"/>
                  <a:pt x="105" y="114"/>
                  <a:pt x="109" y="109"/>
                </a:cubicBezTo>
                <a:cubicBezTo>
                  <a:pt x="114" y="105"/>
                  <a:pt x="118" y="99"/>
                  <a:pt x="120" y="93"/>
                </a:cubicBezTo>
                <a:cubicBezTo>
                  <a:pt x="123" y="86"/>
                  <a:pt x="124" y="80"/>
                  <a:pt x="124" y="7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55" name="Freeform 10"/>
          <p:cNvSpPr>
            <a:spLocks/>
          </p:cNvSpPr>
          <p:nvPr/>
        </p:nvSpPr>
        <p:spPr bwMode="auto">
          <a:xfrm flipH="1">
            <a:off x="14861130" y="7374561"/>
            <a:ext cx="347471" cy="218926"/>
          </a:xfrm>
          <a:custGeom>
            <a:avLst/>
            <a:gdLst>
              <a:gd name="T0" fmla="*/ 15 w 335"/>
              <a:gd name="T1" fmla="*/ 205 h 211"/>
              <a:gd name="T2" fmla="*/ 11 w 335"/>
              <a:gd name="T3" fmla="*/ 164 h 211"/>
              <a:gd name="T4" fmla="*/ 93 w 335"/>
              <a:gd name="T5" fmla="*/ 61 h 211"/>
              <a:gd name="T6" fmla="*/ 131 w 335"/>
              <a:gd name="T7" fmla="*/ 54 h 211"/>
              <a:gd name="T8" fmla="*/ 210 w 335"/>
              <a:gd name="T9" fmla="*/ 100 h 211"/>
              <a:gd name="T10" fmla="*/ 279 w 335"/>
              <a:gd name="T11" fmla="*/ 14 h 211"/>
              <a:gd name="T12" fmla="*/ 320 w 335"/>
              <a:gd name="T13" fmla="*/ 10 h 211"/>
              <a:gd name="T14" fmla="*/ 325 w 335"/>
              <a:gd name="T15" fmla="*/ 51 h 211"/>
              <a:gd name="T16" fmla="*/ 239 w 335"/>
              <a:gd name="T17" fmla="*/ 156 h 211"/>
              <a:gd name="T18" fmla="*/ 202 w 335"/>
              <a:gd name="T19" fmla="*/ 163 h 211"/>
              <a:gd name="T20" fmla="*/ 123 w 335"/>
              <a:gd name="T21" fmla="*/ 117 h 211"/>
              <a:gd name="T22" fmla="*/ 56 w 335"/>
              <a:gd name="T23" fmla="*/ 200 h 211"/>
              <a:gd name="T24" fmla="*/ 33 w 335"/>
              <a:gd name="T25" fmla="*/ 211 h 211"/>
              <a:gd name="T26" fmla="*/ 15 w 335"/>
              <a:gd name="T27" fmla="*/ 205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35" h="211">
                <a:moveTo>
                  <a:pt x="15" y="205"/>
                </a:moveTo>
                <a:cubicBezTo>
                  <a:pt x="2" y="195"/>
                  <a:pt x="0" y="176"/>
                  <a:pt x="11" y="164"/>
                </a:cubicBezTo>
                <a:cubicBezTo>
                  <a:pt x="93" y="61"/>
                  <a:pt x="93" y="61"/>
                  <a:pt x="93" y="61"/>
                </a:cubicBezTo>
                <a:cubicBezTo>
                  <a:pt x="102" y="50"/>
                  <a:pt x="118" y="47"/>
                  <a:pt x="131" y="54"/>
                </a:cubicBezTo>
                <a:cubicBezTo>
                  <a:pt x="210" y="100"/>
                  <a:pt x="210" y="100"/>
                  <a:pt x="210" y="100"/>
                </a:cubicBezTo>
                <a:cubicBezTo>
                  <a:pt x="279" y="14"/>
                  <a:pt x="279" y="14"/>
                  <a:pt x="279" y="14"/>
                </a:cubicBezTo>
                <a:cubicBezTo>
                  <a:pt x="289" y="2"/>
                  <a:pt x="308" y="0"/>
                  <a:pt x="320" y="10"/>
                </a:cubicBezTo>
                <a:cubicBezTo>
                  <a:pt x="333" y="20"/>
                  <a:pt x="335" y="39"/>
                  <a:pt x="325" y="51"/>
                </a:cubicBezTo>
                <a:cubicBezTo>
                  <a:pt x="239" y="156"/>
                  <a:pt x="239" y="156"/>
                  <a:pt x="239" y="156"/>
                </a:cubicBezTo>
                <a:cubicBezTo>
                  <a:pt x="230" y="167"/>
                  <a:pt x="214" y="170"/>
                  <a:pt x="202" y="163"/>
                </a:cubicBezTo>
                <a:cubicBezTo>
                  <a:pt x="123" y="117"/>
                  <a:pt x="123" y="117"/>
                  <a:pt x="123" y="117"/>
                </a:cubicBezTo>
                <a:cubicBezTo>
                  <a:pt x="56" y="200"/>
                  <a:pt x="56" y="200"/>
                  <a:pt x="56" y="200"/>
                </a:cubicBezTo>
                <a:cubicBezTo>
                  <a:pt x="50" y="208"/>
                  <a:pt x="42" y="211"/>
                  <a:pt x="33" y="211"/>
                </a:cubicBezTo>
                <a:cubicBezTo>
                  <a:pt x="26" y="211"/>
                  <a:pt x="20" y="209"/>
                  <a:pt x="15" y="20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124" name="Freeform 333"/>
          <p:cNvSpPr>
            <a:spLocks noEditPoints="1"/>
          </p:cNvSpPr>
          <p:nvPr/>
        </p:nvSpPr>
        <p:spPr bwMode="auto">
          <a:xfrm>
            <a:off x="9029778" y="7593487"/>
            <a:ext cx="296169" cy="306040"/>
          </a:xfrm>
          <a:custGeom>
            <a:avLst/>
            <a:gdLst>
              <a:gd name="T0" fmla="*/ 32 w 33"/>
              <a:gd name="T1" fmla="*/ 19 h 34"/>
              <a:gd name="T2" fmla="*/ 15 w 33"/>
              <a:gd name="T3" fmla="*/ 33 h 34"/>
              <a:gd name="T4" fmla="*/ 1 w 33"/>
              <a:gd name="T5" fmla="*/ 15 h 34"/>
              <a:gd name="T6" fmla="*/ 19 w 33"/>
              <a:gd name="T7" fmla="*/ 1 h 34"/>
              <a:gd name="T8" fmla="*/ 32 w 33"/>
              <a:gd name="T9" fmla="*/ 19 h 34"/>
              <a:gd name="T10" fmla="*/ 6 w 33"/>
              <a:gd name="T11" fmla="*/ 16 h 34"/>
              <a:gd name="T12" fmla="*/ 15 w 33"/>
              <a:gd name="T13" fmla="*/ 28 h 34"/>
              <a:gd name="T14" fmla="*/ 27 w 33"/>
              <a:gd name="T15" fmla="*/ 18 h 34"/>
              <a:gd name="T16" fmla="*/ 18 w 33"/>
              <a:gd name="T17" fmla="*/ 6 h 34"/>
              <a:gd name="T18" fmla="*/ 6 w 33"/>
              <a:gd name="T19" fmla="*/ 16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" h="34">
                <a:moveTo>
                  <a:pt x="32" y="19"/>
                </a:moveTo>
                <a:cubicBezTo>
                  <a:pt x="31" y="27"/>
                  <a:pt x="23" y="34"/>
                  <a:pt x="15" y="33"/>
                </a:cubicBezTo>
                <a:cubicBezTo>
                  <a:pt x="6" y="31"/>
                  <a:pt x="0" y="24"/>
                  <a:pt x="1" y="15"/>
                </a:cubicBezTo>
                <a:cubicBezTo>
                  <a:pt x="2" y="6"/>
                  <a:pt x="10" y="0"/>
                  <a:pt x="19" y="1"/>
                </a:cubicBezTo>
                <a:cubicBezTo>
                  <a:pt x="27" y="2"/>
                  <a:pt x="33" y="10"/>
                  <a:pt x="32" y="19"/>
                </a:cubicBezTo>
                <a:close/>
                <a:moveTo>
                  <a:pt x="6" y="16"/>
                </a:moveTo>
                <a:cubicBezTo>
                  <a:pt x="5" y="22"/>
                  <a:pt x="9" y="27"/>
                  <a:pt x="15" y="28"/>
                </a:cubicBezTo>
                <a:cubicBezTo>
                  <a:pt x="21" y="28"/>
                  <a:pt x="27" y="24"/>
                  <a:pt x="27" y="18"/>
                </a:cubicBezTo>
                <a:cubicBezTo>
                  <a:pt x="28" y="12"/>
                  <a:pt x="24" y="7"/>
                  <a:pt x="18" y="6"/>
                </a:cubicBezTo>
                <a:cubicBezTo>
                  <a:pt x="12" y="5"/>
                  <a:pt x="7" y="10"/>
                  <a:pt x="6" y="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sp>
        <p:nvSpPr>
          <p:cNvPr id="125" name="Freeform 124"/>
          <p:cNvSpPr>
            <a:spLocks/>
          </p:cNvSpPr>
          <p:nvPr/>
        </p:nvSpPr>
        <p:spPr bwMode="auto">
          <a:xfrm>
            <a:off x="16848158" y="9109529"/>
            <a:ext cx="333145" cy="327247"/>
          </a:xfrm>
          <a:custGeom>
            <a:avLst/>
            <a:gdLst>
              <a:gd name="connsiteX0" fmla="*/ 179530 w 408994"/>
              <a:gd name="connsiteY0" fmla="*/ 235253 h 401753"/>
              <a:gd name="connsiteX1" fmla="*/ 198560 w 408994"/>
              <a:gd name="connsiteY1" fmla="*/ 240705 h 401753"/>
              <a:gd name="connsiteX2" fmla="*/ 212888 w 408994"/>
              <a:gd name="connsiteY2" fmla="*/ 280967 h 401753"/>
              <a:gd name="connsiteX3" fmla="*/ 169904 w 408994"/>
              <a:gd name="connsiteY3" fmla="*/ 374912 h 401753"/>
              <a:gd name="connsiteX4" fmla="*/ 126918 w 408994"/>
              <a:gd name="connsiteY4" fmla="*/ 401753 h 401753"/>
              <a:gd name="connsiteX5" fmla="*/ 98262 w 408994"/>
              <a:gd name="connsiteY5" fmla="*/ 361491 h 401753"/>
              <a:gd name="connsiteX6" fmla="*/ 141246 w 408994"/>
              <a:gd name="connsiteY6" fmla="*/ 254125 h 401753"/>
              <a:gd name="connsiteX7" fmla="*/ 179530 w 408994"/>
              <a:gd name="connsiteY7" fmla="*/ 235253 h 401753"/>
              <a:gd name="connsiteX8" fmla="*/ 272582 w 408994"/>
              <a:gd name="connsiteY8" fmla="*/ 190276 h 401753"/>
              <a:gd name="connsiteX9" fmla="*/ 282648 w 408994"/>
              <a:gd name="connsiteY9" fmla="*/ 196097 h 401753"/>
              <a:gd name="connsiteX10" fmla="*/ 390014 w 408994"/>
              <a:gd name="connsiteY10" fmla="*/ 239082 h 401753"/>
              <a:gd name="connsiteX11" fmla="*/ 403436 w 408994"/>
              <a:gd name="connsiteY11" fmla="*/ 282067 h 401753"/>
              <a:gd name="connsiteX12" fmla="*/ 363172 w 408994"/>
              <a:gd name="connsiteY12" fmla="*/ 296396 h 401753"/>
              <a:gd name="connsiteX13" fmla="*/ 255806 w 408994"/>
              <a:gd name="connsiteY13" fmla="*/ 253411 h 401753"/>
              <a:gd name="connsiteX14" fmla="*/ 242386 w 408994"/>
              <a:gd name="connsiteY14" fmla="*/ 210426 h 401753"/>
              <a:gd name="connsiteX15" fmla="*/ 272582 w 408994"/>
              <a:gd name="connsiteY15" fmla="*/ 190276 h 401753"/>
              <a:gd name="connsiteX16" fmla="*/ 34182 w 408994"/>
              <a:gd name="connsiteY16" fmla="*/ 98754 h 401753"/>
              <a:gd name="connsiteX17" fmla="*/ 46246 w 408994"/>
              <a:gd name="connsiteY17" fmla="*/ 104232 h 401753"/>
              <a:gd name="connsiteX18" fmla="*/ 154612 w 408994"/>
              <a:gd name="connsiteY18" fmla="*/ 144688 h 401753"/>
              <a:gd name="connsiteX19" fmla="*/ 168158 w 408994"/>
              <a:gd name="connsiteY19" fmla="*/ 185144 h 401753"/>
              <a:gd name="connsiteX20" fmla="*/ 127520 w 408994"/>
              <a:gd name="connsiteY20" fmla="*/ 198629 h 401753"/>
              <a:gd name="connsiteX21" fmla="*/ 19156 w 408994"/>
              <a:gd name="connsiteY21" fmla="*/ 158173 h 401753"/>
              <a:gd name="connsiteX22" fmla="*/ 5610 w 408994"/>
              <a:gd name="connsiteY22" fmla="*/ 117717 h 401753"/>
              <a:gd name="connsiteX23" fmla="*/ 34182 w 408994"/>
              <a:gd name="connsiteY23" fmla="*/ 98754 h 401753"/>
              <a:gd name="connsiteX24" fmla="*/ 273358 w 408994"/>
              <a:gd name="connsiteY24" fmla="*/ 106 h 401753"/>
              <a:gd name="connsiteX25" fmla="*/ 291268 w 408994"/>
              <a:gd name="connsiteY25" fmla="*/ 5558 h 401753"/>
              <a:gd name="connsiteX26" fmla="*/ 304754 w 408994"/>
              <a:gd name="connsiteY26" fmla="*/ 45820 h 401753"/>
              <a:gd name="connsiteX27" fmla="*/ 264298 w 408994"/>
              <a:gd name="connsiteY27" fmla="*/ 139765 h 401753"/>
              <a:gd name="connsiteX28" fmla="*/ 223842 w 408994"/>
              <a:gd name="connsiteY28" fmla="*/ 166606 h 401753"/>
              <a:gd name="connsiteX29" fmla="*/ 196872 w 408994"/>
              <a:gd name="connsiteY29" fmla="*/ 112923 h 401753"/>
              <a:gd name="connsiteX30" fmla="*/ 237328 w 408994"/>
              <a:gd name="connsiteY30" fmla="*/ 18978 h 401753"/>
              <a:gd name="connsiteX31" fmla="*/ 259240 w 408994"/>
              <a:gd name="connsiteY31" fmla="*/ 2203 h 401753"/>
              <a:gd name="connsiteX32" fmla="*/ 273358 w 408994"/>
              <a:gd name="connsiteY32" fmla="*/ 106 h 40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08994" h="401753">
                <a:moveTo>
                  <a:pt x="179530" y="235253"/>
                </a:moveTo>
                <a:cubicBezTo>
                  <a:pt x="185128" y="235672"/>
                  <a:pt x="191396" y="237350"/>
                  <a:pt x="198560" y="240705"/>
                </a:cubicBezTo>
                <a:cubicBezTo>
                  <a:pt x="212888" y="240705"/>
                  <a:pt x="227218" y="267546"/>
                  <a:pt x="212888" y="280967"/>
                </a:cubicBezTo>
                <a:cubicBezTo>
                  <a:pt x="169904" y="374912"/>
                  <a:pt x="169904" y="374912"/>
                  <a:pt x="169904" y="374912"/>
                </a:cubicBezTo>
                <a:cubicBezTo>
                  <a:pt x="155576" y="401753"/>
                  <a:pt x="141246" y="401753"/>
                  <a:pt x="126918" y="401753"/>
                </a:cubicBezTo>
                <a:cubicBezTo>
                  <a:pt x="98262" y="388332"/>
                  <a:pt x="98262" y="374912"/>
                  <a:pt x="98262" y="361491"/>
                </a:cubicBezTo>
                <a:cubicBezTo>
                  <a:pt x="141246" y="254125"/>
                  <a:pt x="141246" y="254125"/>
                  <a:pt x="141246" y="254125"/>
                </a:cubicBezTo>
                <a:cubicBezTo>
                  <a:pt x="151994" y="244060"/>
                  <a:pt x="162740" y="233994"/>
                  <a:pt x="179530" y="235253"/>
                </a:cubicBezTo>
                <a:close/>
                <a:moveTo>
                  <a:pt x="272582" y="190276"/>
                </a:moveTo>
                <a:cubicBezTo>
                  <a:pt x="275938" y="190724"/>
                  <a:pt x="279294" y="192515"/>
                  <a:pt x="282648" y="196097"/>
                </a:cubicBezTo>
                <a:cubicBezTo>
                  <a:pt x="390014" y="239082"/>
                  <a:pt x="390014" y="239082"/>
                  <a:pt x="390014" y="239082"/>
                </a:cubicBezTo>
                <a:cubicBezTo>
                  <a:pt x="403436" y="239082"/>
                  <a:pt x="416856" y="267739"/>
                  <a:pt x="403436" y="282067"/>
                </a:cubicBezTo>
                <a:cubicBezTo>
                  <a:pt x="403436" y="296396"/>
                  <a:pt x="376594" y="310724"/>
                  <a:pt x="363172" y="296396"/>
                </a:cubicBezTo>
                <a:cubicBezTo>
                  <a:pt x="255806" y="253411"/>
                  <a:pt x="255806" y="253411"/>
                  <a:pt x="255806" y="253411"/>
                </a:cubicBezTo>
                <a:cubicBezTo>
                  <a:pt x="242386" y="253411"/>
                  <a:pt x="242386" y="224754"/>
                  <a:pt x="242386" y="210426"/>
                </a:cubicBezTo>
                <a:cubicBezTo>
                  <a:pt x="252452" y="199679"/>
                  <a:pt x="262518" y="188933"/>
                  <a:pt x="272582" y="190276"/>
                </a:cubicBezTo>
                <a:close/>
                <a:moveTo>
                  <a:pt x="34182" y="98754"/>
                </a:moveTo>
                <a:cubicBezTo>
                  <a:pt x="38626" y="99175"/>
                  <a:pt x="42860" y="100861"/>
                  <a:pt x="46246" y="104232"/>
                </a:cubicBezTo>
                <a:cubicBezTo>
                  <a:pt x="154612" y="144688"/>
                  <a:pt x="154612" y="144688"/>
                  <a:pt x="154612" y="144688"/>
                </a:cubicBezTo>
                <a:cubicBezTo>
                  <a:pt x="168158" y="144688"/>
                  <a:pt x="181702" y="171658"/>
                  <a:pt x="168158" y="185144"/>
                </a:cubicBezTo>
                <a:cubicBezTo>
                  <a:pt x="168158" y="198629"/>
                  <a:pt x="141066" y="212114"/>
                  <a:pt x="127520" y="198629"/>
                </a:cubicBezTo>
                <a:cubicBezTo>
                  <a:pt x="19156" y="158173"/>
                  <a:pt x="19156" y="158173"/>
                  <a:pt x="19156" y="158173"/>
                </a:cubicBezTo>
                <a:cubicBezTo>
                  <a:pt x="5610" y="158173"/>
                  <a:pt x="-7936" y="131203"/>
                  <a:pt x="5610" y="117717"/>
                </a:cubicBezTo>
                <a:cubicBezTo>
                  <a:pt x="5610" y="107603"/>
                  <a:pt x="20848" y="97490"/>
                  <a:pt x="34182" y="98754"/>
                </a:cubicBezTo>
                <a:close/>
                <a:moveTo>
                  <a:pt x="273358" y="106"/>
                </a:moveTo>
                <a:cubicBezTo>
                  <a:pt x="278626" y="526"/>
                  <a:pt x="284526" y="2203"/>
                  <a:pt x="291268" y="5558"/>
                </a:cubicBezTo>
                <a:cubicBezTo>
                  <a:pt x="304754" y="5558"/>
                  <a:pt x="318238" y="18978"/>
                  <a:pt x="304754" y="45820"/>
                </a:cubicBezTo>
                <a:cubicBezTo>
                  <a:pt x="264298" y="139765"/>
                  <a:pt x="264298" y="139765"/>
                  <a:pt x="264298" y="139765"/>
                </a:cubicBezTo>
                <a:cubicBezTo>
                  <a:pt x="250812" y="166606"/>
                  <a:pt x="237328" y="166606"/>
                  <a:pt x="223842" y="166606"/>
                </a:cubicBezTo>
                <a:cubicBezTo>
                  <a:pt x="196872" y="153185"/>
                  <a:pt x="196872" y="139765"/>
                  <a:pt x="196872" y="112923"/>
                </a:cubicBezTo>
                <a:cubicBezTo>
                  <a:pt x="237328" y="18978"/>
                  <a:pt x="237328" y="18978"/>
                  <a:pt x="237328" y="18978"/>
                </a:cubicBezTo>
                <a:cubicBezTo>
                  <a:pt x="244070" y="12268"/>
                  <a:pt x="250812" y="5558"/>
                  <a:pt x="259240" y="2203"/>
                </a:cubicBezTo>
                <a:cubicBezTo>
                  <a:pt x="263454" y="526"/>
                  <a:pt x="268090" y="-313"/>
                  <a:pt x="273358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013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23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ECE726FB-4FCA-4039-9174-612F4524F28C}"/>
              </a:ext>
            </a:extLst>
          </p:cNvPr>
          <p:cNvSpPr/>
          <p:nvPr/>
        </p:nvSpPr>
        <p:spPr>
          <a:xfrm>
            <a:off x="0" y="0"/>
            <a:ext cx="18288000" cy="9605923"/>
          </a:xfrm>
          <a:custGeom>
            <a:avLst/>
            <a:gdLst>
              <a:gd name="connsiteX0" fmla="*/ 0 w 18288000"/>
              <a:gd name="connsiteY0" fmla="*/ 0 h 9605923"/>
              <a:gd name="connsiteX1" fmla="*/ 18288000 w 18288000"/>
              <a:gd name="connsiteY1" fmla="*/ 0 h 9605923"/>
              <a:gd name="connsiteX2" fmla="*/ 18288000 w 18288000"/>
              <a:gd name="connsiteY2" fmla="*/ 2082385 h 9605923"/>
              <a:gd name="connsiteX3" fmla="*/ 18288000 w 18288000"/>
              <a:gd name="connsiteY3" fmla="*/ 3375047 h 9605923"/>
              <a:gd name="connsiteX4" fmla="*/ 18288000 w 18288000"/>
              <a:gd name="connsiteY4" fmla="*/ 5693076 h 9605923"/>
              <a:gd name="connsiteX5" fmla="*/ 18180484 w 18288000"/>
              <a:gd name="connsiteY5" fmla="*/ 5808714 h 9605923"/>
              <a:gd name="connsiteX6" fmla="*/ 16084395 w 18288000"/>
              <a:gd name="connsiteY6" fmla="*/ 6395951 h 9605923"/>
              <a:gd name="connsiteX7" fmla="*/ 12173990 w 18288000"/>
              <a:gd name="connsiteY7" fmla="*/ 7911378 h 9605923"/>
              <a:gd name="connsiteX8" fmla="*/ 8761574 w 18288000"/>
              <a:gd name="connsiteY8" fmla="*/ 6878030 h 9605923"/>
              <a:gd name="connsiteX9" fmla="*/ 4809123 w 18288000"/>
              <a:gd name="connsiteY9" fmla="*/ 8439760 h 9605923"/>
              <a:gd name="connsiteX10" fmla="*/ 1539914 w 18288000"/>
              <a:gd name="connsiteY10" fmla="*/ 9481626 h 9605923"/>
              <a:gd name="connsiteX11" fmla="*/ 115280 w 18288000"/>
              <a:gd name="connsiteY11" fmla="*/ 9474026 h 9605923"/>
              <a:gd name="connsiteX12" fmla="*/ 0 w 18288000"/>
              <a:gd name="connsiteY12" fmla="*/ 9433856 h 9605923"/>
              <a:gd name="connsiteX13" fmla="*/ 0 w 18288000"/>
              <a:gd name="connsiteY13" fmla="*/ 3375047 h 9605923"/>
              <a:gd name="connsiteX14" fmla="*/ 0 w 18288000"/>
              <a:gd name="connsiteY14" fmla="*/ 2082385 h 9605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8288000" h="9605923">
                <a:moveTo>
                  <a:pt x="0" y="0"/>
                </a:moveTo>
                <a:lnTo>
                  <a:pt x="18288000" y="0"/>
                </a:lnTo>
                <a:lnTo>
                  <a:pt x="18288000" y="2082385"/>
                </a:lnTo>
                <a:lnTo>
                  <a:pt x="18288000" y="3375047"/>
                </a:lnTo>
                <a:lnTo>
                  <a:pt x="18288000" y="5693076"/>
                </a:lnTo>
                <a:lnTo>
                  <a:pt x="18180484" y="5808714"/>
                </a:lnTo>
                <a:cubicBezTo>
                  <a:pt x="17799980" y="6181248"/>
                  <a:pt x="17152460" y="6522216"/>
                  <a:pt x="16084395" y="6395951"/>
                </a:cubicBezTo>
                <a:cubicBezTo>
                  <a:pt x="13948263" y="6143421"/>
                  <a:pt x="13675138" y="7839797"/>
                  <a:pt x="12173990" y="7911378"/>
                </a:cubicBezTo>
                <a:cubicBezTo>
                  <a:pt x="10672839" y="7982960"/>
                  <a:pt x="9945232" y="6644393"/>
                  <a:pt x="8761574" y="6878030"/>
                </a:cubicBezTo>
                <a:cubicBezTo>
                  <a:pt x="7577914" y="7111667"/>
                  <a:pt x="7090355" y="8951166"/>
                  <a:pt x="4809123" y="8439760"/>
                </a:cubicBezTo>
                <a:cubicBezTo>
                  <a:pt x="2527892" y="7928357"/>
                  <a:pt x="3282789" y="8911232"/>
                  <a:pt x="1539914" y="9481626"/>
                </a:cubicBezTo>
                <a:cubicBezTo>
                  <a:pt x="886335" y="9695524"/>
                  <a:pt x="466586" y="9593025"/>
                  <a:pt x="115280" y="9474026"/>
                </a:cubicBezTo>
                <a:lnTo>
                  <a:pt x="0" y="9433856"/>
                </a:lnTo>
                <a:lnTo>
                  <a:pt x="0" y="3375047"/>
                </a:lnTo>
                <a:lnTo>
                  <a:pt x="0" y="2082385"/>
                </a:lnTo>
                <a:close/>
              </a:path>
            </a:pathLst>
          </a:cu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Freeform 119">
            <a:extLst>
              <a:ext uri="{FF2B5EF4-FFF2-40B4-BE49-F238E27FC236}">
                <a16:creationId xmlns:a16="http://schemas.microsoft.com/office/drawing/2014/main" id="{89BF43B9-DDEF-4832-9373-E88FFA6A612D}"/>
              </a:ext>
            </a:extLst>
          </p:cNvPr>
          <p:cNvSpPr>
            <a:spLocks/>
          </p:cNvSpPr>
          <p:nvPr/>
        </p:nvSpPr>
        <p:spPr bwMode="auto">
          <a:xfrm>
            <a:off x="-2116325" y="-2458171"/>
            <a:ext cx="5430718" cy="6135200"/>
          </a:xfrm>
          <a:custGeom>
            <a:avLst/>
            <a:gdLst>
              <a:gd name="T0" fmla="*/ 491 w 525"/>
              <a:gd name="T1" fmla="*/ 107 h 593"/>
              <a:gd name="T2" fmla="*/ 290 w 525"/>
              <a:gd name="T3" fmla="*/ 6 h 593"/>
              <a:gd name="T4" fmla="*/ 262 w 525"/>
              <a:gd name="T5" fmla="*/ 0 h 593"/>
              <a:gd name="T6" fmla="*/ 235 w 525"/>
              <a:gd name="T7" fmla="*/ 6 h 593"/>
              <a:gd name="T8" fmla="*/ 34 w 525"/>
              <a:gd name="T9" fmla="*/ 107 h 593"/>
              <a:gd name="T10" fmla="*/ 0 w 525"/>
              <a:gd name="T11" fmla="*/ 162 h 593"/>
              <a:gd name="T12" fmla="*/ 0 w 525"/>
              <a:gd name="T13" fmla="*/ 428 h 593"/>
              <a:gd name="T14" fmla="*/ 34 w 525"/>
              <a:gd name="T15" fmla="*/ 484 h 593"/>
              <a:gd name="T16" fmla="*/ 235 w 525"/>
              <a:gd name="T17" fmla="*/ 584 h 593"/>
              <a:gd name="T18" fmla="*/ 290 w 525"/>
              <a:gd name="T19" fmla="*/ 584 h 593"/>
              <a:gd name="T20" fmla="*/ 491 w 525"/>
              <a:gd name="T21" fmla="*/ 484 h 593"/>
              <a:gd name="T22" fmla="*/ 525 w 525"/>
              <a:gd name="T23" fmla="*/ 428 h 593"/>
              <a:gd name="T24" fmla="*/ 525 w 525"/>
              <a:gd name="T25" fmla="*/ 162 h 593"/>
              <a:gd name="T26" fmla="*/ 491 w 525"/>
              <a:gd name="T27" fmla="*/ 107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5" h="593">
                <a:moveTo>
                  <a:pt x="491" y="107"/>
                </a:moveTo>
                <a:cubicBezTo>
                  <a:pt x="290" y="6"/>
                  <a:pt x="290" y="6"/>
                  <a:pt x="290" y="6"/>
                </a:cubicBezTo>
                <a:cubicBezTo>
                  <a:pt x="281" y="2"/>
                  <a:pt x="272" y="0"/>
                  <a:pt x="262" y="0"/>
                </a:cubicBezTo>
                <a:cubicBezTo>
                  <a:pt x="253" y="0"/>
                  <a:pt x="243" y="2"/>
                  <a:pt x="235" y="6"/>
                </a:cubicBezTo>
                <a:cubicBezTo>
                  <a:pt x="34" y="107"/>
                  <a:pt x="34" y="107"/>
                  <a:pt x="34" y="107"/>
                </a:cubicBezTo>
                <a:cubicBezTo>
                  <a:pt x="13" y="117"/>
                  <a:pt x="0" y="139"/>
                  <a:pt x="0" y="162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51"/>
                  <a:pt x="13" y="473"/>
                  <a:pt x="34" y="484"/>
                </a:cubicBezTo>
                <a:cubicBezTo>
                  <a:pt x="235" y="584"/>
                  <a:pt x="235" y="584"/>
                  <a:pt x="235" y="584"/>
                </a:cubicBezTo>
                <a:cubicBezTo>
                  <a:pt x="252" y="593"/>
                  <a:pt x="273" y="593"/>
                  <a:pt x="290" y="584"/>
                </a:cubicBezTo>
                <a:cubicBezTo>
                  <a:pt x="491" y="484"/>
                  <a:pt x="491" y="484"/>
                  <a:pt x="491" y="484"/>
                </a:cubicBezTo>
                <a:cubicBezTo>
                  <a:pt x="512" y="473"/>
                  <a:pt x="525" y="451"/>
                  <a:pt x="525" y="428"/>
                </a:cubicBezTo>
                <a:cubicBezTo>
                  <a:pt x="525" y="162"/>
                  <a:pt x="525" y="162"/>
                  <a:pt x="525" y="162"/>
                </a:cubicBezTo>
                <a:cubicBezTo>
                  <a:pt x="525" y="139"/>
                  <a:pt x="512" y="117"/>
                  <a:pt x="491" y="107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5000"/>
                </a:schemeClr>
              </a:gs>
              <a:gs pos="5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600" b="1">
              <a:solidFill>
                <a:schemeClr val="bg1">
                  <a:lumMod val="95000"/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56" name="Freeform 119">
            <a:extLst>
              <a:ext uri="{FF2B5EF4-FFF2-40B4-BE49-F238E27FC236}">
                <a16:creationId xmlns:a16="http://schemas.microsoft.com/office/drawing/2014/main" id="{89BF43B9-DDEF-4832-9373-E88FFA6A612D}"/>
              </a:ext>
            </a:extLst>
          </p:cNvPr>
          <p:cNvSpPr>
            <a:spLocks/>
          </p:cNvSpPr>
          <p:nvPr/>
        </p:nvSpPr>
        <p:spPr bwMode="auto">
          <a:xfrm>
            <a:off x="441094" y="424023"/>
            <a:ext cx="4497881" cy="5081354"/>
          </a:xfrm>
          <a:custGeom>
            <a:avLst/>
            <a:gdLst>
              <a:gd name="T0" fmla="*/ 491 w 525"/>
              <a:gd name="T1" fmla="*/ 107 h 593"/>
              <a:gd name="T2" fmla="*/ 290 w 525"/>
              <a:gd name="T3" fmla="*/ 6 h 593"/>
              <a:gd name="T4" fmla="*/ 262 w 525"/>
              <a:gd name="T5" fmla="*/ 0 h 593"/>
              <a:gd name="T6" fmla="*/ 235 w 525"/>
              <a:gd name="T7" fmla="*/ 6 h 593"/>
              <a:gd name="T8" fmla="*/ 34 w 525"/>
              <a:gd name="T9" fmla="*/ 107 h 593"/>
              <a:gd name="T10" fmla="*/ 0 w 525"/>
              <a:gd name="T11" fmla="*/ 162 h 593"/>
              <a:gd name="T12" fmla="*/ 0 w 525"/>
              <a:gd name="T13" fmla="*/ 428 h 593"/>
              <a:gd name="T14" fmla="*/ 34 w 525"/>
              <a:gd name="T15" fmla="*/ 484 h 593"/>
              <a:gd name="T16" fmla="*/ 235 w 525"/>
              <a:gd name="T17" fmla="*/ 584 h 593"/>
              <a:gd name="T18" fmla="*/ 290 w 525"/>
              <a:gd name="T19" fmla="*/ 584 h 593"/>
              <a:gd name="T20" fmla="*/ 491 w 525"/>
              <a:gd name="T21" fmla="*/ 484 h 593"/>
              <a:gd name="T22" fmla="*/ 525 w 525"/>
              <a:gd name="T23" fmla="*/ 428 h 593"/>
              <a:gd name="T24" fmla="*/ 525 w 525"/>
              <a:gd name="T25" fmla="*/ 162 h 593"/>
              <a:gd name="T26" fmla="*/ 491 w 525"/>
              <a:gd name="T27" fmla="*/ 107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5" h="593">
                <a:moveTo>
                  <a:pt x="491" y="107"/>
                </a:moveTo>
                <a:cubicBezTo>
                  <a:pt x="290" y="6"/>
                  <a:pt x="290" y="6"/>
                  <a:pt x="290" y="6"/>
                </a:cubicBezTo>
                <a:cubicBezTo>
                  <a:pt x="281" y="2"/>
                  <a:pt x="272" y="0"/>
                  <a:pt x="262" y="0"/>
                </a:cubicBezTo>
                <a:cubicBezTo>
                  <a:pt x="253" y="0"/>
                  <a:pt x="243" y="2"/>
                  <a:pt x="235" y="6"/>
                </a:cubicBezTo>
                <a:cubicBezTo>
                  <a:pt x="34" y="107"/>
                  <a:pt x="34" y="107"/>
                  <a:pt x="34" y="107"/>
                </a:cubicBezTo>
                <a:cubicBezTo>
                  <a:pt x="13" y="117"/>
                  <a:pt x="0" y="139"/>
                  <a:pt x="0" y="162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51"/>
                  <a:pt x="13" y="473"/>
                  <a:pt x="34" y="484"/>
                </a:cubicBezTo>
                <a:cubicBezTo>
                  <a:pt x="235" y="584"/>
                  <a:pt x="235" y="584"/>
                  <a:pt x="235" y="584"/>
                </a:cubicBezTo>
                <a:cubicBezTo>
                  <a:pt x="252" y="593"/>
                  <a:pt x="273" y="593"/>
                  <a:pt x="290" y="584"/>
                </a:cubicBezTo>
                <a:cubicBezTo>
                  <a:pt x="491" y="484"/>
                  <a:pt x="491" y="484"/>
                  <a:pt x="491" y="484"/>
                </a:cubicBezTo>
                <a:cubicBezTo>
                  <a:pt x="512" y="473"/>
                  <a:pt x="525" y="451"/>
                  <a:pt x="525" y="428"/>
                </a:cubicBezTo>
                <a:cubicBezTo>
                  <a:pt x="525" y="162"/>
                  <a:pt x="525" y="162"/>
                  <a:pt x="525" y="162"/>
                </a:cubicBezTo>
                <a:cubicBezTo>
                  <a:pt x="525" y="139"/>
                  <a:pt x="512" y="117"/>
                  <a:pt x="491" y="107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5000"/>
                </a:schemeClr>
              </a:gs>
              <a:gs pos="5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600" b="1">
              <a:solidFill>
                <a:schemeClr val="bg1">
                  <a:lumMod val="95000"/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143318" y="1031744"/>
            <a:ext cx="5638800" cy="3945890"/>
          </a:xfrm>
          <a:prstGeom prst="roundRect">
            <a:avLst>
              <a:gd name="adj" fmla="val 2255"/>
            </a:avLst>
          </a:prstGeom>
          <a:solidFill>
            <a:schemeClr val="bg1"/>
          </a:solidFill>
          <a:ln>
            <a:noFill/>
          </a:ln>
          <a:effectLst>
            <a:outerShdw blurRad="355600" dist="381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97280" y="3581290"/>
            <a:ext cx="4434227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How To</a:t>
            </a:r>
            <a:endParaRPr lang="en-US" sz="3200" b="1">
              <a:solidFill>
                <a:schemeClr val="bg1"/>
              </a:solidFill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Solve the Problem.</a:t>
            </a:r>
            <a:endParaRPr lang="en-US" sz="4600" b="1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79" y="5929400"/>
            <a:ext cx="44342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80" y="1914867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53163" y="3492363"/>
            <a:ext cx="227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Problem Solving Title</a:t>
            </a:r>
            <a:endParaRPr lang="en-US" sz="1800" b="1"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53163" y="3804987"/>
            <a:ext cx="503403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714A49-0CDE-2F4B-B506-A1DD41745173}"/>
              </a:ext>
            </a:extLst>
          </p:cNvPr>
          <p:cNvGrpSpPr/>
          <p:nvPr/>
        </p:nvGrpSpPr>
        <p:grpSpPr>
          <a:xfrm>
            <a:off x="11205988" y="1293291"/>
            <a:ext cx="347472" cy="347472"/>
            <a:chOff x="15268713" y="3396486"/>
            <a:chExt cx="1212574" cy="121257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560252B-29BE-8740-8A1C-BAAD806B74DC}"/>
                </a:ext>
              </a:extLst>
            </p:cNvPr>
            <p:cNvSpPr/>
            <p:nvPr/>
          </p:nvSpPr>
          <p:spPr>
            <a:xfrm>
              <a:off x="15268713" y="3396486"/>
              <a:ext cx="1212574" cy="121257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Graphic 146">
              <a:extLst>
                <a:ext uri="{FF2B5EF4-FFF2-40B4-BE49-F238E27FC236}">
                  <a16:creationId xmlns:a16="http://schemas.microsoft.com/office/drawing/2014/main" id="{856ECB38-A622-564E-9B73-7F6B7FDC4DC6}"/>
                </a:ext>
              </a:extLst>
            </p:cNvPr>
            <p:cNvSpPr/>
            <p:nvPr/>
          </p:nvSpPr>
          <p:spPr>
            <a:xfrm>
              <a:off x="15552112" y="3758847"/>
              <a:ext cx="589147" cy="508810"/>
            </a:xfrm>
            <a:custGeom>
              <a:avLst/>
              <a:gdLst>
                <a:gd name="connsiteX0" fmla="*/ 386530 w 378978"/>
                <a:gd name="connsiteY0" fmla="*/ 50764 h 327299"/>
                <a:gd name="connsiteX1" fmla="*/ 338435 w 378978"/>
                <a:gd name="connsiteY1" fmla="*/ 2530 h 327299"/>
                <a:gd name="connsiteX2" fmla="*/ 326254 w 378978"/>
                <a:gd name="connsiteY2" fmla="*/ 2515 h 327299"/>
                <a:gd name="connsiteX3" fmla="*/ 326238 w 378978"/>
                <a:gd name="connsiteY3" fmla="*/ 2530 h 327299"/>
                <a:gd name="connsiteX4" fmla="*/ 123106 w 378978"/>
                <a:gd name="connsiteY4" fmla="*/ 205801 h 327299"/>
                <a:gd name="connsiteX5" fmla="*/ 110925 w 378978"/>
                <a:gd name="connsiteY5" fmla="*/ 205816 h 327299"/>
                <a:gd name="connsiteX6" fmla="*/ 110910 w 378978"/>
                <a:gd name="connsiteY6" fmla="*/ 205801 h 327299"/>
                <a:gd name="connsiteX7" fmla="*/ 62814 w 378978"/>
                <a:gd name="connsiteY7" fmla="*/ 157567 h 327299"/>
                <a:gd name="connsiteX8" fmla="*/ 50633 w 378978"/>
                <a:gd name="connsiteY8" fmla="*/ 157552 h 327299"/>
                <a:gd name="connsiteX9" fmla="*/ 50618 w 378978"/>
                <a:gd name="connsiteY9" fmla="*/ 157567 h 327299"/>
                <a:gd name="connsiteX10" fmla="*/ 2522 w 378978"/>
                <a:gd name="connsiteY10" fmla="*/ 205801 h 327299"/>
                <a:gd name="connsiteX11" fmla="*/ 2522 w 378978"/>
                <a:gd name="connsiteY11" fmla="*/ 217980 h 327299"/>
                <a:gd name="connsiteX12" fmla="*/ 110910 w 378978"/>
                <a:gd name="connsiteY12" fmla="*/ 326385 h 327299"/>
                <a:gd name="connsiteX13" fmla="*/ 123090 w 378978"/>
                <a:gd name="connsiteY13" fmla="*/ 326400 h 327299"/>
                <a:gd name="connsiteX14" fmla="*/ 123106 w 378978"/>
                <a:gd name="connsiteY14" fmla="*/ 326385 h 327299"/>
                <a:gd name="connsiteX15" fmla="*/ 386530 w 378978"/>
                <a:gd name="connsiteY15" fmla="*/ 62822 h 327299"/>
                <a:gd name="connsiteX16" fmla="*/ 386530 w 378978"/>
                <a:gd name="connsiteY16" fmla="*/ 50764 h 327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8978" h="327299">
                  <a:moveTo>
                    <a:pt x="386530" y="50764"/>
                  </a:moveTo>
                  <a:lnTo>
                    <a:pt x="338435" y="2530"/>
                  </a:lnTo>
                  <a:cubicBezTo>
                    <a:pt x="335075" y="-837"/>
                    <a:pt x="329622" y="-844"/>
                    <a:pt x="326254" y="2515"/>
                  </a:cubicBezTo>
                  <a:cubicBezTo>
                    <a:pt x="326249" y="2520"/>
                    <a:pt x="326243" y="2525"/>
                    <a:pt x="326238" y="2530"/>
                  </a:cubicBezTo>
                  <a:lnTo>
                    <a:pt x="123106" y="205801"/>
                  </a:lnTo>
                  <a:cubicBezTo>
                    <a:pt x="119746" y="209169"/>
                    <a:pt x="114293" y="209175"/>
                    <a:pt x="110925" y="205816"/>
                  </a:cubicBezTo>
                  <a:cubicBezTo>
                    <a:pt x="110920" y="205811"/>
                    <a:pt x="110915" y="205806"/>
                    <a:pt x="110910" y="205801"/>
                  </a:cubicBezTo>
                  <a:lnTo>
                    <a:pt x="62814" y="157567"/>
                  </a:lnTo>
                  <a:cubicBezTo>
                    <a:pt x="59454" y="154199"/>
                    <a:pt x="54001" y="154192"/>
                    <a:pt x="50633" y="157552"/>
                  </a:cubicBezTo>
                  <a:cubicBezTo>
                    <a:pt x="50628" y="157557"/>
                    <a:pt x="50623" y="157562"/>
                    <a:pt x="50618" y="157567"/>
                  </a:cubicBezTo>
                  <a:lnTo>
                    <a:pt x="2522" y="205801"/>
                  </a:lnTo>
                  <a:cubicBezTo>
                    <a:pt x="-841" y="209164"/>
                    <a:pt x="-841" y="214616"/>
                    <a:pt x="2522" y="217980"/>
                  </a:cubicBezTo>
                  <a:lnTo>
                    <a:pt x="110910" y="326385"/>
                  </a:lnTo>
                  <a:cubicBezTo>
                    <a:pt x="114269" y="329753"/>
                    <a:pt x="119723" y="329760"/>
                    <a:pt x="123090" y="326400"/>
                  </a:cubicBezTo>
                  <a:cubicBezTo>
                    <a:pt x="123096" y="326395"/>
                    <a:pt x="123101" y="326390"/>
                    <a:pt x="123106" y="326385"/>
                  </a:cubicBezTo>
                  <a:lnTo>
                    <a:pt x="386530" y="62822"/>
                  </a:lnTo>
                  <a:cubicBezTo>
                    <a:pt x="389813" y="59473"/>
                    <a:pt x="389813" y="54113"/>
                    <a:pt x="386530" y="50764"/>
                  </a:cubicBezTo>
                  <a:close/>
                </a:path>
              </a:pathLst>
            </a:custGeom>
            <a:solidFill>
              <a:schemeClr val="bg1"/>
            </a:solidFill>
            <a:ln w="170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/>
            </a:p>
          </p:txBody>
        </p:sp>
      </p:grpSp>
      <p:sp>
        <p:nvSpPr>
          <p:cNvPr id="25" name="Rounded Rectangle 24"/>
          <p:cNvSpPr/>
          <p:nvPr/>
        </p:nvSpPr>
        <p:spPr>
          <a:xfrm>
            <a:off x="12045835" y="1031744"/>
            <a:ext cx="5638800" cy="3945890"/>
          </a:xfrm>
          <a:prstGeom prst="roundRect">
            <a:avLst>
              <a:gd name="adj" fmla="val 2255"/>
            </a:avLst>
          </a:prstGeom>
          <a:solidFill>
            <a:schemeClr val="bg1"/>
          </a:solidFill>
          <a:ln>
            <a:noFill/>
          </a:ln>
          <a:effectLst>
            <a:outerShdw blurRad="355600" dist="381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2155680" y="3492363"/>
            <a:ext cx="227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Problem Solving Title</a:t>
            </a:r>
            <a:endParaRPr lang="en-US" sz="1800" b="1"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155680" y="3804987"/>
            <a:ext cx="503403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4714A49-0CDE-2F4B-B506-A1DD41745173}"/>
              </a:ext>
            </a:extLst>
          </p:cNvPr>
          <p:cNvGrpSpPr/>
          <p:nvPr/>
        </p:nvGrpSpPr>
        <p:grpSpPr>
          <a:xfrm>
            <a:off x="17108505" y="1293291"/>
            <a:ext cx="347472" cy="347472"/>
            <a:chOff x="15268713" y="3396486"/>
            <a:chExt cx="1212574" cy="1212574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560252B-29BE-8740-8A1C-BAAD806B74DC}"/>
                </a:ext>
              </a:extLst>
            </p:cNvPr>
            <p:cNvSpPr/>
            <p:nvPr/>
          </p:nvSpPr>
          <p:spPr>
            <a:xfrm>
              <a:off x="15268713" y="3396486"/>
              <a:ext cx="1212574" cy="121257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Graphic 146">
              <a:extLst>
                <a:ext uri="{FF2B5EF4-FFF2-40B4-BE49-F238E27FC236}">
                  <a16:creationId xmlns:a16="http://schemas.microsoft.com/office/drawing/2014/main" id="{856ECB38-A622-564E-9B73-7F6B7FDC4DC6}"/>
                </a:ext>
              </a:extLst>
            </p:cNvPr>
            <p:cNvSpPr/>
            <p:nvPr/>
          </p:nvSpPr>
          <p:spPr>
            <a:xfrm>
              <a:off x="15552112" y="3758847"/>
              <a:ext cx="589147" cy="508810"/>
            </a:xfrm>
            <a:custGeom>
              <a:avLst/>
              <a:gdLst>
                <a:gd name="connsiteX0" fmla="*/ 386530 w 378978"/>
                <a:gd name="connsiteY0" fmla="*/ 50764 h 327299"/>
                <a:gd name="connsiteX1" fmla="*/ 338435 w 378978"/>
                <a:gd name="connsiteY1" fmla="*/ 2530 h 327299"/>
                <a:gd name="connsiteX2" fmla="*/ 326254 w 378978"/>
                <a:gd name="connsiteY2" fmla="*/ 2515 h 327299"/>
                <a:gd name="connsiteX3" fmla="*/ 326238 w 378978"/>
                <a:gd name="connsiteY3" fmla="*/ 2530 h 327299"/>
                <a:gd name="connsiteX4" fmla="*/ 123106 w 378978"/>
                <a:gd name="connsiteY4" fmla="*/ 205801 h 327299"/>
                <a:gd name="connsiteX5" fmla="*/ 110925 w 378978"/>
                <a:gd name="connsiteY5" fmla="*/ 205816 h 327299"/>
                <a:gd name="connsiteX6" fmla="*/ 110910 w 378978"/>
                <a:gd name="connsiteY6" fmla="*/ 205801 h 327299"/>
                <a:gd name="connsiteX7" fmla="*/ 62814 w 378978"/>
                <a:gd name="connsiteY7" fmla="*/ 157567 h 327299"/>
                <a:gd name="connsiteX8" fmla="*/ 50633 w 378978"/>
                <a:gd name="connsiteY8" fmla="*/ 157552 h 327299"/>
                <a:gd name="connsiteX9" fmla="*/ 50618 w 378978"/>
                <a:gd name="connsiteY9" fmla="*/ 157567 h 327299"/>
                <a:gd name="connsiteX10" fmla="*/ 2522 w 378978"/>
                <a:gd name="connsiteY10" fmla="*/ 205801 h 327299"/>
                <a:gd name="connsiteX11" fmla="*/ 2522 w 378978"/>
                <a:gd name="connsiteY11" fmla="*/ 217980 h 327299"/>
                <a:gd name="connsiteX12" fmla="*/ 110910 w 378978"/>
                <a:gd name="connsiteY12" fmla="*/ 326385 h 327299"/>
                <a:gd name="connsiteX13" fmla="*/ 123090 w 378978"/>
                <a:gd name="connsiteY13" fmla="*/ 326400 h 327299"/>
                <a:gd name="connsiteX14" fmla="*/ 123106 w 378978"/>
                <a:gd name="connsiteY14" fmla="*/ 326385 h 327299"/>
                <a:gd name="connsiteX15" fmla="*/ 386530 w 378978"/>
                <a:gd name="connsiteY15" fmla="*/ 62822 h 327299"/>
                <a:gd name="connsiteX16" fmla="*/ 386530 w 378978"/>
                <a:gd name="connsiteY16" fmla="*/ 50764 h 327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8978" h="327299">
                  <a:moveTo>
                    <a:pt x="386530" y="50764"/>
                  </a:moveTo>
                  <a:lnTo>
                    <a:pt x="338435" y="2530"/>
                  </a:lnTo>
                  <a:cubicBezTo>
                    <a:pt x="335075" y="-837"/>
                    <a:pt x="329622" y="-844"/>
                    <a:pt x="326254" y="2515"/>
                  </a:cubicBezTo>
                  <a:cubicBezTo>
                    <a:pt x="326249" y="2520"/>
                    <a:pt x="326243" y="2525"/>
                    <a:pt x="326238" y="2530"/>
                  </a:cubicBezTo>
                  <a:lnTo>
                    <a:pt x="123106" y="205801"/>
                  </a:lnTo>
                  <a:cubicBezTo>
                    <a:pt x="119746" y="209169"/>
                    <a:pt x="114293" y="209175"/>
                    <a:pt x="110925" y="205816"/>
                  </a:cubicBezTo>
                  <a:cubicBezTo>
                    <a:pt x="110920" y="205811"/>
                    <a:pt x="110915" y="205806"/>
                    <a:pt x="110910" y="205801"/>
                  </a:cubicBezTo>
                  <a:lnTo>
                    <a:pt x="62814" y="157567"/>
                  </a:lnTo>
                  <a:cubicBezTo>
                    <a:pt x="59454" y="154199"/>
                    <a:pt x="54001" y="154192"/>
                    <a:pt x="50633" y="157552"/>
                  </a:cubicBezTo>
                  <a:cubicBezTo>
                    <a:pt x="50628" y="157557"/>
                    <a:pt x="50623" y="157562"/>
                    <a:pt x="50618" y="157567"/>
                  </a:cubicBezTo>
                  <a:lnTo>
                    <a:pt x="2522" y="205801"/>
                  </a:lnTo>
                  <a:cubicBezTo>
                    <a:pt x="-841" y="209164"/>
                    <a:pt x="-841" y="214616"/>
                    <a:pt x="2522" y="217980"/>
                  </a:cubicBezTo>
                  <a:lnTo>
                    <a:pt x="110910" y="326385"/>
                  </a:lnTo>
                  <a:cubicBezTo>
                    <a:pt x="114269" y="329753"/>
                    <a:pt x="119723" y="329760"/>
                    <a:pt x="123090" y="326400"/>
                  </a:cubicBezTo>
                  <a:cubicBezTo>
                    <a:pt x="123096" y="326395"/>
                    <a:pt x="123101" y="326390"/>
                    <a:pt x="123106" y="326385"/>
                  </a:cubicBezTo>
                  <a:lnTo>
                    <a:pt x="386530" y="62822"/>
                  </a:lnTo>
                  <a:cubicBezTo>
                    <a:pt x="389813" y="59473"/>
                    <a:pt x="389813" y="54113"/>
                    <a:pt x="386530" y="50764"/>
                  </a:cubicBezTo>
                  <a:close/>
                </a:path>
              </a:pathLst>
            </a:custGeom>
            <a:solidFill>
              <a:schemeClr val="bg1"/>
            </a:solidFill>
            <a:ln w="170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/>
            </a:p>
          </p:txBody>
        </p:sp>
      </p:grpSp>
      <p:sp>
        <p:nvSpPr>
          <p:cNvPr id="32" name="Rounded Rectangle 31"/>
          <p:cNvSpPr/>
          <p:nvPr/>
        </p:nvSpPr>
        <p:spPr>
          <a:xfrm>
            <a:off x="6143318" y="5243830"/>
            <a:ext cx="5638800" cy="3945890"/>
          </a:xfrm>
          <a:prstGeom prst="roundRect">
            <a:avLst>
              <a:gd name="adj" fmla="val 2255"/>
            </a:avLst>
          </a:prstGeom>
          <a:solidFill>
            <a:schemeClr val="bg1"/>
          </a:solidFill>
          <a:ln>
            <a:noFill/>
          </a:ln>
          <a:effectLst>
            <a:outerShdw blurRad="355600" dist="381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6253163" y="7704449"/>
            <a:ext cx="227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Problem Solving Title</a:t>
            </a:r>
            <a:endParaRPr lang="en-US" sz="1800" b="1"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6253163" y="8017073"/>
            <a:ext cx="503403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4714A49-0CDE-2F4B-B506-A1DD41745173}"/>
              </a:ext>
            </a:extLst>
          </p:cNvPr>
          <p:cNvGrpSpPr/>
          <p:nvPr/>
        </p:nvGrpSpPr>
        <p:grpSpPr>
          <a:xfrm>
            <a:off x="11205988" y="5505377"/>
            <a:ext cx="347472" cy="347472"/>
            <a:chOff x="15268713" y="3396486"/>
            <a:chExt cx="1212574" cy="1212574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560252B-29BE-8740-8A1C-BAAD806B74DC}"/>
                </a:ext>
              </a:extLst>
            </p:cNvPr>
            <p:cNvSpPr/>
            <p:nvPr/>
          </p:nvSpPr>
          <p:spPr>
            <a:xfrm>
              <a:off x="15268713" y="3396486"/>
              <a:ext cx="1212574" cy="121257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Graphic 146">
              <a:extLst>
                <a:ext uri="{FF2B5EF4-FFF2-40B4-BE49-F238E27FC236}">
                  <a16:creationId xmlns:a16="http://schemas.microsoft.com/office/drawing/2014/main" id="{856ECB38-A622-564E-9B73-7F6B7FDC4DC6}"/>
                </a:ext>
              </a:extLst>
            </p:cNvPr>
            <p:cNvSpPr/>
            <p:nvPr/>
          </p:nvSpPr>
          <p:spPr>
            <a:xfrm>
              <a:off x="15552112" y="3758847"/>
              <a:ext cx="589147" cy="508810"/>
            </a:xfrm>
            <a:custGeom>
              <a:avLst/>
              <a:gdLst>
                <a:gd name="connsiteX0" fmla="*/ 386530 w 378978"/>
                <a:gd name="connsiteY0" fmla="*/ 50764 h 327299"/>
                <a:gd name="connsiteX1" fmla="*/ 338435 w 378978"/>
                <a:gd name="connsiteY1" fmla="*/ 2530 h 327299"/>
                <a:gd name="connsiteX2" fmla="*/ 326254 w 378978"/>
                <a:gd name="connsiteY2" fmla="*/ 2515 h 327299"/>
                <a:gd name="connsiteX3" fmla="*/ 326238 w 378978"/>
                <a:gd name="connsiteY3" fmla="*/ 2530 h 327299"/>
                <a:gd name="connsiteX4" fmla="*/ 123106 w 378978"/>
                <a:gd name="connsiteY4" fmla="*/ 205801 h 327299"/>
                <a:gd name="connsiteX5" fmla="*/ 110925 w 378978"/>
                <a:gd name="connsiteY5" fmla="*/ 205816 h 327299"/>
                <a:gd name="connsiteX6" fmla="*/ 110910 w 378978"/>
                <a:gd name="connsiteY6" fmla="*/ 205801 h 327299"/>
                <a:gd name="connsiteX7" fmla="*/ 62814 w 378978"/>
                <a:gd name="connsiteY7" fmla="*/ 157567 h 327299"/>
                <a:gd name="connsiteX8" fmla="*/ 50633 w 378978"/>
                <a:gd name="connsiteY8" fmla="*/ 157552 h 327299"/>
                <a:gd name="connsiteX9" fmla="*/ 50618 w 378978"/>
                <a:gd name="connsiteY9" fmla="*/ 157567 h 327299"/>
                <a:gd name="connsiteX10" fmla="*/ 2522 w 378978"/>
                <a:gd name="connsiteY10" fmla="*/ 205801 h 327299"/>
                <a:gd name="connsiteX11" fmla="*/ 2522 w 378978"/>
                <a:gd name="connsiteY11" fmla="*/ 217980 h 327299"/>
                <a:gd name="connsiteX12" fmla="*/ 110910 w 378978"/>
                <a:gd name="connsiteY12" fmla="*/ 326385 h 327299"/>
                <a:gd name="connsiteX13" fmla="*/ 123090 w 378978"/>
                <a:gd name="connsiteY13" fmla="*/ 326400 h 327299"/>
                <a:gd name="connsiteX14" fmla="*/ 123106 w 378978"/>
                <a:gd name="connsiteY14" fmla="*/ 326385 h 327299"/>
                <a:gd name="connsiteX15" fmla="*/ 386530 w 378978"/>
                <a:gd name="connsiteY15" fmla="*/ 62822 h 327299"/>
                <a:gd name="connsiteX16" fmla="*/ 386530 w 378978"/>
                <a:gd name="connsiteY16" fmla="*/ 50764 h 327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8978" h="327299">
                  <a:moveTo>
                    <a:pt x="386530" y="50764"/>
                  </a:moveTo>
                  <a:lnTo>
                    <a:pt x="338435" y="2530"/>
                  </a:lnTo>
                  <a:cubicBezTo>
                    <a:pt x="335075" y="-837"/>
                    <a:pt x="329622" y="-844"/>
                    <a:pt x="326254" y="2515"/>
                  </a:cubicBezTo>
                  <a:cubicBezTo>
                    <a:pt x="326249" y="2520"/>
                    <a:pt x="326243" y="2525"/>
                    <a:pt x="326238" y="2530"/>
                  </a:cubicBezTo>
                  <a:lnTo>
                    <a:pt x="123106" y="205801"/>
                  </a:lnTo>
                  <a:cubicBezTo>
                    <a:pt x="119746" y="209169"/>
                    <a:pt x="114293" y="209175"/>
                    <a:pt x="110925" y="205816"/>
                  </a:cubicBezTo>
                  <a:cubicBezTo>
                    <a:pt x="110920" y="205811"/>
                    <a:pt x="110915" y="205806"/>
                    <a:pt x="110910" y="205801"/>
                  </a:cubicBezTo>
                  <a:lnTo>
                    <a:pt x="62814" y="157567"/>
                  </a:lnTo>
                  <a:cubicBezTo>
                    <a:pt x="59454" y="154199"/>
                    <a:pt x="54001" y="154192"/>
                    <a:pt x="50633" y="157552"/>
                  </a:cubicBezTo>
                  <a:cubicBezTo>
                    <a:pt x="50628" y="157557"/>
                    <a:pt x="50623" y="157562"/>
                    <a:pt x="50618" y="157567"/>
                  </a:cubicBezTo>
                  <a:lnTo>
                    <a:pt x="2522" y="205801"/>
                  </a:lnTo>
                  <a:cubicBezTo>
                    <a:pt x="-841" y="209164"/>
                    <a:pt x="-841" y="214616"/>
                    <a:pt x="2522" y="217980"/>
                  </a:cubicBezTo>
                  <a:lnTo>
                    <a:pt x="110910" y="326385"/>
                  </a:lnTo>
                  <a:cubicBezTo>
                    <a:pt x="114269" y="329753"/>
                    <a:pt x="119723" y="329760"/>
                    <a:pt x="123090" y="326400"/>
                  </a:cubicBezTo>
                  <a:cubicBezTo>
                    <a:pt x="123096" y="326395"/>
                    <a:pt x="123101" y="326390"/>
                    <a:pt x="123106" y="326385"/>
                  </a:cubicBezTo>
                  <a:lnTo>
                    <a:pt x="386530" y="62822"/>
                  </a:lnTo>
                  <a:cubicBezTo>
                    <a:pt x="389813" y="59473"/>
                    <a:pt x="389813" y="54113"/>
                    <a:pt x="386530" y="50764"/>
                  </a:cubicBezTo>
                  <a:close/>
                </a:path>
              </a:pathLst>
            </a:custGeom>
            <a:solidFill>
              <a:schemeClr val="bg1"/>
            </a:solidFill>
            <a:ln w="170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/>
            </a:p>
          </p:txBody>
        </p:sp>
      </p:grpSp>
      <p:sp>
        <p:nvSpPr>
          <p:cNvPr id="39" name="Rounded Rectangle 38"/>
          <p:cNvSpPr/>
          <p:nvPr/>
        </p:nvSpPr>
        <p:spPr>
          <a:xfrm>
            <a:off x="12045835" y="5243830"/>
            <a:ext cx="5638800" cy="3945890"/>
          </a:xfrm>
          <a:prstGeom prst="roundRect">
            <a:avLst>
              <a:gd name="adj" fmla="val 2255"/>
            </a:avLst>
          </a:prstGeom>
          <a:solidFill>
            <a:schemeClr val="bg1"/>
          </a:solidFill>
          <a:ln>
            <a:noFill/>
          </a:ln>
          <a:effectLst>
            <a:outerShdw blurRad="355600" dist="381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12155680" y="7704449"/>
            <a:ext cx="227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Problem Solving Title</a:t>
            </a:r>
            <a:endParaRPr lang="en-US" sz="1800" b="1"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12155680" y="8017073"/>
            <a:ext cx="503403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4714A49-0CDE-2F4B-B506-A1DD41745173}"/>
              </a:ext>
            </a:extLst>
          </p:cNvPr>
          <p:cNvGrpSpPr/>
          <p:nvPr/>
        </p:nvGrpSpPr>
        <p:grpSpPr>
          <a:xfrm>
            <a:off x="17108505" y="5505377"/>
            <a:ext cx="347472" cy="347472"/>
            <a:chOff x="15268713" y="3396486"/>
            <a:chExt cx="1212574" cy="1212574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560252B-29BE-8740-8A1C-BAAD806B74DC}"/>
                </a:ext>
              </a:extLst>
            </p:cNvPr>
            <p:cNvSpPr/>
            <p:nvPr/>
          </p:nvSpPr>
          <p:spPr>
            <a:xfrm>
              <a:off x="15268713" y="3396486"/>
              <a:ext cx="1212574" cy="1212574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Graphic 146">
              <a:extLst>
                <a:ext uri="{FF2B5EF4-FFF2-40B4-BE49-F238E27FC236}">
                  <a16:creationId xmlns:a16="http://schemas.microsoft.com/office/drawing/2014/main" id="{856ECB38-A622-564E-9B73-7F6B7FDC4DC6}"/>
                </a:ext>
              </a:extLst>
            </p:cNvPr>
            <p:cNvSpPr/>
            <p:nvPr/>
          </p:nvSpPr>
          <p:spPr>
            <a:xfrm>
              <a:off x="15552112" y="3758847"/>
              <a:ext cx="589147" cy="508810"/>
            </a:xfrm>
            <a:custGeom>
              <a:avLst/>
              <a:gdLst>
                <a:gd name="connsiteX0" fmla="*/ 386530 w 378978"/>
                <a:gd name="connsiteY0" fmla="*/ 50764 h 327299"/>
                <a:gd name="connsiteX1" fmla="*/ 338435 w 378978"/>
                <a:gd name="connsiteY1" fmla="*/ 2530 h 327299"/>
                <a:gd name="connsiteX2" fmla="*/ 326254 w 378978"/>
                <a:gd name="connsiteY2" fmla="*/ 2515 h 327299"/>
                <a:gd name="connsiteX3" fmla="*/ 326238 w 378978"/>
                <a:gd name="connsiteY3" fmla="*/ 2530 h 327299"/>
                <a:gd name="connsiteX4" fmla="*/ 123106 w 378978"/>
                <a:gd name="connsiteY4" fmla="*/ 205801 h 327299"/>
                <a:gd name="connsiteX5" fmla="*/ 110925 w 378978"/>
                <a:gd name="connsiteY5" fmla="*/ 205816 h 327299"/>
                <a:gd name="connsiteX6" fmla="*/ 110910 w 378978"/>
                <a:gd name="connsiteY6" fmla="*/ 205801 h 327299"/>
                <a:gd name="connsiteX7" fmla="*/ 62814 w 378978"/>
                <a:gd name="connsiteY7" fmla="*/ 157567 h 327299"/>
                <a:gd name="connsiteX8" fmla="*/ 50633 w 378978"/>
                <a:gd name="connsiteY8" fmla="*/ 157552 h 327299"/>
                <a:gd name="connsiteX9" fmla="*/ 50618 w 378978"/>
                <a:gd name="connsiteY9" fmla="*/ 157567 h 327299"/>
                <a:gd name="connsiteX10" fmla="*/ 2522 w 378978"/>
                <a:gd name="connsiteY10" fmla="*/ 205801 h 327299"/>
                <a:gd name="connsiteX11" fmla="*/ 2522 w 378978"/>
                <a:gd name="connsiteY11" fmla="*/ 217980 h 327299"/>
                <a:gd name="connsiteX12" fmla="*/ 110910 w 378978"/>
                <a:gd name="connsiteY12" fmla="*/ 326385 h 327299"/>
                <a:gd name="connsiteX13" fmla="*/ 123090 w 378978"/>
                <a:gd name="connsiteY13" fmla="*/ 326400 h 327299"/>
                <a:gd name="connsiteX14" fmla="*/ 123106 w 378978"/>
                <a:gd name="connsiteY14" fmla="*/ 326385 h 327299"/>
                <a:gd name="connsiteX15" fmla="*/ 386530 w 378978"/>
                <a:gd name="connsiteY15" fmla="*/ 62822 h 327299"/>
                <a:gd name="connsiteX16" fmla="*/ 386530 w 378978"/>
                <a:gd name="connsiteY16" fmla="*/ 50764 h 327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8978" h="327299">
                  <a:moveTo>
                    <a:pt x="386530" y="50764"/>
                  </a:moveTo>
                  <a:lnTo>
                    <a:pt x="338435" y="2530"/>
                  </a:lnTo>
                  <a:cubicBezTo>
                    <a:pt x="335075" y="-837"/>
                    <a:pt x="329622" y="-844"/>
                    <a:pt x="326254" y="2515"/>
                  </a:cubicBezTo>
                  <a:cubicBezTo>
                    <a:pt x="326249" y="2520"/>
                    <a:pt x="326243" y="2525"/>
                    <a:pt x="326238" y="2530"/>
                  </a:cubicBezTo>
                  <a:lnTo>
                    <a:pt x="123106" y="205801"/>
                  </a:lnTo>
                  <a:cubicBezTo>
                    <a:pt x="119746" y="209169"/>
                    <a:pt x="114293" y="209175"/>
                    <a:pt x="110925" y="205816"/>
                  </a:cubicBezTo>
                  <a:cubicBezTo>
                    <a:pt x="110920" y="205811"/>
                    <a:pt x="110915" y="205806"/>
                    <a:pt x="110910" y="205801"/>
                  </a:cubicBezTo>
                  <a:lnTo>
                    <a:pt x="62814" y="157567"/>
                  </a:lnTo>
                  <a:cubicBezTo>
                    <a:pt x="59454" y="154199"/>
                    <a:pt x="54001" y="154192"/>
                    <a:pt x="50633" y="157552"/>
                  </a:cubicBezTo>
                  <a:cubicBezTo>
                    <a:pt x="50628" y="157557"/>
                    <a:pt x="50623" y="157562"/>
                    <a:pt x="50618" y="157567"/>
                  </a:cubicBezTo>
                  <a:lnTo>
                    <a:pt x="2522" y="205801"/>
                  </a:lnTo>
                  <a:cubicBezTo>
                    <a:pt x="-841" y="209164"/>
                    <a:pt x="-841" y="214616"/>
                    <a:pt x="2522" y="217980"/>
                  </a:cubicBezTo>
                  <a:lnTo>
                    <a:pt x="110910" y="326385"/>
                  </a:lnTo>
                  <a:cubicBezTo>
                    <a:pt x="114269" y="329753"/>
                    <a:pt x="119723" y="329760"/>
                    <a:pt x="123090" y="326400"/>
                  </a:cubicBezTo>
                  <a:cubicBezTo>
                    <a:pt x="123096" y="326395"/>
                    <a:pt x="123101" y="326390"/>
                    <a:pt x="123106" y="326385"/>
                  </a:cubicBezTo>
                  <a:lnTo>
                    <a:pt x="386530" y="62822"/>
                  </a:lnTo>
                  <a:cubicBezTo>
                    <a:pt x="389813" y="59473"/>
                    <a:pt x="389813" y="54113"/>
                    <a:pt x="386530" y="50764"/>
                  </a:cubicBezTo>
                  <a:close/>
                </a:path>
              </a:pathLst>
            </a:custGeom>
            <a:solidFill>
              <a:schemeClr val="bg1"/>
            </a:solidFill>
            <a:ln w="170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/>
            </a:p>
          </p:txBody>
        </p:sp>
      </p:grpSp>
      <p:sp>
        <p:nvSpPr>
          <p:cNvPr id="54" name="Google Shape;129;p7"/>
          <p:cNvSpPr/>
          <p:nvPr/>
        </p:nvSpPr>
        <p:spPr>
          <a:xfrm>
            <a:off x="1332860" y="2150446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5928" h="5947" extrusionOk="0">
                <a:moveTo>
                  <a:pt x="4250" y="19"/>
                </a:moveTo>
                <a:lnTo>
                  <a:pt x="4045" y="37"/>
                </a:lnTo>
                <a:lnTo>
                  <a:pt x="3821" y="75"/>
                </a:lnTo>
                <a:lnTo>
                  <a:pt x="3635" y="131"/>
                </a:lnTo>
                <a:lnTo>
                  <a:pt x="3430" y="224"/>
                </a:lnTo>
                <a:lnTo>
                  <a:pt x="3243" y="354"/>
                </a:lnTo>
                <a:lnTo>
                  <a:pt x="3076" y="503"/>
                </a:lnTo>
                <a:lnTo>
                  <a:pt x="2964" y="634"/>
                </a:lnTo>
                <a:lnTo>
                  <a:pt x="2871" y="764"/>
                </a:lnTo>
                <a:lnTo>
                  <a:pt x="2777" y="913"/>
                </a:lnTo>
                <a:lnTo>
                  <a:pt x="2721" y="1063"/>
                </a:lnTo>
                <a:lnTo>
                  <a:pt x="2666" y="1212"/>
                </a:lnTo>
                <a:lnTo>
                  <a:pt x="2628" y="1379"/>
                </a:lnTo>
                <a:lnTo>
                  <a:pt x="2610" y="1547"/>
                </a:lnTo>
                <a:lnTo>
                  <a:pt x="2610" y="1696"/>
                </a:lnTo>
                <a:lnTo>
                  <a:pt x="3560" y="2647"/>
                </a:lnTo>
                <a:lnTo>
                  <a:pt x="3691" y="2628"/>
                </a:lnTo>
                <a:lnTo>
                  <a:pt x="3970" y="2628"/>
                </a:lnTo>
                <a:lnTo>
                  <a:pt x="4082" y="2647"/>
                </a:lnTo>
                <a:lnTo>
                  <a:pt x="4194" y="2666"/>
                </a:lnTo>
                <a:lnTo>
                  <a:pt x="4306" y="2722"/>
                </a:lnTo>
                <a:lnTo>
                  <a:pt x="4418" y="2759"/>
                </a:lnTo>
                <a:lnTo>
                  <a:pt x="4529" y="2833"/>
                </a:lnTo>
                <a:lnTo>
                  <a:pt x="4623" y="2908"/>
                </a:lnTo>
                <a:lnTo>
                  <a:pt x="4716" y="2983"/>
                </a:lnTo>
                <a:lnTo>
                  <a:pt x="4940" y="3206"/>
                </a:lnTo>
                <a:lnTo>
                  <a:pt x="5070" y="3132"/>
                </a:lnTo>
                <a:lnTo>
                  <a:pt x="5201" y="3057"/>
                </a:lnTo>
                <a:lnTo>
                  <a:pt x="5331" y="2964"/>
                </a:lnTo>
                <a:lnTo>
                  <a:pt x="5443" y="2871"/>
                </a:lnTo>
                <a:lnTo>
                  <a:pt x="5592" y="2703"/>
                </a:lnTo>
                <a:lnTo>
                  <a:pt x="5722" y="2517"/>
                </a:lnTo>
                <a:lnTo>
                  <a:pt x="5816" y="2311"/>
                </a:lnTo>
                <a:lnTo>
                  <a:pt x="5872" y="2125"/>
                </a:lnTo>
                <a:lnTo>
                  <a:pt x="5927" y="1901"/>
                </a:lnTo>
                <a:lnTo>
                  <a:pt x="5927" y="1696"/>
                </a:lnTo>
                <a:lnTo>
                  <a:pt x="5927" y="1491"/>
                </a:lnTo>
                <a:lnTo>
                  <a:pt x="5890" y="1286"/>
                </a:lnTo>
                <a:lnTo>
                  <a:pt x="5853" y="1212"/>
                </a:lnTo>
                <a:lnTo>
                  <a:pt x="5778" y="1174"/>
                </a:lnTo>
                <a:lnTo>
                  <a:pt x="5722" y="1174"/>
                </a:lnTo>
                <a:lnTo>
                  <a:pt x="5648" y="1212"/>
                </a:lnTo>
                <a:lnTo>
                  <a:pt x="4790" y="2069"/>
                </a:lnTo>
                <a:lnTo>
                  <a:pt x="4008" y="1939"/>
                </a:lnTo>
                <a:lnTo>
                  <a:pt x="3877" y="1156"/>
                </a:lnTo>
                <a:lnTo>
                  <a:pt x="4735" y="298"/>
                </a:lnTo>
                <a:lnTo>
                  <a:pt x="4772" y="224"/>
                </a:lnTo>
                <a:lnTo>
                  <a:pt x="4772" y="168"/>
                </a:lnTo>
                <a:lnTo>
                  <a:pt x="4735" y="93"/>
                </a:lnTo>
                <a:lnTo>
                  <a:pt x="4660" y="56"/>
                </a:lnTo>
                <a:lnTo>
                  <a:pt x="4455" y="19"/>
                </a:lnTo>
                <a:close/>
                <a:moveTo>
                  <a:pt x="802" y="4940"/>
                </a:moveTo>
                <a:lnTo>
                  <a:pt x="839" y="4958"/>
                </a:lnTo>
                <a:lnTo>
                  <a:pt x="932" y="5014"/>
                </a:lnTo>
                <a:lnTo>
                  <a:pt x="988" y="5107"/>
                </a:lnTo>
                <a:lnTo>
                  <a:pt x="1007" y="5145"/>
                </a:lnTo>
                <a:lnTo>
                  <a:pt x="1007" y="5201"/>
                </a:lnTo>
                <a:lnTo>
                  <a:pt x="1007" y="5257"/>
                </a:lnTo>
                <a:lnTo>
                  <a:pt x="988" y="5313"/>
                </a:lnTo>
                <a:lnTo>
                  <a:pt x="932" y="5406"/>
                </a:lnTo>
                <a:lnTo>
                  <a:pt x="839" y="5462"/>
                </a:lnTo>
                <a:lnTo>
                  <a:pt x="802" y="5480"/>
                </a:lnTo>
                <a:lnTo>
                  <a:pt x="690" y="5480"/>
                </a:lnTo>
                <a:lnTo>
                  <a:pt x="634" y="5462"/>
                </a:lnTo>
                <a:lnTo>
                  <a:pt x="541" y="5406"/>
                </a:lnTo>
                <a:lnTo>
                  <a:pt x="485" y="5313"/>
                </a:lnTo>
                <a:lnTo>
                  <a:pt x="466" y="5257"/>
                </a:lnTo>
                <a:lnTo>
                  <a:pt x="466" y="5201"/>
                </a:lnTo>
                <a:lnTo>
                  <a:pt x="466" y="5145"/>
                </a:lnTo>
                <a:lnTo>
                  <a:pt x="485" y="5107"/>
                </a:lnTo>
                <a:lnTo>
                  <a:pt x="541" y="5014"/>
                </a:lnTo>
                <a:lnTo>
                  <a:pt x="634" y="4958"/>
                </a:lnTo>
                <a:lnTo>
                  <a:pt x="690" y="4940"/>
                </a:lnTo>
                <a:close/>
                <a:moveTo>
                  <a:pt x="1976" y="2908"/>
                </a:moveTo>
                <a:lnTo>
                  <a:pt x="205" y="4679"/>
                </a:lnTo>
                <a:lnTo>
                  <a:pt x="112" y="4809"/>
                </a:lnTo>
                <a:lnTo>
                  <a:pt x="56" y="4940"/>
                </a:lnTo>
                <a:lnTo>
                  <a:pt x="0" y="5070"/>
                </a:lnTo>
                <a:lnTo>
                  <a:pt x="0" y="5201"/>
                </a:lnTo>
                <a:lnTo>
                  <a:pt x="0" y="5350"/>
                </a:lnTo>
                <a:lnTo>
                  <a:pt x="56" y="5480"/>
                </a:lnTo>
                <a:lnTo>
                  <a:pt x="112" y="5611"/>
                </a:lnTo>
                <a:lnTo>
                  <a:pt x="205" y="5741"/>
                </a:lnTo>
                <a:lnTo>
                  <a:pt x="336" y="5834"/>
                </a:lnTo>
                <a:lnTo>
                  <a:pt x="466" y="5890"/>
                </a:lnTo>
                <a:lnTo>
                  <a:pt x="596" y="5946"/>
                </a:lnTo>
                <a:lnTo>
                  <a:pt x="876" y="5946"/>
                </a:lnTo>
                <a:lnTo>
                  <a:pt x="1007" y="5890"/>
                </a:lnTo>
                <a:lnTo>
                  <a:pt x="1137" y="5834"/>
                </a:lnTo>
                <a:lnTo>
                  <a:pt x="1268" y="5741"/>
                </a:lnTo>
                <a:lnTo>
                  <a:pt x="2703" y="4306"/>
                </a:lnTo>
                <a:lnTo>
                  <a:pt x="2647" y="4120"/>
                </a:lnTo>
                <a:lnTo>
                  <a:pt x="2610" y="3933"/>
                </a:lnTo>
                <a:lnTo>
                  <a:pt x="2610" y="3765"/>
                </a:lnTo>
                <a:lnTo>
                  <a:pt x="2628" y="3579"/>
                </a:lnTo>
                <a:lnTo>
                  <a:pt x="1976" y="2908"/>
                </a:lnTo>
                <a:close/>
                <a:moveTo>
                  <a:pt x="727" y="0"/>
                </a:moveTo>
                <a:lnTo>
                  <a:pt x="0" y="746"/>
                </a:lnTo>
                <a:lnTo>
                  <a:pt x="1100" y="2237"/>
                </a:lnTo>
                <a:lnTo>
                  <a:pt x="1827" y="2237"/>
                </a:lnTo>
                <a:lnTo>
                  <a:pt x="3057" y="3467"/>
                </a:lnTo>
                <a:lnTo>
                  <a:pt x="3020" y="3598"/>
                </a:lnTo>
                <a:lnTo>
                  <a:pt x="2982" y="3728"/>
                </a:lnTo>
                <a:lnTo>
                  <a:pt x="2982" y="3859"/>
                </a:lnTo>
                <a:lnTo>
                  <a:pt x="2982" y="3989"/>
                </a:lnTo>
                <a:lnTo>
                  <a:pt x="3020" y="4120"/>
                </a:lnTo>
                <a:lnTo>
                  <a:pt x="3057" y="4231"/>
                </a:lnTo>
                <a:lnTo>
                  <a:pt x="3132" y="4362"/>
                </a:lnTo>
                <a:lnTo>
                  <a:pt x="3225" y="4455"/>
                </a:lnTo>
                <a:lnTo>
                  <a:pt x="4585" y="5816"/>
                </a:lnTo>
                <a:lnTo>
                  <a:pt x="4660" y="5872"/>
                </a:lnTo>
                <a:lnTo>
                  <a:pt x="4735" y="5909"/>
                </a:lnTo>
                <a:lnTo>
                  <a:pt x="4809" y="5946"/>
                </a:lnTo>
                <a:lnTo>
                  <a:pt x="4977" y="5946"/>
                </a:lnTo>
                <a:lnTo>
                  <a:pt x="5051" y="5909"/>
                </a:lnTo>
                <a:lnTo>
                  <a:pt x="5126" y="5872"/>
                </a:lnTo>
                <a:lnTo>
                  <a:pt x="5201" y="5816"/>
                </a:lnTo>
                <a:lnTo>
                  <a:pt x="5816" y="5201"/>
                </a:lnTo>
                <a:lnTo>
                  <a:pt x="5853" y="5145"/>
                </a:lnTo>
                <a:lnTo>
                  <a:pt x="5909" y="5070"/>
                </a:lnTo>
                <a:lnTo>
                  <a:pt x="5927" y="4977"/>
                </a:lnTo>
                <a:lnTo>
                  <a:pt x="5927" y="4902"/>
                </a:lnTo>
                <a:lnTo>
                  <a:pt x="5927" y="4828"/>
                </a:lnTo>
                <a:lnTo>
                  <a:pt x="5909" y="4735"/>
                </a:lnTo>
                <a:lnTo>
                  <a:pt x="5853" y="4660"/>
                </a:lnTo>
                <a:lnTo>
                  <a:pt x="5816" y="4604"/>
                </a:lnTo>
                <a:lnTo>
                  <a:pt x="4455" y="3243"/>
                </a:lnTo>
                <a:lnTo>
                  <a:pt x="4343" y="3150"/>
                </a:lnTo>
                <a:lnTo>
                  <a:pt x="4231" y="3076"/>
                </a:lnTo>
                <a:lnTo>
                  <a:pt x="4101" y="3020"/>
                </a:lnTo>
                <a:lnTo>
                  <a:pt x="3970" y="3001"/>
                </a:lnTo>
                <a:lnTo>
                  <a:pt x="3840" y="2983"/>
                </a:lnTo>
                <a:lnTo>
                  <a:pt x="3709" y="3001"/>
                </a:lnTo>
                <a:lnTo>
                  <a:pt x="3579" y="3020"/>
                </a:lnTo>
                <a:lnTo>
                  <a:pt x="3467" y="3076"/>
                </a:lnTo>
                <a:lnTo>
                  <a:pt x="2218" y="1845"/>
                </a:lnTo>
                <a:lnTo>
                  <a:pt x="2218" y="1119"/>
                </a:lnTo>
                <a:lnTo>
                  <a:pt x="72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9780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 129"/>
          <p:cNvSpPr/>
          <p:nvPr/>
        </p:nvSpPr>
        <p:spPr>
          <a:xfrm>
            <a:off x="7842319" y="2"/>
            <a:ext cx="10445681" cy="10286999"/>
          </a:xfrm>
          <a:custGeom>
            <a:avLst/>
            <a:gdLst>
              <a:gd name="connsiteX0" fmla="*/ 424499 w 10445681"/>
              <a:gd name="connsiteY0" fmla="*/ 0 h 10286999"/>
              <a:gd name="connsiteX1" fmla="*/ 1856330 w 10445681"/>
              <a:gd name="connsiteY1" fmla="*/ 0 h 10286999"/>
              <a:gd name="connsiteX2" fmla="*/ 1877147 w 10445681"/>
              <a:gd name="connsiteY2" fmla="*/ 0 h 10286999"/>
              <a:gd name="connsiteX3" fmla="*/ 1981661 w 10445681"/>
              <a:gd name="connsiteY3" fmla="*/ 0 h 10286999"/>
              <a:gd name="connsiteX4" fmla="*/ 2082018 w 10445681"/>
              <a:gd name="connsiteY4" fmla="*/ 0 h 10286999"/>
              <a:gd name="connsiteX5" fmla="*/ 2160177 w 10445681"/>
              <a:gd name="connsiteY5" fmla="*/ 0 h 10286999"/>
              <a:gd name="connsiteX6" fmla="*/ 2218911 w 10445681"/>
              <a:gd name="connsiteY6" fmla="*/ 0 h 10286999"/>
              <a:gd name="connsiteX7" fmla="*/ 2260996 w 10445681"/>
              <a:gd name="connsiteY7" fmla="*/ 0 h 10286999"/>
              <a:gd name="connsiteX8" fmla="*/ 2289207 w 10445681"/>
              <a:gd name="connsiteY8" fmla="*/ 0 h 10286999"/>
              <a:gd name="connsiteX9" fmla="*/ 2315107 w 10445681"/>
              <a:gd name="connsiteY9" fmla="*/ 0 h 10286999"/>
              <a:gd name="connsiteX10" fmla="*/ 2318806 w 10445681"/>
              <a:gd name="connsiteY10" fmla="*/ 0 h 10286999"/>
              <a:gd name="connsiteX11" fmla="*/ 3522305 w 10445681"/>
              <a:gd name="connsiteY11" fmla="*/ 0 h 10286999"/>
              <a:gd name="connsiteX12" fmla="*/ 3522305 w 10445681"/>
              <a:gd name="connsiteY12" fmla="*/ 2 h 10286999"/>
              <a:gd name="connsiteX13" fmla="*/ 10445680 w 10445681"/>
              <a:gd name="connsiteY13" fmla="*/ 2 h 10286999"/>
              <a:gd name="connsiteX14" fmla="*/ 10445680 w 10445681"/>
              <a:gd name="connsiteY14" fmla="*/ 3461687 h 10286999"/>
              <a:gd name="connsiteX15" fmla="*/ 10445681 w 10445681"/>
              <a:gd name="connsiteY15" fmla="*/ 3461687 h 10286999"/>
              <a:gd name="connsiteX16" fmla="*/ 10445681 w 10445681"/>
              <a:gd name="connsiteY16" fmla="*/ 4750867 h 10286999"/>
              <a:gd name="connsiteX17" fmla="*/ 10445681 w 10445681"/>
              <a:gd name="connsiteY17" fmla="*/ 4844077 h 10286999"/>
              <a:gd name="connsiteX18" fmla="*/ 10445681 w 10445681"/>
              <a:gd name="connsiteY18" fmla="*/ 5253830 h 10286999"/>
              <a:gd name="connsiteX19" fmla="*/ 10445681 w 10445681"/>
              <a:gd name="connsiteY19" fmla="*/ 10286999 h 10286999"/>
              <a:gd name="connsiteX20" fmla="*/ 10164066 w 10445681"/>
              <a:gd name="connsiteY20" fmla="*/ 10286999 h 10286999"/>
              <a:gd name="connsiteX21" fmla="*/ 9917604 w 10445681"/>
              <a:gd name="connsiteY21" fmla="*/ 10286999 h 10286999"/>
              <a:gd name="connsiteX22" fmla="*/ 9703951 w 10445681"/>
              <a:gd name="connsiteY22" fmla="*/ 10286999 h 10286999"/>
              <a:gd name="connsiteX23" fmla="*/ 9520765 w 10445681"/>
              <a:gd name="connsiteY23" fmla="*/ 10286999 h 10286999"/>
              <a:gd name="connsiteX24" fmla="*/ 9365701 w 10445681"/>
              <a:gd name="connsiteY24" fmla="*/ 10286999 h 10286999"/>
              <a:gd name="connsiteX25" fmla="*/ 9236416 w 10445681"/>
              <a:gd name="connsiteY25" fmla="*/ 10286999 h 10286999"/>
              <a:gd name="connsiteX26" fmla="*/ 9130566 w 10445681"/>
              <a:gd name="connsiteY26" fmla="*/ 10286999 h 10286999"/>
              <a:gd name="connsiteX27" fmla="*/ 9045808 w 10445681"/>
              <a:gd name="connsiteY27" fmla="*/ 10286999 h 10286999"/>
              <a:gd name="connsiteX28" fmla="*/ 8979798 w 10445681"/>
              <a:gd name="connsiteY28" fmla="*/ 10286999 h 10286999"/>
              <a:gd name="connsiteX29" fmla="*/ 8930193 w 10445681"/>
              <a:gd name="connsiteY29" fmla="*/ 10286999 h 10286999"/>
              <a:gd name="connsiteX30" fmla="*/ 8894650 w 10445681"/>
              <a:gd name="connsiteY30" fmla="*/ 10286999 h 10286999"/>
              <a:gd name="connsiteX31" fmla="*/ 8870824 w 10445681"/>
              <a:gd name="connsiteY31" fmla="*/ 10286999 h 10286999"/>
              <a:gd name="connsiteX32" fmla="*/ 8848951 w 10445681"/>
              <a:gd name="connsiteY32" fmla="*/ 10286999 h 10286999"/>
              <a:gd name="connsiteX33" fmla="*/ 8845826 w 10445681"/>
              <a:gd name="connsiteY33" fmla="*/ 10286999 h 10286999"/>
              <a:gd name="connsiteX34" fmla="*/ 8610264 w 10445681"/>
              <a:gd name="connsiteY34" fmla="*/ 9226889 h 10286999"/>
              <a:gd name="connsiteX35" fmla="*/ 7344119 w 10445681"/>
              <a:gd name="connsiteY35" fmla="*/ 8294384 h 10286999"/>
              <a:gd name="connsiteX36" fmla="*/ 5636298 w 10445681"/>
              <a:gd name="connsiteY36" fmla="*/ 7999909 h 10286999"/>
              <a:gd name="connsiteX37" fmla="*/ 5135731 w 10445681"/>
              <a:gd name="connsiteY37" fmla="*/ 7479669 h 10286999"/>
              <a:gd name="connsiteX38" fmla="*/ 5155359 w 10445681"/>
              <a:gd name="connsiteY38" fmla="*/ 6792561 h 10286999"/>
              <a:gd name="connsiteX39" fmla="*/ 4968875 w 10445681"/>
              <a:gd name="connsiteY39" fmla="*/ 6164348 h 10286999"/>
              <a:gd name="connsiteX40" fmla="*/ 4281819 w 10445681"/>
              <a:gd name="connsiteY40" fmla="*/ 6134900 h 10286999"/>
              <a:gd name="connsiteX41" fmla="*/ 2839005 w 10445681"/>
              <a:gd name="connsiteY41" fmla="*/ 6125084 h 10286999"/>
              <a:gd name="connsiteX42" fmla="*/ 3172717 w 10445681"/>
              <a:gd name="connsiteY42" fmla="*/ 5045341 h 10286999"/>
              <a:gd name="connsiteX43" fmla="*/ 2760486 w 10445681"/>
              <a:gd name="connsiteY43" fmla="*/ 3945968 h 10286999"/>
              <a:gd name="connsiteX44" fmla="*/ 1592492 w 10445681"/>
              <a:gd name="connsiteY44" fmla="*/ 3553334 h 10286999"/>
              <a:gd name="connsiteX45" fmla="*/ 650246 w 10445681"/>
              <a:gd name="connsiteY45" fmla="*/ 3406098 h 10286999"/>
              <a:gd name="connsiteX46" fmla="*/ 12266 w 10445681"/>
              <a:gd name="connsiteY46" fmla="*/ 2768066 h 10286999"/>
              <a:gd name="connsiteX47" fmla="*/ 807286 w 10445681"/>
              <a:gd name="connsiteY47" fmla="*/ 1069927 h 10286999"/>
              <a:gd name="connsiteX48" fmla="*/ 424499 w 10445681"/>
              <a:gd name="connsiteY48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0445681" h="10286999">
                <a:moveTo>
                  <a:pt x="424499" y="0"/>
                </a:moveTo>
                <a:cubicBezTo>
                  <a:pt x="1134864" y="0"/>
                  <a:pt x="1578842" y="0"/>
                  <a:pt x="1856330" y="0"/>
                </a:cubicBezTo>
                <a:lnTo>
                  <a:pt x="1877147" y="0"/>
                </a:lnTo>
                <a:lnTo>
                  <a:pt x="1981661" y="0"/>
                </a:lnTo>
                <a:lnTo>
                  <a:pt x="2082018" y="0"/>
                </a:lnTo>
                <a:lnTo>
                  <a:pt x="2160177" y="0"/>
                </a:lnTo>
                <a:lnTo>
                  <a:pt x="2218911" y="0"/>
                </a:lnTo>
                <a:lnTo>
                  <a:pt x="2260996" y="0"/>
                </a:lnTo>
                <a:lnTo>
                  <a:pt x="2289207" y="0"/>
                </a:lnTo>
                <a:lnTo>
                  <a:pt x="2315107" y="0"/>
                </a:lnTo>
                <a:lnTo>
                  <a:pt x="2318806" y="0"/>
                </a:lnTo>
                <a:lnTo>
                  <a:pt x="3522305" y="0"/>
                </a:lnTo>
                <a:lnTo>
                  <a:pt x="3522305" y="2"/>
                </a:lnTo>
                <a:lnTo>
                  <a:pt x="10445680" y="2"/>
                </a:lnTo>
                <a:lnTo>
                  <a:pt x="10445680" y="3461687"/>
                </a:lnTo>
                <a:lnTo>
                  <a:pt x="10445681" y="3461687"/>
                </a:lnTo>
                <a:lnTo>
                  <a:pt x="10445681" y="4750867"/>
                </a:lnTo>
                <a:lnTo>
                  <a:pt x="10445681" y="4844077"/>
                </a:lnTo>
                <a:lnTo>
                  <a:pt x="10445681" y="5253830"/>
                </a:lnTo>
                <a:cubicBezTo>
                  <a:pt x="10445681" y="10286999"/>
                  <a:pt x="10445681" y="10286999"/>
                  <a:pt x="10445681" y="10286999"/>
                </a:cubicBezTo>
                <a:lnTo>
                  <a:pt x="10164066" y="10286999"/>
                </a:lnTo>
                <a:lnTo>
                  <a:pt x="9917604" y="10286999"/>
                </a:lnTo>
                <a:lnTo>
                  <a:pt x="9703951" y="10286999"/>
                </a:lnTo>
                <a:lnTo>
                  <a:pt x="9520765" y="10286999"/>
                </a:lnTo>
                <a:lnTo>
                  <a:pt x="9365701" y="10286999"/>
                </a:lnTo>
                <a:lnTo>
                  <a:pt x="9236416" y="10286999"/>
                </a:lnTo>
                <a:lnTo>
                  <a:pt x="9130566" y="10286999"/>
                </a:lnTo>
                <a:lnTo>
                  <a:pt x="9045808" y="10286999"/>
                </a:lnTo>
                <a:lnTo>
                  <a:pt x="8979798" y="10286999"/>
                </a:lnTo>
                <a:lnTo>
                  <a:pt x="8930193" y="10286999"/>
                </a:lnTo>
                <a:lnTo>
                  <a:pt x="8894650" y="10286999"/>
                </a:lnTo>
                <a:lnTo>
                  <a:pt x="8870824" y="10286999"/>
                </a:lnTo>
                <a:lnTo>
                  <a:pt x="8848951" y="10286999"/>
                </a:lnTo>
                <a:lnTo>
                  <a:pt x="8845826" y="10286999"/>
                </a:lnTo>
                <a:cubicBezTo>
                  <a:pt x="8865455" y="9913997"/>
                  <a:pt x="8796750" y="9550811"/>
                  <a:pt x="8610264" y="9226889"/>
                </a:cubicBezTo>
                <a:cubicBezTo>
                  <a:pt x="8335441" y="8755728"/>
                  <a:pt x="7854503" y="8461254"/>
                  <a:pt x="7344119" y="8294384"/>
                </a:cubicBezTo>
                <a:cubicBezTo>
                  <a:pt x="6794475" y="8117699"/>
                  <a:pt x="6166311" y="8215858"/>
                  <a:pt x="5636298" y="7999909"/>
                </a:cubicBezTo>
                <a:cubicBezTo>
                  <a:pt x="5410552" y="7901751"/>
                  <a:pt x="5204435" y="7725065"/>
                  <a:pt x="5135731" y="7479669"/>
                </a:cubicBezTo>
                <a:cubicBezTo>
                  <a:pt x="5076839" y="7263721"/>
                  <a:pt x="5135731" y="7028141"/>
                  <a:pt x="5155359" y="6792561"/>
                </a:cubicBezTo>
                <a:cubicBezTo>
                  <a:pt x="5184806" y="6566797"/>
                  <a:pt x="5155359" y="6301770"/>
                  <a:pt x="4968875" y="6164348"/>
                </a:cubicBezTo>
                <a:cubicBezTo>
                  <a:pt x="4772571" y="6026926"/>
                  <a:pt x="4507567" y="6076004"/>
                  <a:pt x="4281819" y="6134900"/>
                </a:cubicBezTo>
                <a:cubicBezTo>
                  <a:pt x="3899031" y="6242874"/>
                  <a:pt x="3094196" y="6635508"/>
                  <a:pt x="2839005" y="6125084"/>
                </a:cubicBezTo>
                <a:cubicBezTo>
                  <a:pt x="2662333" y="5781530"/>
                  <a:pt x="3054936" y="5418343"/>
                  <a:pt x="3172717" y="5045341"/>
                </a:cubicBezTo>
                <a:cubicBezTo>
                  <a:pt x="3300313" y="4652707"/>
                  <a:pt x="3094196" y="4201179"/>
                  <a:pt x="2760486" y="3945968"/>
                </a:cubicBezTo>
                <a:cubicBezTo>
                  <a:pt x="2436588" y="3690756"/>
                  <a:pt x="2004724" y="3592598"/>
                  <a:pt x="1592492" y="3553334"/>
                </a:cubicBezTo>
                <a:cubicBezTo>
                  <a:pt x="1278410" y="3523886"/>
                  <a:pt x="954512" y="3514070"/>
                  <a:pt x="650246" y="3406098"/>
                </a:cubicBezTo>
                <a:cubicBezTo>
                  <a:pt x="355793" y="3307938"/>
                  <a:pt x="71157" y="3072358"/>
                  <a:pt x="12266" y="2768066"/>
                </a:cubicBezTo>
                <a:cubicBezTo>
                  <a:pt x="-105515" y="2139853"/>
                  <a:pt x="660061" y="1688325"/>
                  <a:pt x="807286" y="1069927"/>
                </a:cubicBezTo>
                <a:cubicBezTo>
                  <a:pt x="895622" y="687109"/>
                  <a:pt x="718950" y="274844"/>
                  <a:pt x="424499" y="0"/>
                </a:cubicBezTo>
                <a:close/>
              </a:path>
            </a:pathLst>
          </a:cu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0" name="Freeform 149"/>
          <p:cNvSpPr/>
          <p:nvPr/>
        </p:nvSpPr>
        <p:spPr>
          <a:xfrm>
            <a:off x="9637729" y="0"/>
            <a:ext cx="8650271" cy="8246943"/>
          </a:xfrm>
          <a:custGeom>
            <a:avLst/>
            <a:gdLst>
              <a:gd name="connsiteX0" fmla="*/ 809245 w 8650271"/>
              <a:gd name="connsiteY0" fmla="*/ 0 h 8246943"/>
              <a:gd name="connsiteX1" fmla="*/ 8650271 w 8650271"/>
              <a:gd name="connsiteY1" fmla="*/ 0 h 8246943"/>
              <a:gd name="connsiteX2" fmla="*/ 8650271 w 8650271"/>
              <a:gd name="connsiteY2" fmla="*/ 8246943 h 8246943"/>
              <a:gd name="connsiteX3" fmla="*/ 8610263 w 8650271"/>
              <a:gd name="connsiteY3" fmla="*/ 8170455 h 8246943"/>
              <a:gd name="connsiteX4" fmla="*/ 7344119 w 8650271"/>
              <a:gd name="connsiteY4" fmla="*/ 7237950 h 8246943"/>
              <a:gd name="connsiteX5" fmla="*/ 5636298 w 8650271"/>
              <a:gd name="connsiteY5" fmla="*/ 6943475 h 8246943"/>
              <a:gd name="connsiteX6" fmla="*/ 5135731 w 8650271"/>
              <a:gd name="connsiteY6" fmla="*/ 6423235 h 8246943"/>
              <a:gd name="connsiteX7" fmla="*/ 5155359 w 8650271"/>
              <a:gd name="connsiteY7" fmla="*/ 5736127 h 8246943"/>
              <a:gd name="connsiteX8" fmla="*/ 4968875 w 8650271"/>
              <a:gd name="connsiteY8" fmla="*/ 5107914 h 8246943"/>
              <a:gd name="connsiteX9" fmla="*/ 4281819 w 8650271"/>
              <a:gd name="connsiteY9" fmla="*/ 5078466 h 8246943"/>
              <a:gd name="connsiteX10" fmla="*/ 2839005 w 8650271"/>
              <a:gd name="connsiteY10" fmla="*/ 5068650 h 8246943"/>
              <a:gd name="connsiteX11" fmla="*/ 3172717 w 8650271"/>
              <a:gd name="connsiteY11" fmla="*/ 3988907 h 8246943"/>
              <a:gd name="connsiteX12" fmla="*/ 2760486 w 8650271"/>
              <a:gd name="connsiteY12" fmla="*/ 2889534 h 8246943"/>
              <a:gd name="connsiteX13" fmla="*/ 1592492 w 8650271"/>
              <a:gd name="connsiteY13" fmla="*/ 2496900 h 8246943"/>
              <a:gd name="connsiteX14" fmla="*/ 650246 w 8650271"/>
              <a:gd name="connsiteY14" fmla="*/ 2349664 h 8246943"/>
              <a:gd name="connsiteX15" fmla="*/ 12266 w 8650271"/>
              <a:gd name="connsiteY15" fmla="*/ 1711632 h 8246943"/>
              <a:gd name="connsiteX16" fmla="*/ 807286 w 8650271"/>
              <a:gd name="connsiteY16" fmla="*/ 13493 h 824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650271" h="8246943">
                <a:moveTo>
                  <a:pt x="809245" y="0"/>
                </a:moveTo>
                <a:lnTo>
                  <a:pt x="8650271" y="0"/>
                </a:lnTo>
                <a:lnTo>
                  <a:pt x="8650271" y="8246943"/>
                </a:lnTo>
                <a:lnTo>
                  <a:pt x="8610263" y="8170455"/>
                </a:lnTo>
                <a:cubicBezTo>
                  <a:pt x="8335441" y="7699294"/>
                  <a:pt x="7854503" y="7404820"/>
                  <a:pt x="7344119" y="7237950"/>
                </a:cubicBezTo>
                <a:cubicBezTo>
                  <a:pt x="6794475" y="7061265"/>
                  <a:pt x="6166311" y="7159424"/>
                  <a:pt x="5636298" y="6943475"/>
                </a:cubicBezTo>
                <a:cubicBezTo>
                  <a:pt x="5410552" y="6845317"/>
                  <a:pt x="5204435" y="6668631"/>
                  <a:pt x="5135731" y="6423235"/>
                </a:cubicBezTo>
                <a:cubicBezTo>
                  <a:pt x="5076839" y="6207287"/>
                  <a:pt x="5135731" y="5971707"/>
                  <a:pt x="5155359" y="5736127"/>
                </a:cubicBezTo>
                <a:cubicBezTo>
                  <a:pt x="5184806" y="5510363"/>
                  <a:pt x="5155359" y="5245336"/>
                  <a:pt x="4968875" y="5107914"/>
                </a:cubicBezTo>
                <a:cubicBezTo>
                  <a:pt x="4772571" y="4970492"/>
                  <a:pt x="4507567" y="5019570"/>
                  <a:pt x="4281819" y="5078466"/>
                </a:cubicBezTo>
                <a:cubicBezTo>
                  <a:pt x="3899031" y="5186440"/>
                  <a:pt x="3094196" y="5579074"/>
                  <a:pt x="2839005" y="5068650"/>
                </a:cubicBezTo>
                <a:cubicBezTo>
                  <a:pt x="2662333" y="4725096"/>
                  <a:pt x="3054936" y="4361909"/>
                  <a:pt x="3172717" y="3988907"/>
                </a:cubicBezTo>
                <a:cubicBezTo>
                  <a:pt x="3300313" y="3596273"/>
                  <a:pt x="3094196" y="3144745"/>
                  <a:pt x="2760486" y="2889534"/>
                </a:cubicBezTo>
                <a:cubicBezTo>
                  <a:pt x="2436588" y="2634322"/>
                  <a:pt x="2004724" y="2536164"/>
                  <a:pt x="1592492" y="2496900"/>
                </a:cubicBezTo>
                <a:cubicBezTo>
                  <a:pt x="1278410" y="2467452"/>
                  <a:pt x="954512" y="2457636"/>
                  <a:pt x="650246" y="2349664"/>
                </a:cubicBezTo>
                <a:cubicBezTo>
                  <a:pt x="355793" y="2251504"/>
                  <a:pt x="71157" y="2015924"/>
                  <a:pt x="12266" y="1711632"/>
                </a:cubicBezTo>
                <a:cubicBezTo>
                  <a:pt x="-105515" y="1083419"/>
                  <a:pt x="660061" y="631891"/>
                  <a:pt x="807286" y="13493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5000"/>
                </a:schemeClr>
              </a:gs>
              <a:gs pos="5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8" name="Freeform 147"/>
          <p:cNvSpPr/>
          <p:nvPr/>
        </p:nvSpPr>
        <p:spPr>
          <a:xfrm>
            <a:off x="12100030" y="0"/>
            <a:ext cx="6187970" cy="4841771"/>
          </a:xfrm>
          <a:custGeom>
            <a:avLst/>
            <a:gdLst>
              <a:gd name="connsiteX0" fmla="*/ 18610 w 6187970"/>
              <a:gd name="connsiteY0" fmla="*/ 0 h 4841771"/>
              <a:gd name="connsiteX1" fmla="*/ 6187970 w 6187970"/>
              <a:gd name="connsiteY1" fmla="*/ 0 h 4841771"/>
              <a:gd name="connsiteX2" fmla="*/ 6187970 w 6187970"/>
              <a:gd name="connsiteY2" fmla="*/ 4841771 h 4841771"/>
              <a:gd name="connsiteX3" fmla="*/ 6046042 w 6187970"/>
              <a:gd name="connsiteY3" fmla="*/ 4784983 h 4841771"/>
              <a:gd name="connsiteX4" fmla="*/ 4640079 w 6187970"/>
              <a:gd name="connsiteY4" fmla="*/ 4542557 h 4841771"/>
              <a:gd name="connsiteX5" fmla="*/ 4227988 w 6187970"/>
              <a:gd name="connsiteY5" fmla="*/ 4114269 h 4841771"/>
              <a:gd name="connsiteX6" fmla="*/ 4244146 w 6187970"/>
              <a:gd name="connsiteY6" fmla="*/ 3548608 h 4841771"/>
              <a:gd name="connsiteX7" fmla="*/ 4090624 w 6187970"/>
              <a:gd name="connsiteY7" fmla="*/ 3031432 h 4841771"/>
              <a:gd name="connsiteX8" fmla="*/ 3525005 w 6187970"/>
              <a:gd name="connsiteY8" fmla="*/ 3007189 h 4841771"/>
              <a:gd name="connsiteX9" fmla="*/ 2337209 w 6187970"/>
              <a:gd name="connsiteY9" fmla="*/ 2999108 h 4841771"/>
              <a:gd name="connsiteX10" fmla="*/ 2611938 w 6187970"/>
              <a:gd name="connsiteY10" fmla="*/ 2110210 h 4841771"/>
              <a:gd name="connsiteX11" fmla="*/ 2272568 w 6187970"/>
              <a:gd name="connsiteY11" fmla="*/ 1205152 h 4841771"/>
              <a:gd name="connsiteX12" fmla="*/ 1311018 w 6187970"/>
              <a:gd name="connsiteY12" fmla="*/ 881917 h 4841771"/>
              <a:gd name="connsiteX13" fmla="*/ 535315 w 6187970"/>
              <a:gd name="connsiteY13" fmla="*/ 760704 h 4841771"/>
              <a:gd name="connsiteX14" fmla="*/ 10098 w 6187970"/>
              <a:gd name="connsiteY14" fmla="*/ 235445 h 4841771"/>
              <a:gd name="connsiteX15" fmla="*/ 5411 w 6187970"/>
              <a:gd name="connsiteY15" fmla="*/ 47770 h 484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87970" h="4841771">
                <a:moveTo>
                  <a:pt x="18610" y="0"/>
                </a:moveTo>
                <a:lnTo>
                  <a:pt x="6187970" y="0"/>
                </a:lnTo>
                <a:lnTo>
                  <a:pt x="6187970" y="4841771"/>
                </a:lnTo>
                <a:lnTo>
                  <a:pt x="6046042" y="4784983"/>
                </a:lnTo>
                <a:cubicBezTo>
                  <a:pt x="5593548" y="4639527"/>
                  <a:pt x="5076412" y="4720337"/>
                  <a:pt x="4640079" y="4542557"/>
                </a:cubicBezTo>
                <a:cubicBezTo>
                  <a:pt x="4454234" y="4461749"/>
                  <a:pt x="4284548" y="4316292"/>
                  <a:pt x="4227988" y="4114269"/>
                </a:cubicBezTo>
                <a:cubicBezTo>
                  <a:pt x="4179505" y="3936490"/>
                  <a:pt x="4227988" y="3742549"/>
                  <a:pt x="4244146" y="3548608"/>
                </a:cubicBezTo>
                <a:cubicBezTo>
                  <a:pt x="4268388" y="3362748"/>
                  <a:pt x="4244146" y="3144565"/>
                  <a:pt x="4090624" y="3031432"/>
                </a:cubicBezTo>
                <a:cubicBezTo>
                  <a:pt x="3929016" y="2918300"/>
                  <a:pt x="3710852" y="2958703"/>
                  <a:pt x="3525005" y="3007189"/>
                </a:cubicBezTo>
                <a:cubicBezTo>
                  <a:pt x="3209875" y="3096079"/>
                  <a:pt x="2547295" y="3419314"/>
                  <a:pt x="2337209" y="2999108"/>
                </a:cubicBezTo>
                <a:cubicBezTo>
                  <a:pt x="2191764" y="2716277"/>
                  <a:pt x="2514974" y="2417284"/>
                  <a:pt x="2611938" y="2110210"/>
                </a:cubicBezTo>
                <a:cubicBezTo>
                  <a:pt x="2716981" y="1786975"/>
                  <a:pt x="2547295" y="1415255"/>
                  <a:pt x="2272568" y="1205152"/>
                </a:cubicBezTo>
                <a:cubicBezTo>
                  <a:pt x="2005920" y="995049"/>
                  <a:pt x="1650388" y="914241"/>
                  <a:pt x="1311018" y="881917"/>
                </a:cubicBezTo>
                <a:cubicBezTo>
                  <a:pt x="1052450" y="857673"/>
                  <a:pt x="785801" y="849592"/>
                  <a:pt x="535315" y="760704"/>
                </a:cubicBezTo>
                <a:cubicBezTo>
                  <a:pt x="292906" y="679894"/>
                  <a:pt x="58580" y="485953"/>
                  <a:pt x="10098" y="235445"/>
                </a:cubicBezTo>
                <a:cubicBezTo>
                  <a:pt x="-2022" y="170798"/>
                  <a:pt x="-2780" y="108424"/>
                  <a:pt x="5411" y="47770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5000"/>
                </a:schemeClr>
              </a:gs>
              <a:gs pos="5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5795754" y="4382034"/>
            <a:ext cx="3419372" cy="4031689"/>
          </a:xfrm>
          <a:prstGeom prst="roundRect">
            <a:avLst>
              <a:gd name="adj" fmla="val 2255"/>
            </a:avLst>
          </a:prstGeom>
          <a:solidFill>
            <a:schemeClr val="bg1"/>
          </a:solidFill>
          <a:ln>
            <a:noFill/>
          </a:ln>
          <a:effectLst>
            <a:outerShdw blurRad="355600" dist="381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6543242" y="3513784"/>
            <a:ext cx="1924396" cy="1924392"/>
          </a:xfrm>
          <a:prstGeom prst="ellipse">
            <a:avLst/>
          </a:prstGeom>
          <a:solidFill>
            <a:schemeClr val="bg1"/>
          </a:soli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3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6116870" y="6288391"/>
            <a:ext cx="27771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Annual Report Presentation is the best presentation template I’ve ever seen. </a:t>
            </a:r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RECOMMENDED!</a:t>
            </a:r>
          </a:p>
        </p:txBody>
      </p:sp>
      <p:sp>
        <p:nvSpPr>
          <p:cNvPr id="11" name="Freeform 31"/>
          <p:cNvSpPr>
            <a:spLocks noEditPoints="1"/>
          </p:cNvSpPr>
          <p:nvPr/>
        </p:nvSpPr>
        <p:spPr bwMode="auto">
          <a:xfrm rot="10800000">
            <a:off x="7331890" y="5856318"/>
            <a:ext cx="347101" cy="253651"/>
          </a:xfrm>
          <a:custGeom>
            <a:avLst/>
            <a:gdLst>
              <a:gd name="T0" fmla="*/ 0 w 239"/>
              <a:gd name="T1" fmla="*/ 175 h 175"/>
              <a:gd name="T2" fmla="*/ 0 w 239"/>
              <a:gd name="T3" fmla="*/ 157 h 175"/>
              <a:gd name="T4" fmla="*/ 38 w 239"/>
              <a:gd name="T5" fmla="*/ 80 h 175"/>
              <a:gd name="T6" fmla="*/ 0 w 239"/>
              <a:gd name="T7" fmla="*/ 40 h 175"/>
              <a:gd name="T8" fmla="*/ 38 w 239"/>
              <a:gd name="T9" fmla="*/ 0 h 175"/>
              <a:gd name="T10" fmla="*/ 0 w 239"/>
              <a:gd name="T11" fmla="*/ 175 h 175"/>
              <a:gd name="T12" fmla="*/ 111 w 239"/>
              <a:gd name="T13" fmla="*/ 175 h 175"/>
              <a:gd name="T14" fmla="*/ 111 w 239"/>
              <a:gd name="T15" fmla="*/ 157 h 175"/>
              <a:gd name="T16" fmla="*/ 149 w 239"/>
              <a:gd name="T17" fmla="*/ 80 h 175"/>
              <a:gd name="T18" fmla="*/ 111 w 239"/>
              <a:gd name="T19" fmla="*/ 40 h 175"/>
              <a:gd name="T20" fmla="*/ 149 w 239"/>
              <a:gd name="T21" fmla="*/ 0 h 175"/>
              <a:gd name="T22" fmla="*/ 111 w 239"/>
              <a:gd name="T23" fmla="*/ 175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39" h="175">
                <a:moveTo>
                  <a:pt x="0" y="175"/>
                </a:moveTo>
                <a:cubicBezTo>
                  <a:pt x="0" y="157"/>
                  <a:pt x="0" y="157"/>
                  <a:pt x="0" y="157"/>
                </a:cubicBezTo>
                <a:cubicBezTo>
                  <a:pt x="51" y="157"/>
                  <a:pt x="77" y="80"/>
                  <a:pt x="38" y="80"/>
                </a:cubicBezTo>
                <a:cubicBezTo>
                  <a:pt x="17" y="80"/>
                  <a:pt x="0" y="62"/>
                  <a:pt x="0" y="40"/>
                </a:cubicBezTo>
                <a:cubicBezTo>
                  <a:pt x="0" y="18"/>
                  <a:pt x="17" y="0"/>
                  <a:pt x="38" y="0"/>
                </a:cubicBezTo>
                <a:cubicBezTo>
                  <a:pt x="128" y="0"/>
                  <a:pt x="92" y="175"/>
                  <a:pt x="0" y="175"/>
                </a:cubicBezTo>
                <a:close/>
                <a:moveTo>
                  <a:pt x="111" y="175"/>
                </a:moveTo>
                <a:cubicBezTo>
                  <a:pt x="111" y="157"/>
                  <a:pt x="111" y="157"/>
                  <a:pt x="111" y="157"/>
                </a:cubicBezTo>
                <a:cubicBezTo>
                  <a:pt x="163" y="157"/>
                  <a:pt x="188" y="80"/>
                  <a:pt x="149" y="80"/>
                </a:cubicBezTo>
                <a:cubicBezTo>
                  <a:pt x="128" y="80"/>
                  <a:pt x="111" y="62"/>
                  <a:pt x="111" y="40"/>
                </a:cubicBezTo>
                <a:cubicBezTo>
                  <a:pt x="111" y="18"/>
                  <a:pt x="128" y="0"/>
                  <a:pt x="149" y="0"/>
                </a:cubicBezTo>
                <a:cubicBezTo>
                  <a:pt x="239" y="0"/>
                  <a:pt x="203" y="175"/>
                  <a:pt x="111" y="1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12" name="TextBox 11"/>
          <p:cNvSpPr txBox="1"/>
          <p:nvPr/>
        </p:nvSpPr>
        <p:spPr>
          <a:xfrm>
            <a:off x="6889729" y="7870609"/>
            <a:ext cx="12314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accent3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- John Doe -</a:t>
            </a:r>
            <a:endParaRPr lang="en-US" sz="1600" b="1" dirty="0">
              <a:solidFill>
                <a:schemeClr val="accent3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704668" y="4382034"/>
            <a:ext cx="3419372" cy="4031689"/>
          </a:xfrm>
          <a:prstGeom prst="roundRect">
            <a:avLst>
              <a:gd name="adj" fmla="val 2255"/>
            </a:avLst>
          </a:prstGeom>
          <a:solidFill>
            <a:schemeClr val="bg1"/>
          </a:solidFill>
          <a:ln>
            <a:noFill/>
          </a:ln>
          <a:effectLst>
            <a:outerShdw blurRad="355600" dist="381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452156" y="3513784"/>
            <a:ext cx="1924396" cy="1924392"/>
          </a:xfrm>
          <a:prstGeom prst="ellipse">
            <a:avLst/>
          </a:prstGeom>
          <a:solidFill>
            <a:schemeClr val="bg1"/>
          </a:soli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3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10025784" y="6288391"/>
            <a:ext cx="27771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Annual Report Presentation is the best presentation template I’ve ever seen. </a:t>
            </a:r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RECOMMENDED!</a:t>
            </a:r>
          </a:p>
        </p:txBody>
      </p:sp>
      <p:sp>
        <p:nvSpPr>
          <p:cNvPr id="19" name="Freeform 31"/>
          <p:cNvSpPr>
            <a:spLocks noEditPoints="1"/>
          </p:cNvSpPr>
          <p:nvPr/>
        </p:nvSpPr>
        <p:spPr bwMode="auto">
          <a:xfrm rot="10800000">
            <a:off x="11240804" y="5856318"/>
            <a:ext cx="347101" cy="253651"/>
          </a:xfrm>
          <a:custGeom>
            <a:avLst/>
            <a:gdLst>
              <a:gd name="T0" fmla="*/ 0 w 239"/>
              <a:gd name="T1" fmla="*/ 175 h 175"/>
              <a:gd name="T2" fmla="*/ 0 w 239"/>
              <a:gd name="T3" fmla="*/ 157 h 175"/>
              <a:gd name="T4" fmla="*/ 38 w 239"/>
              <a:gd name="T5" fmla="*/ 80 h 175"/>
              <a:gd name="T6" fmla="*/ 0 w 239"/>
              <a:gd name="T7" fmla="*/ 40 h 175"/>
              <a:gd name="T8" fmla="*/ 38 w 239"/>
              <a:gd name="T9" fmla="*/ 0 h 175"/>
              <a:gd name="T10" fmla="*/ 0 w 239"/>
              <a:gd name="T11" fmla="*/ 175 h 175"/>
              <a:gd name="T12" fmla="*/ 111 w 239"/>
              <a:gd name="T13" fmla="*/ 175 h 175"/>
              <a:gd name="T14" fmla="*/ 111 w 239"/>
              <a:gd name="T15" fmla="*/ 157 h 175"/>
              <a:gd name="T16" fmla="*/ 149 w 239"/>
              <a:gd name="T17" fmla="*/ 80 h 175"/>
              <a:gd name="T18" fmla="*/ 111 w 239"/>
              <a:gd name="T19" fmla="*/ 40 h 175"/>
              <a:gd name="T20" fmla="*/ 149 w 239"/>
              <a:gd name="T21" fmla="*/ 0 h 175"/>
              <a:gd name="T22" fmla="*/ 111 w 239"/>
              <a:gd name="T23" fmla="*/ 175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39" h="175">
                <a:moveTo>
                  <a:pt x="0" y="175"/>
                </a:moveTo>
                <a:cubicBezTo>
                  <a:pt x="0" y="157"/>
                  <a:pt x="0" y="157"/>
                  <a:pt x="0" y="157"/>
                </a:cubicBezTo>
                <a:cubicBezTo>
                  <a:pt x="51" y="157"/>
                  <a:pt x="77" y="80"/>
                  <a:pt x="38" y="80"/>
                </a:cubicBezTo>
                <a:cubicBezTo>
                  <a:pt x="17" y="80"/>
                  <a:pt x="0" y="62"/>
                  <a:pt x="0" y="40"/>
                </a:cubicBezTo>
                <a:cubicBezTo>
                  <a:pt x="0" y="18"/>
                  <a:pt x="17" y="0"/>
                  <a:pt x="38" y="0"/>
                </a:cubicBezTo>
                <a:cubicBezTo>
                  <a:pt x="128" y="0"/>
                  <a:pt x="92" y="175"/>
                  <a:pt x="0" y="175"/>
                </a:cubicBezTo>
                <a:close/>
                <a:moveTo>
                  <a:pt x="111" y="175"/>
                </a:moveTo>
                <a:cubicBezTo>
                  <a:pt x="111" y="157"/>
                  <a:pt x="111" y="157"/>
                  <a:pt x="111" y="157"/>
                </a:cubicBezTo>
                <a:cubicBezTo>
                  <a:pt x="163" y="157"/>
                  <a:pt x="188" y="80"/>
                  <a:pt x="149" y="80"/>
                </a:cubicBezTo>
                <a:cubicBezTo>
                  <a:pt x="128" y="80"/>
                  <a:pt x="111" y="62"/>
                  <a:pt x="111" y="40"/>
                </a:cubicBezTo>
                <a:cubicBezTo>
                  <a:pt x="111" y="18"/>
                  <a:pt x="128" y="0"/>
                  <a:pt x="149" y="0"/>
                </a:cubicBezTo>
                <a:cubicBezTo>
                  <a:pt x="239" y="0"/>
                  <a:pt x="203" y="175"/>
                  <a:pt x="111" y="1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20" name="TextBox 19"/>
          <p:cNvSpPr txBox="1"/>
          <p:nvPr/>
        </p:nvSpPr>
        <p:spPr>
          <a:xfrm>
            <a:off x="10809066" y="7870609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accent3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- Alex Doe -</a:t>
            </a:r>
            <a:endParaRPr lang="en-US" sz="1600" b="1" dirty="0">
              <a:solidFill>
                <a:schemeClr val="accent3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3608594" y="4382034"/>
            <a:ext cx="3419372" cy="4031689"/>
          </a:xfrm>
          <a:prstGeom prst="roundRect">
            <a:avLst>
              <a:gd name="adj" fmla="val 2255"/>
            </a:avLst>
          </a:prstGeom>
          <a:solidFill>
            <a:schemeClr val="bg1"/>
          </a:solidFill>
          <a:ln>
            <a:noFill/>
          </a:ln>
          <a:effectLst>
            <a:outerShdw blurRad="355600" dist="381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4356082" y="3513784"/>
            <a:ext cx="1924396" cy="1924392"/>
          </a:xfrm>
          <a:prstGeom prst="ellipse">
            <a:avLst/>
          </a:prstGeom>
          <a:solidFill>
            <a:schemeClr val="bg1"/>
          </a:soli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3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13929710" y="6288391"/>
            <a:ext cx="27771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Annual Report Presentation is the best presentation template I’ve ever seen. </a:t>
            </a:r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RECOMMENDED!</a:t>
            </a:r>
          </a:p>
        </p:txBody>
      </p:sp>
      <p:sp>
        <p:nvSpPr>
          <p:cNvPr id="26" name="Freeform 31"/>
          <p:cNvSpPr>
            <a:spLocks noEditPoints="1"/>
          </p:cNvSpPr>
          <p:nvPr/>
        </p:nvSpPr>
        <p:spPr bwMode="auto">
          <a:xfrm rot="10800000">
            <a:off x="15144730" y="5856318"/>
            <a:ext cx="347101" cy="253651"/>
          </a:xfrm>
          <a:custGeom>
            <a:avLst/>
            <a:gdLst>
              <a:gd name="T0" fmla="*/ 0 w 239"/>
              <a:gd name="T1" fmla="*/ 175 h 175"/>
              <a:gd name="T2" fmla="*/ 0 w 239"/>
              <a:gd name="T3" fmla="*/ 157 h 175"/>
              <a:gd name="T4" fmla="*/ 38 w 239"/>
              <a:gd name="T5" fmla="*/ 80 h 175"/>
              <a:gd name="T6" fmla="*/ 0 w 239"/>
              <a:gd name="T7" fmla="*/ 40 h 175"/>
              <a:gd name="T8" fmla="*/ 38 w 239"/>
              <a:gd name="T9" fmla="*/ 0 h 175"/>
              <a:gd name="T10" fmla="*/ 0 w 239"/>
              <a:gd name="T11" fmla="*/ 175 h 175"/>
              <a:gd name="T12" fmla="*/ 111 w 239"/>
              <a:gd name="T13" fmla="*/ 175 h 175"/>
              <a:gd name="T14" fmla="*/ 111 w 239"/>
              <a:gd name="T15" fmla="*/ 157 h 175"/>
              <a:gd name="T16" fmla="*/ 149 w 239"/>
              <a:gd name="T17" fmla="*/ 80 h 175"/>
              <a:gd name="T18" fmla="*/ 111 w 239"/>
              <a:gd name="T19" fmla="*/ 40 h 175"/>
              <a:gd name="T20" fmla="*/ 149 w 239"/>
              <a:gd name="T21" fmla="*/ 0 h 175"/>
              <a:gd name="T22" fmla="*/ 111 w 239"/>
              <a:gd name="T23" fmla="*/ 175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39" h="175">
                <a:moveTo>
                  <a:pt x="0" y="175"/>
                </a:moveTo>
                <a:cubicBezTo>
                  <a:pt x="0" y="157"/>
                  <a:pt x="0" y="157"/>
                  <a:pt x="0" y="157"/>
                </a:cubicBezTo>
                <a:cubicBezTo>
                  <a:pt x="51" y="157"/>
                  <a:pt x="77" y="80"/>
                  <a:pt x="38" y="80"/>
                </a:cubicBezTo>
                <a:cubicBezTo>
                  <a:pt x="17" y="80"/>
                  <a:pt x="0" y="62"/>
                  <a:pt x="0" y="40"/>
                </a:cubicBezTo>
                <a:cubicBezTo>
                  <a:pt x="0" y="18"/>
                  <a:pt x="17" y="0"/>
                  <a:pt x="38" y="0"/>
                </a:cubicBezTo>
                <a:cubicBezTo>
                  <a:pt x="128" y="0"/>
                  <a:pt x="92" y="175"/>
                  <a:pt x="0" y="175"/>
                </a:cubicBezTo>
                <a:close/>
                <a:moveTo>
                  <a:pt x="111" y="175"/>
                </a:moveTo>
                <a:cubicBezTo>
                  <a:pt x="111" y="157"/>
                  <a:pt x="111" y="157"/>
                  <a:pt x="111" y="157"/>
                </a:cubicBezTo>
                <a:cubicBezTo>
                  <a:pt x="163" y="157"/>
                  <a:pt x="188" y="80"/>
                  <a:pt x="149" y="80"/>
                </a:cubicBezTo>
                <a:cubicBezTo>
                  <a:pt x="128" y="80"/>
                  <a:pt x="111" y="62"/>
                  <a:pt x="111" y="40"/>
                </a:cubicBezTo>
                <a:cubicBezTo>
                  <a:pt x="111" y="18"/>
                  <a:pt x="128" y="0"/>
                  <a:pt x="149" y="0"/>
                </a:cubicBezTo>
                <a:cubicBezTo>
                  <a:pt x="239" y="0"/>
                  <a:pt x="203" y="175"/>
                  <a:pt x="111" y="17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27" name="TextBox 26"/>
          <p:cNvSpPr txBox="1"/>
          <p:nvPr/>
        </p:nvSpPr>
        <p:spPr>
          <a:xfrm>
            <a:off x="14602387" y="7870609"/>
            <a:ext cx="1431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accent3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- Edwyn Doe -</a:t>
            </a:r>
            <a:endParaRPr lang="en-US" sz="1600" b="1" dirty="0">
              <a:solidFill>
                <a:schemeClr val="accent3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2" name="Freeform 41"/>
          <p:cNvSpPr/>
          <p:nvPr/>
        </p:nvSpPr>
        <p:spPr>
          <a:xfrm>
            <a:off x="6538254" y="3508792"/>
            <a:ext cx="1929384" cy="1929384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/>
          <p:cNvSpPr/>
          <p:nvPr/>
        </p:nvSpPr>
        <p:spPr>
          <a:xfrm>
            <a:off x="10447168" y="3508792"/>
            <a:ext cx="1929384" cy="1929384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 43"/>
          <p:cNvSpPr/>
          <p:nvPr/>
        </p:nvSpPr>
        <p:spPr>
          <a:xfrm>
            <a:off x="14351094" y="3508792"/>
            <a:ext cx="1929384" cy="1929384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1097280" y="4896746"/>
            <a:ext cx="3485249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What’s</a:t>
            </a:r>
            <a:endParaRPr lang="en-US" sz="3200" b="1"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Clients Says?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80" y="2867046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8" name="TextBox 117"/>
          <p:cNvSpPr txBox="1"/>
          <p:nvPr/>
        </p:nvSpPr>
        <p:spPr>
          <a:xfrm>
            <a:off x="1097280" y="6104843"/>
            <a:ext cx="34384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text.</a:t>
            </a:r>
          </a:p>
        </p:txBody>
      </p:sp>
      <p:sp>
        <p:nvSpPr>
          <p:cNvPr id="119" name="Google Shape;212;p8"/>
          <p:cNvSpPr/>
          <p:nvPr/>
        </p:nvSpPr>
        <p:spPr>
          <a:xfrm>
            <a:off x="1333552" y="3124535"/>
            <a:ext cx="346088" cy="303652"/>
          </a:xfrm>
          <a:custGeom>
            <a:avLst/>
            <a:gdLst/>
            <a:ahLst/>
            <a:cxnLst/>
            <a:rect l="l" t="t" r="r" b="b"/>
            <a:pathLst>
              <a:path w="5929" h="5202" extrusionOk="0">
                <a:moveTo>
                  <a:pt x="2965" y="1"/>
                </a:moveTo>
                <a:lnTo>
                  <a:pt x="2666" y="19"/>
                </a:lnTo>
                <a:lnTo>
                  <a:pt x="2368" y="57"/>
                </a:lnTo>
                <a:lnTo>
                  <a:pt x="2089" y="113"/>
                </a:lnTo>
                <a:lnTo>
                  <a:pt x="1809" y="187"/>
                </a:lnTo>
                <a:lnTo>
                  <a:pt x="1548" y="299"/>
                </a:lnTo>
                <a:lnTo>
                  <a:pt x="1306" y="411"/>
                </a:lnTo>
                <a:lnTo>
                  <a:pt x="1082" y="560"/>
                </a:lnTo>
                <a:lnTo>
                  <a:pt x="858" y="709"/>
                </a:lnTo>
                <a:lnTo>
                  <a:pt x="672" y="877"/>
                </a:lnTo>
                <a:lnTo>
                  <a:pt x="504" y="1063"/>
                </a:lnTo>
                <a:lnTo>
                  <a:pt x="355" y="1268"/>
                </a:lnTo>
                <a:lnTo>
                  <a:pt x="225" y="1473"/>
                </a:lnTo>
                <a:lnTo>
                  <a:pt x="131" y="1697"/>
                </a:lnTo>
                <a:lnTo>
                  <a:pt x="57" y="1939"/>
                </a:lnTo>
                <a:lnTo>
                  <a:pt x="20" y="2163"/>
                </a:lnTo>
                <a:lnTo>
                  <a:pt x="1" y="2424"/>
                </a:lnTo>
                <a:lnTo>
                  <a:pt x="1" y="2629"/>
                </a:lnTo>
                <a:lnTo>
                  <a:pt x="38" y="2834"/>
                </a:lnTo>
                <a:lnTo>
                  <a:pt x="94" y="3039"/>
                </a:lnTo>
                <a:lnTo>
                  <a:pt x="169" y="3244"/>
                </a:lnTo>
                <a:lnTo>
                  <a:pt x="262" y="3430"/>
                </a:lnTo>
                <a:lnTo>
                  <a:pt x="374" y="3598"/>
                </a:lnTo>
                <a:lnTo>
                  <a:pt x="504" y="3766"/>
                </a:lnTo>
                <a:lnTo>
                  <a:pt x="653" y="3934"/>
                </a:lnTo>
                <a:lnTo>
                  <a:pt x="597" y="4157"/>
                </a:lnTo>
                <a:lnTo>
                  <a:pt x="504" y="4362"/>
                </a:lnTo>
                <a:lnTo>
                  <a:pt x="392" y="4549"/>
                </a:lnTo>
                <a:lnTo>
                  <a:pt x="281" y="4698"/>
                </a:lnTo>
                <a:lnTo>
                  <a:pt x="94" y="4959"/>
                </a:lnTo>
                <a:lnTo>
                  <a:pt x="20" y="5052"/>
                </a:lnTo>
                <a:lnTo>
                  <a:pt x="1" y="5089"/>
                </a:lnTo>
                <a:lnTo>
                  <a:pt x="1" y="5145"/>
                </a:lnTo>
                <a:lnTo>
                  <a:pt x="38" y="5183"/>
                </a:lnTo>
                <a:lnTo>
                  <a:pt x="94" y="5201"/>
                </a:lnTo>
                <a:lnTo>
                  <a:pt x="374" y="5183"/>
                </a:lnTo>
                <a:lnTo>
                  <a:pt x="635" y="5145"/>
                </a:lnTo>
                <a:lnTo>
                  <a:pt x="858" y="5071"/>
                </a:lnTo>
                <a:lnTo>
                  <a:pt x="1082" y="4996"/>
                </a:lnTo>
                <a:lnTo>
                  <a:pt x="1287" y="4903"/>
                </a:lnTo>
                <a:lnTo>
                  <a:pt x="1455" y="4791"/>
                </a:lnTo>
                <a:lnTo>
                  <a:pt x="1716" y="4605"/>
                </a:lnTo>
                <a:lnTo>
                  <a:pt x="2014" y="4698"/>
                </a:lnTo>
                <a:lnTo>
                  <a:pt x="2312" y="4772"/>
                </a:lnTo>
                <a:lnTo>
                  <a:pt x="2629" y="4810"/>
                </a:lnTo>
                <a:lnTo>
                  <a:pt x="2965" y="4828"/>
                </a:lnTo>
                <a:lnTo>
                  <a:pt x="3263" y="4810"/>
                </a:lnTo>
                <a:lnTo>
                  <a:pt x="3561" y="4791"/>
                </a:lnTo>
                <a:lnTo>
                  <a:pt x="3841" y="4717"/>
                </a:lnTo>
                <a:lnTo>
                  <a:pt x="4120" y="4642"/>
                </a:lnTo>
                <a:lnTo>
                  <a:pt x="4381" y="4549"/>
                </a:lnTo>
                <a:lnTo>
                  <a:pt x="4624" y="4418"/>
                </a:lnTo>
                <a:lnTo>
                  <a:pt x="4847" y="4288"/>
                </a:lnTo>
                <a:lnTo>
                  <a:pt x="5071" y="4120"/>
                </a:lnTo>
                <a:lnTo>
                  <a:pt x="5257" y="3952"/>
                </a:lnTo>
                <a:lnTo>
                  <a:pt x="5425" y="3766"/>
                </a:lnTo>
                <a:lnTo>
                  <a:pt x="5574" y="3561"/>
                </a:lnTo>
                <a:lnTo>
                  <a:pt x="5705" y="3356"/>
                </a:lnTo>
                <a:lnTo>
                  <a:pt x="5798" y="3132"/>
                </a:lnTo>
                <a:lnTo>
                  <a:pt x="5873" y="2909"/>
                </a:lnTo>
                <a:lnTo>
                  <a:pt x="5928" y="2666"/>
                </a:lnTo>
                <a:lnTo>
                  <a:pt x="5928" y="2424"/>
                </a:lnTo>
                <a:lnTo>
                  <a:pt x="5928" y="2163"/>
                </a:lnTo>
                <a:lnTo>
                  <a:pt x="5873" y="1939"/>
                </a:lnTo>
                <a:lnTo>
                  <a:pt x="5798" y="1697"/>
                </a:lnTo>
                <a:lnTo>
                  <a:pt x="5705" y="1473"/>
                </a:lnTo>
                <a:lnTo>
                  <a:pt x="5574" y="1268"/>
                </a:lnTo>
                <a:lnTo>
                  <a:pt x="5425" y="1063"/>
                </a:lnTo>
                <a:lnTo>
                  <a:pt x="5257" y="877"/>
                </a:lnTo>
                <a:lnTo>
                  <a:pt x="5071" y="709"/>
                </a:lnTo>
                <a:lnTo>
                  <a:pt x="4847" y="560"/>
                </a:lnTo>
                <a:lnTo>
                  <a:pt x="4624" y="411"/>
                </a:lnTo>
                <a:lnTo>
                  <a:pt x="4381" y="299"/>
                </a:lnTo>
                <a:lnTo>
                  <a:pt x="4120" y="187"/>
                </a:lnTo>
                <a:lnTo>
                  <a:pt x="3841" y="113"/>
                </a:lnTo>
                <a:lnTo>
                  <a:pt x="3561" y="57"/>
                </a:lnTo>
                <a:lnTo>
                  <a:pt x="3263" y="19"/>
                </a:lnTo>
                <a:lnTo>
                  <a:pt x="2965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Freeform 135">
            <a:extLst>
              <a:ext uri="{FF2B5EF4-FFF2-40B4-BE49-F238E27FC236}">
                <a16:creationId xmlns:a16="http://schemas.microsoft.com/office/drawing/2014/main" id="{9EB78ED1-AC1B-4535-84EE-76BE94FA867C}"/>
              </a:ext>
            </a:extLst>
          </p:cNvPr>
          <p:cNvSpPr>
            <a:spLocks/>
          </p:cNvSpPr>
          <p:nvPr/>
        </p:nvSpPr>
        <p:spPr bwMode="auto">
          <a:xfrm flipH="1" flipV="1">
            <a:off x="0" y="7650879"/>
            <a:ext cx="5850372" cy="2636121"/>
          </a:xfrm>
          <a:custGeom>
            <a:avLst/>
            <a:gdLst>
              <a:gd name="connsiteX0" fmla="*/ 4210387 w 5850372"/>
              <a:gd name="connsiteY0" fmla="*/ 2635940 h 2636121"/>
              <a:gd name="connsiteX1" fmla="*/ 3443839 w 5850372"/>
              <a:gd name="connsiteY1" fmla="*/ 2478052 h 2636121"/>
              <a:gd name="connsiteX2" fmla="*/ 2875038 w 5850372"/>
              <a:gd name="connsiteY2" fmla="*/ 807065 h 2636121"/>
              <a:gd name="connsiteX3" fmla="*/ 706482 w 5850372"/>
              <a:gd name="connsiteY3" fmla="*/ 735960 h 2636121"/>
              <a:gd name="connsiteX4" fmla="*/ 15233 w 5850372"/>
              <a:gd name="connsiteY4" fmla="*/ 93836 h 2636121"/>
              <a:gd name="connsiteX5" fmla="*/ 0 w 5850372"/>
              <a:gd name="connsiteY5" fmla="*/ 0 h 2636121"/>
              <a:gd name="connsiteX6" fmla="*/ 5850372 w 5850372"/>
              <a:gd name="connsiteY6" fmla="*/ 0 h 2636121"/>
              <a:gd name="connsiteX7" fmla="*/ 5850372 w 5850372"/>
              <a:gd name="connsiteY7" fmla="*/ 2442146 h 2636121"/>
              <a:gd name="connsiteX8" fmla="*/ 5743484 w 5850372"/>
              <a:gd name="connsiteY8" fmla="*/ 2441335 h 2636121"/>
              <a:gd name="connsiteX9" fmla="*/ 4210387 w 5850372"/>
              <a:gd name="connsiteY9" fmla="*/ 2635940 h 2636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0372" h="2636121">
                <a:moveTo>
                  <a:pt x="4210387" y="2635940"/>
                </a:moveTo>
                <a:cubicBezTo>
                  <a:pt x="3954871" y="2639151"/>
                  <a:pt x="3699355" y="2600265"/>
                  <a:pt x="3443839" y="2478052"/>
                </a:cubicBezTo>
                <a:cubicBezTo>
                  <a:pt x="2768387" y="2122523"/>
                  <a:pt x="3301638" y="1304806"/>
                  <a:pt x="2875038" y="807065"/>
                </a:cubicBezTo>
                <a:cubicBezTo>
                  <a:pt x="2306237" y="131561"/>
                  <a:pt x="1453034" y="842619"/>
                  <a:pt x="706482" y="735960"/>
                </a:cubicBezTo>
                <a:cubicBezTo>
                  <a:pt x="307934" y="682492"/>
                  <a:pt x="95445" y="419024"/>
                  <a:pt x="15233" y="93836"/>
                </a:cubicBezTo>
                <a:lnTo>
                  <a:pt x="0" y="0"/>
                </a:lnTo>
                <a:lnTo>
                  <a:pt x="5850372" y="0"/>
                </a:lnTo>
                <a:lnTo>
                  <a:pt x="5850372" y="2442146"/>
                </a:lnTo>
                <a:lnTo>
                  <a:pt x="5743484" y="2441335"/>
                </a:lnTo>
                <a:cubicBezTo>
                  <a:pt x="5232452" y="2454703"/>
                  <a:pt x="4721419" y="2629516"/>
                  <a:pt x="4210387" y="2635940"/>
                </a:cubicBezTo>
                <a:close/>
              </a:path>
            </a:pathLst>
          </a:custGeom>
          <a:gradFill>
            <a:gsLst>
              <a:gs pos="0">
                <a:srgbClr val="00CCFF"/>
              </a:gs>
              <a:gs pos="81000">
                <a:schemeClr val="accent2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sz="2876" dirty="0"/>
          </a:p>
        </p:txBody>
      </p:sp>
    </p:spTree>
    <p:extLst>
      <p:ext uri="{BB962C8B-B14F-4D97-AF65-F5344CB8AC3E}">
        <p14:creationId xmlns:p14="http://schemas.microsoft.com/office/powerpoint/2010/main" val="3246682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" y="2"/>
            <a:ext cx="10864009" cy="10286999"/>
          </a:xfrm>
          <a:custGeom>
            <a:avLst/>
            <a:gdLst>
              <a:gd name="connsiteX0" fmla="*/ 0 w 10864009"/>
              <a:gd name="connsiteY0" fmla="*/ 0 h 10286999"/>
              <a:gd name="connsiteX1" fmla="*/ 10844972 w 10864009"/>
              <a:gd name="connsiteY1" fmla="*/ 0 h 10286999"/>
              <a:gd name="connsiteX2" fmla="*/ 10861660 w 10864009"/>
              <a:gd name="connsiteY2" fmla="*/ 193791 h 10286999"/>
              <a:gd name="connsiteX3" fmla="*/ 8909782 w 10864009"/>
              <a:gd name="connsiteY3" fmla="*/ 3988106 h 10286999"/>
              <a:gd name="connsiteX4" fmla="*/ 7263414 w 10864009"/>
              <a:gd name="connsiteY4" fmla="*/ 7003231 h 10286999"/>
              <a:gd name="connsiteX5" fmla="*/ 7263414 w 10864009"/>
              <a:gd name="connsiteY5" fmla="*/ 7054048 h 10286999"/>
              <a:gd name="connsiteX6" fmla="*/ 6052052 w 10864009"/>
              <a:gd name="connsiteY6" fmla="*/ 10136147 h 10286999"/>
              <a:gd name="connsiteX7" fmla="*/ 5918512 w 10864009"/>
              <a:gd name="connsiteY7" fmla="*/ 10286999 h 10286999"/>
              <a:gd name="connsiteX8" fmla="*/ 0 w 10864009"/>
              <a:gd name="connsiteY8" fmla="*/ 10286999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64009" h="10286999">
                <a:moveTo>
                  <a:pt x="0" y="0"/>
                </a:moveTo>
                <a:lnTo>
                  <a:pt x="10844972" y="0"/>
                </a:lnTo>
                <a:lnTo>
                  <a:pt x="10861660" y="193791"/>
                </a:lnTo>
                <a:cubicBezTo>
                  <a:pt x="10912578" y="1769110"/>
                  <a:pt x="10131826" y="3175039"/>
                  <a:pt x="8909782" y="3988106"/>
                </a:cubicBezTo>
                <a:cubicBezTo>
                  <a:pt x="7908384" y="4648723"/>
                  <a:pt x="7297360" y="5783630"/>
                  <a:pt x="7263414" y="7003231"/>
                </a:cubicBezTo>
                <a:cubicBezTo>
                  <a:pt x="7263414" y="7020170"/>
                  <a:pt x="7263414" y="7037109"/>
                  <a:pt x="7263414" y="7054048"/>
                </a:cubicBezTo>
                <a:cubicBezTo>
                  <a:pt x="7211435" y="8224950"/>
                  <a:pt x="6763113" y="9295343"/>
                  <a:pt x="6052052" y="10136147"/>
                </a:cubicBezTo>
                <a:lnTo>
                  <a:pt x="5918512" y="10286999"/>
                </a:lnTo>
                <a:lnTo>
                  <a:pt x="0" y="1028699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" name="Freeform 119">
            <a:extLst>
              <a:ext uri="{FF2B5EF4-FFF2-40B4-BE49-F238E27FC236}">
                <a16:creationId xmlns:a16="http://schemas.microsoft.com/office/drawing/2014/main" id="{89BF43B9-DDEF-4832-9373-E88FFA6A612D}"/>
              </a:ext>
            </a:extLst>
          </p:cNvPr>
          <p:cNvSpPr>
            <a:spLocks/>
          </p:cNvSpPr>
          <p:nvPr/>
        </p:nvSpPr>
        <p:spPr bwMode="auto">
          <a:xfrm>
            <a:off x="-2116325" y="-2458171"/>
            <a:ext cx="5430718" cy="6135200"/>
          </a:xfrm>
          <a:custGeom>
            <a:avLst/>
            <a:gdLst>
              <a:gd name="T0" fmla="*/ 491 w 525"/>
              <a:gd name="T1" fmla="*/ 107 h 593"/>
              <a:gd name="T2" fmla="*/ 290 w 525"/>
              <a:gd name="T3" fmla="*/ 6 h 593"/>
              <a:gd name="T4" fmla="*/ 262 w 525"/>
              <a:gd name="T5" fmla="*/ 0 h 593"/>
              <a:gd name="T6" fmla="*/ 235 w 525"/>
              <a:gd name="T7" fmla="*/ 6 h 593"/>
              <a:gd name="T8" fmla="*/ 34 w 525"/>
              <a:gd name="T9" fmla="*/ 107 h 593"/>
              <a:gd name="T10" fmla="*/ 0 w 525"/>
              <a:gd name="T11" fmla="*/ 162 h 593"/>
              <a:gd name="T12" fmla="*/ 0 w 525"/>
              <a:gd name="T13" fmla="*/ 428 h 593"/>
              <a:gd name="T14" fmla="*/ 34 w 525"/>
              <a:gd name="T15" fmla="*/ 484 h 593"/>
              <a:gd name="T16" fmla="*/ 235 w 525"/>
              <a:gd name="T17" fmla="*/ 584 h 593"/>
              <a:gd name="T18" fmla="*/ 290 w 525"/>
              <a:gd name="T19" fmla="*/ 584 h 593"/>
              <a:gd name="T20" fmla="*/ 491 w 525"/>
              <a:gd name="T21" fmla="*/ 484 h 593"/>
              <a:gd name="T22" fmla="*/ 525 w 525"/>
              <a:gd name="T23" fmla="*/ 428 h 593"/>
              <a:gd name="T24" fmla="*/ 525 w 525"/>
              <a:gd name="T25" fmla="*/ 162 h 593"/>
              <a:gd name="T26" fmla="*/ 491 w 525"/>
              <a:gd name="T27" fmla="*/ 107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5" h="593">
                <a:moveTo>
                  <a:pt x="491" y="107"/>
                </a:moveTo>
                <a:cubicBezTo>
                  <a:pt x="290" y="6"/>
                  <a:pt x="290" y="6"/>
                  <a:pt x="290" y="6"/>
                </a:cubicBezTo>
                <a:cubicBezTo>
                  <a:pt x="281" y="2"/>
                  <a:pt x="272" y="0"/>
                  <a:pt x="262" y="0"/>
                </a:cubicBezTo>
                <a:cubicBezTo>
                  <a:pt x="253" y="0"/>
                  <a:pt x="243" y="2"/>
                  <a:pt x="235" y="6"/>
                </a:cubicBezTo>
                <a:cubicBezTo>
                  <a:pt x="34" y="107"/>
                  <a:pt x="34" y="107"/>
                  <a:pt x="34" y="107"/>
                </a:cubicBezTo>
                <a:cubicBezTo>
                  <a:pt x="13" y="117"/>
                  <a:pt x="0" y="139"/>
                  <a:pt x="0" y="162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51"/>
                  <a:pt x="13" y="473"/>
                  <a:pt x="34" y="484"/>
                </a:cubicBezTo>
                <a:cubicBezTo>
                  <a:pt x="235" y="584"/>
                  <a:pt x="235" y="584"/>
                  <a:pt x="235" y="584"/>
                </a:cubicBezTo>
                <a:cubicBezTo>
                  <a:pt x="252" y="593"/>
                  <a:pt x="273" y="593"/>
                  <a:pt x="290" y="584"/>
                </a:cubicBezTo>
                <a:cubicBezTo>
                  <a:pt x="491" y="484"/>
                  <a:pt x="491" y="484"/>
                  <a:pt x="491" y="484"/>
                </a:cubicBezTo>
                <a:cubicBezTo>
                  <a:pt x="512" y="473"/>
                  <a:pt x="525" y="451"/>
                  <a:pt x="525" y="428"/>
                </a:cubicBezTo>
                <a:cubicBezTo>
                  <a:pt x="525" y="162"/>
                  <a:pt x="525" y="162"/>
                  <a:pt x="525" y="162"/>
                </a:cubicBezTo>
                <a:cubicBezTo>
                  <a:pt x="525" y="139"/>
                  <a:pt x="512" y="117"/>
                  <a:pt x="491" y="107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5000"/>
                </a:schemeClr>
              </a:gs>
              <a:gs pos="5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600" b="1">
              <a:solidFill>
                <a:schemeClr val="bg1">
                  <a:lumMod val="95000"/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62" name="Freeform 119">
            <a:extLst>
              <a:ext uri="{FF2B5EF4-FFF2-40B4-BE49-F238E27FC236}">
                <a16:creationId xmlns:a16="http://schemas.microsoft.com/office/drawing/2014/main" id="{89BF43B9-DDEF-4832-9373-E88FFA6A612D}"/>
              </a:ext>
            </a:extLst>
          </p:cNvPr>
          <p:cNvSpPr>
            <a:spLocks/>
          </p:cNvSpPr>
          <p:nvPr/>
        </p:nvSpPr>
        <p:spPr bwMode="auto">
          <a:xfrm>
            <a:off x="441094" y="424023"/>
            <a:ext cx="4497881" cy="5081354"/>
          </a:xfrm>
          <a:custGeom>
            <a:avLst/>
            <a:gdLst>
              <a:gd name="T0" fmla="*/ 491 w 525"/>
              <a:gd name="T1" fmla="*/ 107 h 593"/>
              <a:gd name="T2" fmla="*/ 290 w 525"/>
              <a:gd name="T3" fmla="*/ 6 h 593"/>
              <a:gd name="T4" fmla="*/ 262 w 525"/>
              <a:gd name="T5" fmla="*/ 0 h 593"/>
              <a:gd name="T6" fmla="*/ 235 w 525"/>
              <a:gd name="T7" fmla="*/ 6 h 593"/>
              <a:gd name="T8" fmla="*/ 34 w 525"/>
              <a:gd name="T9" fmla="*/ 107 h 593"/>
              <a:gd name="T10" fmla="*/ 0 w 525"/>
              <a:gd name="T11" fmla="*/ 162 h 593"/>
              <a:gd name="T12" fmla="*/ 0 w 525"/>
              <a:gd name="T13" fmla="*/ 428 h 593"/>
              <a:gd name="T14" fmla="*/ 34 w 525"/>
              <a:gd name="T15" fmla="*/ 484 h 593"/>
              <a:gd name="T16" fmla="*/ 235 w 525"/>
              <a:gd name="T17" fmla="*/ 584 h 593"/>
              <a:gd name="T18" fmla="*/ 290 w 525"/>
              <a:gd name="T19" fmla="*/ 584 h 593"/>
              <a:gd name="T20" fmla="*/ 491 w 525"/>
              <a:gd name="T21" fmla="*/ 484 h 593"/>
              <a:gd name="T22" fmla="*/ 525 w 525"/>
              <a:gd name="T23" fmla="*/ 428 h 593"/>
              <a:gd name="T24" fmla="*/ 525 w 525"/>
              <a:gd name="T25" fmla="*/ 162 h 593"/>
              <a:gd name="T26" fmla="*/ 491 w 525"/>
              <a:gd name="T27" fmla="*/ 107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5" h="593">
                <a:moveTo>
                  <a:pt x="491" y="107"/>
                </a:moveTo>
                <a:cubicBezTo>
                  <a:pt x="290" y="6"/>
                  <a:pt x="290" y="6"/>
                  <a:pt x="290" y="6"/>
                </a:cubicBezTo>
                <a:cubicBezTo>
                  <a:pt x="281" y="2"/>
                  <a:pt x="272" y="0"/>
                  <a:pt x="262" y="0"/>
                </a:cubicBezTo>
                <a:cubicBezTo>
                  <a:pt x="253" y="0"/>
                  <a:pt x="243" y="2"/>
                  <a:pt x="235" y="6"/>
                </a:cubicBezTo>
                <a:cubicBezTo>
                  <a:pt x="34" y="107"/>
                  <a:pt x="34" y="107"/>
                  <a:pt x="34" y="107"/>
                </a:cubicBezTo>
                <a:cubicBezTo>
                  <a:pt x="13" y="117"/>
                  <a:pt x="0" y="139"/>
                  <a:pt x="0" y="162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51"/>
                  <a:pt x="13" y="473"/>
                  <a:pt x="34" y="484"/>
                </a:cubicBezTo>
                <a:cubicBezTo>
                  <a:pt x="235" y="584"/>
                  <a:pt x="235" y="584"/>
                  <a:pt x="235" y="584"/>
                </a:cubicBezTo>
                <a:cubicBezTo>
                  <a:pt x="252" y="593"/>
                  <a:pt x="273" y="593"/>
                  <a:pt x="290" y="584"/>
                </a:cubicBezTo>
                <a:cubicBezTo>
                  <a:pt x="491" y="484"/>
                  <a:pt x="491" y="484"/>
                  <a:pt x="491" y="484"/>
                </a:cubicBezTo>
                <a:cubicBezTo>
                  <a:pt x="512" y="473"/>
                  <a:pt x="525" y="451"/>
                  <a:pt x="525" y="428"/>
                </a:cubicBezTo>
                <a:cubicBezTo>
                  <a:pt x="525" y="162"/>
                  <a:pt x="525" y="162"/>
                  <a:pt x="525" y="162"/>
                </a:cubicBezTo>
                <a:cubicBezTo>
                  <a:pt x="525" y="139"/>
                  <a:pt x="512" y="117"/>
                  <a:pt x="491" y="107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5000"/>
                </a:schemeClr>
              </a:gs>
              <a:gs pos="5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600" b="1">
              <a:solidFill>
                <a:schemeClr val="bg1">
                  <a:lumMod val="95000"/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3324419"/>
            <a:ext cx="6067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Say Hello To</a:t>
            </a:r>
            <a:r>
              <a:rPr lang="en-US" sz="3200" b="1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en-US" sz="4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Our Professional Team.</a:t>
            </a:r>
            <a:endParaRPr lang="en-US" sz="4600" b="1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79" y="5248846"/>
            <a:ext cx="558545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80" y="1191400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Google Shape;139;p7"/>
          <p:cNvSpPr/>
          <p:nvPr/>
        </p:nvSpPr>
        <p:spPr>
          <a:xfrm>
            <a:off x="1354624" y="1426979"/>
            <a:ext cx="303944" cy="347472"/>
          </a:xfrm>
          <a:custGeom>
            <a:avLst/>
            <a:gdLst/>
            <a:ahLst/>
            <a:cxnLst/>
            <a:rect l="l" t="t" r="r" b="b"/>
            <a:pathLst>
              <a:path w="5202" h="5947" extrusionOk="0">
                <a:moveTo>
                  <a:pt x="2610" y="0"/>
                </a:moveTo>
                <a:lnTo>
                  <a:pt x="2461" y="19"/>
                </a:lnTo>
                <a:lnTo>
                  <a:pt x="2312" y="37"/>
                </a:lnTo>
                <a:lnTo>
                  <a:pt x="2163" y="75"/>
                </a:lnTo>
                <a:lnTo>
                  <a:pt x="2033" y="130"/>
                </a:lnTo>
                <a:lnTo>
                  <a:pt x="1902" y="186"/>
                </a:lnTo>
                <a:lnTo>
                  <a:pt x="1772" y="261"/>
                </a:lnTo>
                <a:lnTo>
                  <a:pt x="1660" y="336"/>
                </a:lnTo>
                <a:lnTo>
                  <a:pt x="1567" y="447"/>
                </a:lnTo>
                <a:lnTo>
                  <a:pt x="1455" y="541"/>
                </a:lnTo>
                <a:lnTo>
                  <a:pt x="1380" y="652"/>
                </a:lnTo>
                <a:lnTo>
                  <a:pt x="1306" y="783"/>
                </a:lnTo>
                <a:lnTo>
                  <a:pt x="1231" y="913"/>
                </a:lnTo>
                <a:lnTo>
                  <a:pt x="1194" y="1044"/>
                </a:lnTo>
                <a:lnTo>
                  <a:pt x="1156" y="1193"/>
                </a:lnTo>
                <a:lnTo>
                  <a:pt x="1138" y="1342"/>
                </a:lnTo>
                <a:lnTo>
                  <a:pt x="1119" y="1491"/>
                </a:lnTo>
                <a:lnTo>
                  <a:pt x="1138" y="1640"/>
                </a:lnTo>
                <a:lnTo>
                  <a:pt x="1156" y="1789"/>
                </a:lnTo>
                <a:lnTo>
                  <a:pt x="1194" y="1939"/>
                </a:lnTo>
                <a:lnTo>
                  <a:pt x="1231" y="2069"/>
                </a:lnTo>
                <a:lnTo>
                  <a:pt x="1306" y="2200"/>
                </a:lnTo>
                <a:lnTo>
                  <a:pt x="1380" y="2311"/>
                </a:lnTo>
                <a:lnTo>
                  <a:pt x="1455" y="2442"/>
                </a:lnTo>
                <a:lnTo>
                  <a:pt x="1567" y="2535"/>
                </a:lnTo>
                <a:lnTo>
                  <a:pt x="1660" y="2628"/>
                </a:lnTo>
                <a:lnTo>
                  <a:pt x="1772" y="2721"/>
                </a:lnTo>
                <a:lnTo>
                  <a:pt x="1902" y="2796"/>
                </a:lnTo>
                <a:lnTo>
                  <a:pt x="2033" y="2852"/>
                </a:lnTo>
                <a:lnTo>
                  <a:pt x="2163" y="2908"/>
                </a:lnTo>
                <a:lnTo>
                  <a:pt x="2312" y="2945"/>
                </a:lnTo>
                <a:lnTo>
                  <a:pt x="2461" y="2964"/>
                </a:lnTo>
                <a:lnTo>
                  <a:pt x="2610" y="2982"/>
                </a:lnTo>
                <a:lnTo>
                  <a:pt x="2760" y="2964"/>
                </a:lnTo>
                <a:lnTo>
                  <a:pt x="2909" y="2945"/>
                </a:lnTo>
                <a:lnTo>
                  <a:pt x="3058" y="2908"/>
                </a:lnTo>
                <a:lnTo>
                  <a:pt x="3188" y="2852"/>
                </a:lnTo>
                <a:lnTo>
                  <a:pt x="3319" y="2796"/>
                </a:lnTo>
                <a:lnTo>
                  <a:pt x="3431" y="2721"/>
                </a:lnTo>
                <a:lnTo>
                  <a:pt x="3561" y="2628"/>
                </a:lnTo>
                <a:lnTo>
                  <a:pt x="3654" y="2535"/>
                </a:lnTo>
                <a:lnTo>
                  <a:pt x="3747" y="2442"/>
                </a:lnTo>
                <a:lnTo>
                  <a:pt x="3841" y="2311"/>
                </a:lnTo>
                <a:lnTo>
                  <a:pt x="3915" y="2200"/>
                </a:lnTo>
                <a:lnTo>
                  <a:pt x="3971" y="2069"/>
                </a:lnTo>
                <a:lnTo>
                  <a:pt x="4027" y="1939"/>
                </a:lnTo>
                <a:lnTo>
                  <a:pt x="4064" y="1789"/>
                </a:lnTo>
                <a:lnTo>
                  <a:pt x="4083" y="1640"/>
                </a:lnTo>
                <a:lnTo>
                  <a:pt x="4102" y="1491"/>
                </a:lnTo>
                <a:lnTo>
                  <a:pt x="4083" y="1342"/>
                </a:lnTo>
                <a:lnTo>
                  <a:pt x="4064" y="1193"/>
                </a:lnTo>
                <a:lnTo>
                  <a:pt x="4027" y="1044"/>
                </a:lnTo>
                <a:lnTo>
                  <a:pt x="3971" y="913"/>
                </a:lnTo>
                <a:lnTo>
                  <a:pt x="3915" y="783"/>
                </a:lnTo>
                <a:lnTo>
                  <a:pt x="3841" y="652"/>
                </a:lnTo>
                <a:lnTo>
                  <a:pt x="3747" y="541"/>
                </a:lnTo>
                <a:lnTo>
                  <a:pt x="3654" y="447"/>
                </a:lnTo>
                <a:lnTo>
                  <a:pt x="3561" y="336"/>
                </a:lnTo>
                <a:lnTo>
                  <a:pt x="3431" y="261"/>
                </a:lnTo>
                <a:lnTo>
                  <a:pt x="3319" y="186"/>
                </a:lnTo>
                <a:lnTo>
                  <a:pt x="3188" y="130"/>
                </a:lnTo>
                <a:lnTo>
                  <a:pt x="3058" y="75"/>
                </a:lnTo>
                <a:lnTo>
                  <a:pt x="2909" y="37"/>
                </a:lnTo>
                <a:lnTo>
                  <a:pt x="2760" y="19"/>
                </a:lnTo>
                <a:lnTo>
                  <a:pt x="2610" y="0"/>
                </a:lnTo>
                <a:close/>
                <a:moveTo>
                  <a:pt x="2051" y="3337"/>
                </a:moveTo>
                <a:lnTo>
                  <a:pt x="2424" y="3989"/>
                </a:lnTo>
                <a:lnTo>
                  <a:pt x="2051" y="5573"/>
                </a:lnTo>
                <a:lnTo>
                  <a:pt x="1492" y="3355"/>
                </a:lnTo>
                <a:lnTo>
                  <a:pt x="1343" y="3355"/>
                </a:lnTo>
                <a:lnTo>
                  <a:pt x="1194" y="3392"/>
                </a:lnTo>
                <a:lnTo>
                  <a:pt x="1045" y="3430"/>
                </a:lnTo>
                <a:lnTo>
                  <a:pt x="914" y="3486"/>
                </a:lnTo>
                <a:lnTo>
                  <a:pt x="784" y="3560"/>
                </a:lnTo>
                <a:lnTo>
                  <a:pt x="672" y="3635"/>
                </a:lnTo>
                <a:lnTo>
                  <a:pt x="541" y="3728"/>
                </a:lnTo>
                <a:lnTo>
                  <a:pt x="448" y="3821"/>
                </a:lnTo>
                <a:lnTo>
                  <a:pt x="355" y="3933"/>
                </a:lnTo>
                <a:lnTo>
                  <a:pt x="262" y="4045"/>
                </a:lnTo>
                <a:lnTo>
                  <a:pt x="187" y="4175"/>
                </a:lnTo>
                <a:lnTo>
                  <a:pt x="131" y="4306"/>
                </a:lnTo>
                <a:lnTo>
                  <a:pt x="75" y="4455"/>
                </a:lnTo>
                <a:lnTo>
                  <a:pt x="38" y="4604"/>
                </a:lnTo>
                <a:lnTo>
                  <a:pt x="19" y="4753"/>
                </a:lnTo>
                <a:lnTo>
                  <a:pt x="1" y="4902"/>
                </a:lnTo>
                <a:lnTo>
                  <a:pt x="1" y="5387"/>
                </a:lnTo>
                <a:lnTo>
                  <a:pt x="19" y="5499"/>
                </a:lnTo>
                <a:lnTo>
                  <a:pt x="57" y="5592"/>
                </a:lnTo>
                <a:lnTo>
                  <a:pt x="113" y="5685"/>
                </a:lnTo>
                <a:lnTo>
                  <a:pt x="169" y="5778"/>
                </a:lnTo>
                <a:lnTo>
                  <a:pt x="262" y="5853"/>
                </a:lnTo>
                <a:lnTo>
                  <a:pt x="355" y="5890"/>
                </a:lnTo>
                <a:lnTo>
                  <a:pt x="448" y="5927"/>
                </a:lnTo>
                <a:lnTo>
                  <a:pt x="560" y="5946"/>
                </a:lnTo>
                <a:lnTo>
                  <a:pt x="4642" y="5946"/>
                </a:lnTo>
                <a:lnTo>
                  <a:pt x="4754" y="5927"/>
                </a:lnTo>
                <a:lnTo>
                  <a:pt x="4866" y="5890"/>
                </a:lnTo>
                <a:lnTo>
                  <a:pt x="4959" y="5853"/>
                </a:lnTo>
                <a:lnTo>
                  <a:pt x="5052" y="5778"/>
                </a:lnTo>
                <a:lnTo>
                  <a:pt x="5108" y="5685"/>
                </a:lnTo>
                <a:lnTo>
                  <a:pt x="5164" y="5592"/>
                </a:lnTo>
                <a:lnTo>
                  <a:pt x="5201" y="5499"/>
                </a:lnTo>
                <a:lnTo>
                  <a:pt x="5201" y="5387"/>
                </a:lnTo>
                <a:lnTo>
                  <a:pt x="5201" y="4902"/>
                </a:lnTo>
                <a:lnTo>
                  <a:pt x="5201" y="4753"/>
                </a:lnTo>
                <a:lnTo>
                  <a:pt x="5183" y="4604"/>
                </a:lnTo>
                <a:lnTo>
                  <a:pt x="5145" y="4455"/>
                </a:lnTo>
                <a:lnTo>
                  <a:pt x="5089" y="4306"/>
                </a:lnTo>
                <a:lnTo>
                  <a:pt x="5034" y="4175"/>
                </a:lnTo>
                <a:lnTo>
                  <a:pt x="4959" y="4045"/>
                </a:lnTo>
                <a:lnTo>
                  <a:pt x="4866" y="3933"/>
                </a:lnTo>
                <a:lnTo>
                  <a:pt x="4773" y="3821"/>
                </a:lnTo>
                <a:lnTo>
                  <a:pt x="4661" y="3728"/>
                </a:lnTo>
                <a:lnTo>
                  <a:pt x="4549" y="3635"/>
                </a:lnTo>
                <a:lnTo>
                  <a:pt x="4437" y="3560"/>
                </a:lnTo>
                <a:lnTo>
                  <a:pt x="4307" y="3486"/>
                </a:lnTo>
                <a:lnTo>
                  <a:pt x="4158" y="3430"/>
                </a:lnTo>
                <a:lnTo>
                  <a:pt x="4027" y="3392"/>
                </a:lnTo>
                <a:lnTo>
                  <a:pt x="3878" y="3355"/>
                </a:lnTo>
                <a:lnTo>
                  <a:pt x="3710" y="3355"/>
                </a:lnTo>
                <a:lnTo>
                  <a:pt x="3170" y="5573"/>
                </a:lnTo>
                <a:lnTo>
                  <a:pt x="2797" y="3989"/>
                </a:lnTo>
                <a:lnTo>
                  <a:pt x="3170" y="333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8187776" y="4593743"/>
            <a:ext cx="2078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SAMANTHA DOE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773" y="4879947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Titillium Web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General Manager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tillium Web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11587681" y="3683043"/>
            <a:ext cx="2078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ALEX DOE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75678" y="3969247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Titillium Web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General Manager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tillium Web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14987587" y="4593743"/>
            <a:ext cx="2078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MOJO DOE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75584" y="4879947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Titillium Web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General Manager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tillium Web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8187776" y="8564962"/>
            <a:ext cx="2078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AUREL DOE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773" y="8851166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Titillium Web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General Manager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tillium Web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11587681" y="7654262"/>
            <a:ext cx="2078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JOHN DOE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775678" y="7940466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Titillium Web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General Manager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tillium Web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14987587" y="8564962"/>
            <a:ext cx="2078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MICHAEL DOE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175584" y="8851166"/>
            <a:ext cx="17027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Titillium Web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General Manager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tillium Web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4" name="Freeform 53"/>
          <p:cNvSpPr/>
          <p:nvPr/>
        </p:nvSpPr>
        <p:spPr>
          <a:xfrm>
            <a:off x="8059190" y="2007980"/>
            <a:ext cx="2331720" cy="2331720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eform 54"/>
          <p:cNvSpPr/>
          <p:nvPr/>
        </p:nvSpPr>
        <p:spPr>
          <a:xfrm>
            <a:off x="11459094" y="1097280"/>
            <a:ext cx="2331720" cy="2331720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 55"/>
          <p:cNvSpPr/>
          <p:nvPr/>
        </p:nvSpPr>
        <p:spPr>
          <a:xfrm>
            <a:off x="14859000" y="2007980"/>
            <a:ext cx="2331720" cy="2331720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56"/>
          <p:cNvSpPr/>
          <p:nvPr/>
        </p:nvSpPr>
        <p:spPr>
          <a:xfrm>
            <a:off x="8059190" y="5975043"/>
            <a:ext cx="2331720" cy="2331720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reeform 57"/>
          <p:cNvSpPr/>
          <p:nvPr/>
        </p:nvSpPr>
        <p:spPr>
          <a:xfrm>
            <a:off x="11459094" y="5064343"/>
            <a:ext cx="2331720" cy="2331720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/>
          <p:cNvSpPr/>
          <p:nvPr/>
        </p:nvSpPr>
        <p:spPr>
          <a:xfrm>
            <a:off x="14859000" y="5975043"/>
            <a:ext cx="2331720" cy="2331720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ed Rectangle 62"/>
          <p:cNvSpPr/>
          <p:nvPr/>
        </p:nvSpPr>
        <p:spPr>
          <a:xfrm>
            <a:off x="4352920" y="8094757"/>
            <a:ext cx="2971078" cy="1294391"/>
          </a:xfrm>
          <a:prstGeom prst="roundRect">
            <a:avLst>
              <a:gd name="adj" fmla="val 6843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  <a:ln>
            <a:noFill/>
          </a:ln>
          <a:effectLst>
            <a:outerShdw blurRad="355600" dist="38100" dir="5400000" algn="t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/>
          <p:cNvGrpSpPr/>
          <p:nvPr/>
        </p:nvGrpSpPr>
        <p:grpSpPr>
          <a:xfrm>
            <a:off x="5892479" y="8094757"/>
            <a:ext cx="1431519" cy="1294391"/>
            <a:chOff x="15072393" y="3848801"/>
            <a:chExt cx="1930873" cy="1745911"/>
          </a:xfrm>
        </p:grpSpPr>
        <p:sp>
          <p:nvSpPr>
            <p:cNvPr id="65" name="Freeform: Shape 143">
              <a:extLst>
                <a:ext uri="{FF2B5EF4-FFF2-40B4-BE49-F238E27FC236}">
                  <a16:creationId xmlns:a16="http://schemas.microsoft.com/office/drawing/2014/main" id="{F4D93E69-1EFE-4F72-BD4F-5CA536EF1F0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5164874" y="3756320"/>
              <a:ext cx="1745911" cy="1930873"/>
            </a:xfrm>
            <a:custGeom>
              <a:avLst/>
              <a:gdLst>
                <a:gd name="connsiteX0" fmla="*/ 0 w 1482338"/>
                <a:gd name="connsiteY0" fmla="*/ 1355533 h 1700566"/>
                <a:gd name="connsiteX1" fmla="*/ 0 w 1482338"/>
                <a:gd name="connsiteY1" fmla="*/ 38630 h 1700566"/>
                <a:gd name="connsiteX2" fmla="*/ 38630 w 1482338"/>
                <a:gd name="connsiteY2" fmla="*/ 0 h 1700566"/>
                <a:gd name="connsiteX3" fmla="*/ 1443708 w 1482338"/>
                <a:gd name="connsiteY3" fmla="*/ 0 h 1700566"/>
                <a:gd name="connsiteX4" fmla="*/ 1482338 w 1482338"/>
                <a:gd name="connsiteY4" fmla="*/ 38630 h 1700566"/>
                <a:gd name="connsiteX5" fmla="*/ 1482338 w 1482338"/>
                <a:gd name="connsiteY5" fmla="*/ 1367645 h 1700566"/>
                <a:gd name="connsiteX6" fmla="*/ 1455444 w 1482338"/>
                <a:gd name="connsiteY6" fmla="*/ 1381028 h 1700566"/>
                <a:gd name="connsiteX7" fmla="*/ 871659 w 1482338"/>
                <a:gd name="connsiteY7" fmla="*/ 1671519 h 1700566"/>
                <a:gd name="connsiteX8" fmla="*/ 635021 w 1482338"/>
                <a:gd name="connsiteY8" fmla="*/ 1671519 h 1700566"/>
                <a:gd name="connsiteX9" fmla="*/ 55671 w 1482338"/>
                <a:gd name="connsiteY9" fmla="*/ 1383234 h 170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338" h="1700566">
                  <a:moveTo>
                    <a:pt x="0" y="1355533"/>
                  </a:moveTo>
                  <a:lnTo>
                    <a:pt x="0" y="38630"/>
                  </a:lnTo>
                  <a:cubicBezTo>
                    <a:pt x="0" y="17295"/>
                    <a:pt x="17295" y="0"/>
                    <a:pt x="38630" y="0"/>
                  </a:cubicBezTo>
                  <a:lnTo>
                    <a:pt x="1443708" y="0"/>
                  </a:lnTo>
                  <a:cubicBezTo>
                    <a:pt x="1465043" y="0"/>
                    <a:pt x="1482338" y="17295"/>
                    <a:pt x="1482338" y="38630"/>
                  </a:cubicBezTo>
                  <a:lnTo>
                    <a:pt x="1482338" y="1367645"/>
                  </a:lnTo>
                  <a:lnTo>
                    <a:pt x="1455444" y="1381028"/>
                  </a:lnTo>
                  <a:cubicBezTo>
                    <a:pt x="1327708" y="1444589"/>
                    <a:pt x="1141910" y="1537042"/>
                    <a:pt x="871659" y="1671519"/>
                  </a:cubicBezTo>
                  <a:cubicBezTo>
                    <a:pt x="798516" y="1710249"/>
                    <a:pt x="708164" y="1710249"/>
                    <a:pt x="635021" y="1671519"/>
                  </a:cubicBezTo>
                  <a:cubicBezTo>
                    <a:pt x="635021" y="1671519"/>
                    <a:pt x="635021" y="1671519"/>
                    <a:pt x="55671" y="1383234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9600" b="1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  <p:sp>
          <p:nvSpPr>
            <p:cNvPr id="66" name="Freeform: Shape 144">
              <a:extLst>
                <a:ext uri="{FF2B5EF4-FFF2-40B4-BE49-F238E27FC236}">
                  <a16:creationId xmlns:a16="http://schemas.microsoft.com/office/drawing/2014/main" id="{94F26F7C-EE4A-4680-9AFE-DC824A32C5B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5515086" y="4106533"/>
              <a:ext cx="1745911" cy="1230448"/>
            </a:xfrm>
            <a:custGeom>
              <a:avLst/>
              <a:gdLst>
                <a:gd name="connsiteX0" fmla="*/ 0 w 1482338"/>
                <a:gd name="connsiteY0" fmla="*/ 738652 h 1083685"/>
                <a:gd name="connsiteX1" fmla="*/ 0 w 1482338"/>
                <a:gd name="connsiteY1" fmla="*/ 38630 h 1083685"/>
                <a:gd name="connsiteX2" fmla="*/ 38630 w 1482338"/>
                <a:gd name="connsiteY2" fmla="*/ 0 h 1083685"/>
                <a:gd name="connsiteX3" fmla="*/ 1443708 w 1482338"/>
                <a:gd name="connsiteY3" fmla="*/ 0 h 1083685"/>
                <a:gd name="connsiteX4" fmla="*/ 1482338 w 1482338"/>
                <a:gd name="connsiteY4" fmla="*/ 38630 h 1083685"/>
                <a:gd name="connsiteX5" fmla="*/ 1482338 w 1482338"/>
                <a:gd name="connsiteY5" fmla="*/ 750764 h 1083685"/>
                <a:gd name="connsiteX6" fmla="*/ 1455444 w 1482338"/>
                <a:gd name="connsiteY6" fmla="*/ 764147 h 1083685"/>
                <a:gd name="connsiteX7" fmla="*/ 871659 w 1482338"/>
                <a:gd name="connsiteY7" fmla="*/ 1054639 h 1083685"/>
                <a:gd name="connsiteX8" fmla="*/ 635021 w 1482338"/>
                <a:gd name="connsiteY8" fmla="*/ 1054639 h 1083685"/>
                <a:gd name="connsiteX9" fmla="*/ 55671 w 1482338"/>
                <a:gd name="connsiteY9" fmla="*/ 766354 h 1083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338" h="1083685">
                  <a:moveTo>
                    <a:pt x="0" y="738652"/>
                  </a:moveTo>
                  <a:lnTo>
                    <a:pt x="0" y="38630"/>
                  </a:lnTo>
                  <a:cubicBezTo>
                    <a:pt x="0" y="17295"/>
                    <a:pt x="17295" y="0"/>
                    <a:pt x="38630" y="0"/>
                  </a:cubicBezTo>
                  <a:lnTo>
                    <a:pt x="1443708" y="0"/>
                  </a:lnTo>
                  <a:cubicBezTo>
                    <a:pt x="1465043" y="0"/>
                    <a:pt x="1482338" y="17295"/>
                    <a:pt x="1482338" y="38630"/>
                  </a:cubicBezTo>
                  <a:lnTo>
                    <a:pt x="1482338" y="750764"/>
                  </a:lnTo>
                  <a:lnTo>
                    <a:pt x="1455444" y="764147"/>
                  </a:lnTo>
                  <a:cubicBezTo>
                    <a:pt x="1327708" y="827709"/>
                    <a:pt x="1141910" y="920162"/>
                    <a:pt x="871659" y="1054639"/>
                  </a:cubicBezTo>
                  <a:cubicBezTo>
                    <a:pt x="798516" y="1093368"/>
                    <a:pt x="708164" y="1093368"/>
                    <a:pt x="635021" y="1054639"/>
                  </a:cubicBezTo>
                  <a:cubicBezTo>
                    <a:pt x="635021" y="1054639"/>
                    <a:pt x="635021" y="1054639"/>
                    <a:pt x="55671" y="766354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9600" b="1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8422208C-813E-4314-AFCF-BE0F4B346AF3}"/>
              </a:ext>
            </a:extLst>
          </p:cNvPr>
          <p:cNvSpPr txBox="1"/>
          <p:nvPr/>
        </p:nvSpPr>
        <p:spPr>
          <a:xfrm>
            <a:off x="4985566" y="8225489"/>
            <a:ext cx="1705787" cy="67710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id-ID" sz="3800" spc="100">
                <a:solidFill>
                  <a:schemeClr val="bg1"/>
                </a:solidFill>
                <a:latin typeface="Titillium Web SemiBold" panose="00000700000000000000" pitchFamily="2" charset="0"/>
              </a:rPr>
              <a:t>3</a:t>
            </a:r>
            <a:r>
              <a:rPr lang="en-US" sz="3800" spc="100">
                <a:solidFill>
                  <a:schemeClr val="bg1"/>
                </a:solidFill>
                <a:latin typeface="Titillium Web SemiBold" panose="00000700000000000000" pitchFamily="2" charset="0"/>
              </a:rPr>
              <a:t>5+</a:t>
            </a:r>
            <a:endParaRPr lang="id-ID" sz="3800" spc="100" dirty="0">
              <a:solidFill>
                <a:schemeClr val="bg1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709785" y="8861480"/>
            <a:ext cx="2257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Professional Member</a:t>
            </a:r>
            <a:endParaRPr lang="en-US" sz="1800" dirty="0">
              <a:solidFill>
                <a:schemeClr val="bg1"/>
              </a:solidFill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1097600" y="8094757"/>
            <a:ext cx="2971078" cy="1294391"/>
          </a:xfrm>
          <a:prstGeom prst="roundRect">
            <a:avLst>
              <a:gd name="adj" fmla="val 6843"/>
            </a:avLst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</a:gradFill>
          <a:ln>
            <a:noFill/>
          </a:ln>
          <a:effectLst>
            <a:outerShdw blurRad="355600" dist="38100" dir="5400000" algn="t" rotWithShape="0">
              <a:schemeClr val="accent4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/>
          <p:cNvGrpSpPr/>
          <p:nvPr/>
        </p:nvGrpSpPr>
        <p:grpSpPr>
          <a:xfrm>
            <a:off x="2637159" y="8094757"/>
            <a:ext cx="1431519" cy="1294391"/>
            <a:chOff x="15072393" y="3848801"/>
            <a:chExt cx="1930873" cy="1745911"/>
          </a:xfrm>
        </p:grpSpPr>
        <p:sp>
          <p:nvSpPr>
            <p:cNvPr id="72" name="Freeform: Shape 143">
              <a:extLst>
                <a:ext uri="{FF2B5EF4-FFF2-40B4-BE49-F238E27FC236}">
                  <a16:creationId xmlns:a16="http://schemas.microsoft.com/office/drawing/2014/main" id="{F4D93E69-1EFE-4F72-BD4F-5CA536EF1F0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5164874" y="3756320"/>
              <a:ext cx="1745911" cy="1930873"/>
            </a:xfrm>
            <a:custGeom>
              <a:avLst/>
              <a:gdLst>
                <a:gd name="connsiteX0" fmla="*/ 0 w 1482338"/>
                <a:gd name="connsiteY0" fmla="*/ 1355533 h 1700566"/>
                <a:gd name="connsiteX1" fmla="*/ 0 w 1482338"/>
                <a:gd name="connsiteY1" fmla="*/ 38630 h 1700566"/>
                <a:gd name="connsiteX2" fmla="*/ 38630 w 1482338"/>
                <a:gd name="connsiteY2" fmla="*/ 0 h 1700566"/>
                <a:gd name="connsiteX3" fmla="*/ 1443708 w 1482338"/>
                <a:gd name="connsiteY3" fmla="*/ 0 h 1700566"/>
                <a:gd name="connsiteX4" fmla="*/ 1482338 w 1482338"/>
                <a:gd name="connsiteY4" fmla="*/ 38630 h 1700566"/>
                <a:gd name="connsiteX5" fmla="*/ 1482338 w 1482338"/>
                <a:gd name="connsiteY5" fmla="*/ 1367645 h 1700566"/>
                <a:gd name="connsiteX6" fmla="*/ 1455444 w 1482338"/>
                <a:gd name="connsiteY6" fmla="*/ 1381028 h 1700566"/>
                <a:gd name="connsiteX7" fmla="*/ 871659 w 1482338"/>
                <a:gd name="connsiteY7" fmla="*/ 1671519 h 1700566"/>
                <a:gd name="connsiteX8" fmla="*/ 635021 w 1482338"/>
                <a:gd name="connsiteY8" fmla="*/ 1671519 h 1700566"/>
                <a:gd name="connsiteX9" fmla="*/ 55671 w 1482338"/>
                <a:gd name="connsiteY9" fmla="*/ 1383234 h 170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338" h="1700566">
                  <a:moveTo>
                    <a:pt x="0" y="1355533"/>
                  </a:moveTo>
                  <a:lnTo>
                    <a:pt x="0" y="38630"/>
                  </a:lnTo>
                  <a:cubicBezTo>
                    <a:pt x="0" y="17295"/>
                    <a:pt x="17295" y="0"/>
                    <a:pt x="38630" y="0"/>
                  </a:cubicBezTo>
                  <a:lnTo>
                    <a:pt x="1443708" y="0"/>
                  </a:lnTo>
                  <a:cubicBezTo>
                    <a:pt x="1465043" y="0"/>
                    <a:pt x="1482338" y="17295"/>
                    <a:pt x="1482338" y="38630"/>
                  </a:cubicBezTo>
                  <a:lnTo>
                    <a:pt x="1482338" y="1367645"/>
                  </a:lnTo>
                  <a:lnTo>
                    <a:pt x="1455444" y="1381028"/>
                  </a:lnTo>
                  <a:cubicBezTo>
                    <a:pt x="1327708" y="1444589"/>
                    <a:pt x="1141910" y="1537042"/>
                    <a:pt x="871659" y="1671519"/>
                  </a:cubicBezTo>
                  <a:cubicBezTo>
                    <a:pt x="798516" y="1710249"/>
                    <a:pt x="708164" y="1710249"/>
                    <a:pt x="635021" y="1671519"/>
                  </a:cubicBezTo>
                  <a:cubicBezTo>
                    <a:pt x="635021" y="1671519"/>
                    <a:pt x="635021" y="1671519"/>
                    <a:pt x="55671" y="1383234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9600" b="1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  <p:sp>
          <p:nvSpPr>
            <p:cNvPr id="73" name="Freeform: Shape 144">
              <a:extLst>
                <a:ext uri="{FF2B5EF4-FFF2-40B4-BE49-F238E27FC236}">
                  <a16:creationId xmlns:a16="http://schemas.microsoft.com/office/drawing/2014/main" id="{94F26F7C-EE4A-4680-9AFE-DC824A32C5B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5515086" y="4106533"/>
              <a:ext cx="1745911" cy="1230448"/>
            </a:xfrm>
            <a:custGeom>
              <a:avLst/>
              <a:gdLst>
                <a:gd name="connsiteX0" fmla="*/ 0 w 1482338"/>
                <a:gd name="connsiteY0" fmla="*/ 738652 h 1083685"/>
                <a:gd name="connsiteX1" fmla="*/ 0 w 1482338"/>
                <a:gd name="connsiteY1" fmla="*/ 38630 h 1083685"/>
                <a:gd name="connsiteX2" fmla="*/ 38630 w 1482338"/>
                <a:gd name="connsiteY2" fmla="*/ 0 h 1083685"/>
                <a:gd name="connsiteX3" fmla="*/ 1443708 w 1482338"/>
                <a:gd name="connsiteY3" fmla="*/ 0 h 1083685"/>
                <a:gd name="connsiteX4" fmla="*/ 1482338 w 1482338"/>
                <a:gd name="connsiteY4" fmla="*/ 38630 h 1083685"/>
                <a:gd name="connsiteX5" fmla="*/ 1482338 w 1482338"/>
                <a:gd name="connsiteY5" fmla="*/ 750764 h 1083685"/>
                <a:gd name="connsiteX6" fmla="*/ 1455444 w 1482338"/>
                <a:gd name="connsiteY6" fmla="*/ 764147 h 1083685"/>
                <a:gd name="connsiteX7" fmla="*/ 871659 w 1482338"/>
                <a:gd name="connsiteY7" fmla="*/ 1054639 h 1083685"/>
                <a:gd name="connsiteX8" fmla="*/ 635021 w 1482338"/>
                <a:gd name="connsiteY8" fmla="*/ 1054639 h 1083685"/>
                <a:gd name="connsiteX9" fmla="*/ 55671 w 1482338"/>
                <a:gd name="connsiteY9" fmla="*/ 766354 h 1083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338" h="1083685">
                  <a:moveTo>
                    <a:pt x="0" y="738652"/>
                  </a:moveTo>
                  <a:lnTo>
                    <a:pt x="0" y="38630"/>
                  </a:lnTo>
                  <a:cubicBezTo>
                    <a:pt x="0" y="17295"/>
                    <a:pt x="17295" y="0"/>
                    <a:pt x="38630" y="0"/>
                  </a:cubicBezTo>
                  <a:lnTo>
                    <a:pt x="1443708" y="0"/>
                  </a:lnTo>
                  <a:cubicBezTo>
                    <a:pt x="1465043" y="0"/>
                    <a:pt x="1482338" y="17295"/>
                    <a:pt x="1482338" y="38630"/>
                  </a:cubicBezTo>
                  <a:lnTo>
                    <a:pt x="1482338" y="750764"/>
                  </a:lnTo>
                  <a:lnTo>
                    <a:pt x="1455444" y="764147"/>
                  </a:lnTo>
                  <a:cubicBezTo>
                    <a:pt x="1327708" y="827709"/>
                    <a:pt x="1141910" y="920162"/>
                    <a:pt x="871659" y="1054639"/>
                  </a:cubicBezTo>
                  <a:cubicBezTo>
                    <a:pt x="798516" y="1093368"/>
                    <a:pt x="708164" y="1093368"/>
                    <a:pt x="635021" y="1054639"/>
                  </a:cubicBezTo>
                  <a:cubicBezTo>
                    <a:pt x="635021" y="1054639"/>
                    <a:pt x="635021" y="1054639"/>
                    <a:pt x="55671" y="766354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9600" b="1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8422208C-813E-4314-AFCF-BE0F4B346AF3}"/>
              </a:ext>
            </a:extLst>
          </p:cNvPr>
          <p:cNvSpPr txBox="1"/>
          <p:nvPr/>
        </p:nvSpPr>
        <p:spPr>
          <a:xfrm>
            <a:off x="1730246" y="8225489"/>
            <a:ext cx="1705787" cy="67710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800" spc="100">
                <a:solidFill>
                  <a:schemeClr val="accent4">
                    <a:lumMod val="50000"/>
                  </a:schemeClr>
                </a:solidFill>
                <a:latin typeface="Titillium Web SemiBold" panose="00000700000000000000" pitchFamily="2" charset="0"/>
              </a:rPr>
              <a:t>150+</a:t>
            </a:r>
            <a:endParaRPr lang="id-ID" sz="3800" spc="100" dirty="0">
              <a:solidFill>
                <a:schemeClr val="accent4">
                  <a:lumMod val="50000"/>
                </a:schemeClr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164596" y="8861480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>
                <a:solidFill>
                  <a:schemeClr val="accent4">
                    <a:lumMod val="50000"/>
                  </a:schemeClr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Clients</a:t>
            </a:r>
            <a:endParaRPr lang="en-US" sz="1800" dirty="0">
              <a:solidFill>
                <a:schemeClr val="accent4">
                  <a:lumMod val="50000"/>
                </a:schemeClr>
              </a:solidFill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320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 44"/>
          <p:cNvSpPr/>
          <p:nvPr/>
        </p:nvSpPr>
        <p:spPr>
          <a:xfrm>
            <a:off x="11501444" y="0"/>
            <a:ext cx="6786556" cy="10285412"/>
          </a:xfrm>
          <a:custGeom>
            <a:avLst/>
            <a:gdLst>
              <a:gd name="connsiteX0" fmla="*/ 3612671 w 6786556"/>
              <a:gd name="connsiteY0" fmla="*/ 0 h 10285412"/>
              <a:gd name="connsiteX1" fmla="*/ 3618774 w 6786556"/>
              <a:gd name="connsiteY1" fmla="*/ 0 h 10285412"/>
              <a:gd name="connsiteX2" fmla="*/ 3633269 w 6786556"/>
              <a:gd name="connsiteY2" fmla="*/ 0 h 10285412"/>
              <a:gd name="connsiteX3" fmla="*/ 3661495 w 6786556"/>
              <a:gd name="connsiteY3" fmla="*/ 0 h 10285412"/>
              <a:gd name="connsiteX4" fmla="*/ 3708031 w 6786556"/>
              <a:gd name="connsiteY4" fmla="*/ 0 h 10285412"/>
              <a:gd name="connsiteX5" fmla="*/ 3777453 w 6786556"/>
              <a:gd name="connsiteY5" fmla="*/ 0 h 10285412"/>
              <a:gd name="connsiteX6" fmla="*/ 3874339 w 6786556"/>
              <a:gd name="connsiteY6" fmla="*/ 0 h 10285412"/>
              <a:gd name="connsiteX7" fmla="*/ 4003265 w 6786556"/>
              <a:gd name="connsiteY7" fmla="*/ 0 h 10285412"/>
              <a:gd name="connsiteX8" fmla="*/ 4168811 w 6786556"/>
              <a:gd name="connsiteY8" fmla="*/ 0 h 10285412"/>
              <a:gd name="connsiteX9" fmla="*/ 4375551 w 6786556"/>
              <a:gd name="connsiteY9" fmla="*/ 0 h 10285412"/>
              <a:gd name="connsiteX10" fmla="*/ 4628064 w 6786556"/>
              <a:gd name="connsiteY10" fmla="*/ 0 h 10285412"/>
              <a:gd name="connsiteX11" fmla="*/ 4772916 w 6786556"/>
              <a:gd name="connsiteY11" fmla="*/ 0 h 10285412"/>
              <a:gd name="connsiteX12" fmla="*/ 4930928 w 6786556"/>
              <a:gd name="connsiteY12" fmla="*/ 0 h 10285412"/>
              <a:gd name="connsiteX13" fmla="*/ 5102671 w 6786556"/>
              <a:gd name="connsiteY13" fmla="*/ 0 h 10285412"/>
              <a:gd name="connsiteX14" fmla="*/ 5288718 w 6786556"/>
              <a:gd name="connsiteY14" fmla="*/ 0 h 10285412"/>
              <a:gd name="connsiteX15" fmla="*/ 5489642 w 6786556"/>
              <a:gd name="connsiteY15" fmla="*/ 0 h 10285412"/>
              <a:gd name="connsiteX16" fmla="*/ 5706014 w 6786556"/>
              <a:gd name="connsiteY16" fmla="*/ 0 h 10285412"/>
              <a:gd name="connsiteX17" fmla="*/ 5938406 w 6786556"/>
              <a:gd name="connsiteY17" fmla="*/ 0 h 10285412"/>
              <a:gd name="connsiteX18" fmla="*/ 6187392 w 6786556"/>
              <a:gd name="connsiteY18" fmla="*/ 0 h 10285412"/>
              <a:gd name="connsiteX19" fmla="*/ 6453542 w 6786556"/>
              <a:gd name="connsiteY19" fmla="*/ 0 h 10285412"/>
              <a:gd name="connsiteX20" fmla="*/ 6737428 w 6786556"/>
              <a:gd name="connsiteY20" fmla="*/ 0 h 10285412"/>
              <a:gd name="connsiteX21" fmla="*/ 6786556 w 6786556"/>
              <a:gd name="connsiteY21" fmla="*/ 0 h 10285412"/>
              <a:gd name="connsiteX22" fmla="*/ 6786556 w 6786556"/>
              <a:gd name="connsiteY22" fmla="*/ 10285412 h 10285412"/>
              <a:gd name="connsiteX23" fmla="*/ 3588739 w 6786556"/>
              <a:gd name="connsiteY23" fmla="*/ 10285412 h 10285412"/>
              <a:gd name="connsiteX24" fmla="*/ 3410600 w 6786556"/>
              <a:gd name="connsiteY24" fmla="*/ 10273591 h 10285412"/>
              <a:gd name="connsiteX25" fmla="*/ 2289671 w 6786556"/>
              <a:gd name="connsiteY25" fmla="*/ 9522619 h 10285412"/>
              <a:gd name="connsiteX26" fmla="*/ 205232 w 6786556"/>
              <a:gd name="connsiteY26" fmla="*/ 5907881 h 10285412"/>
              <a:gd name="connsiteX27" fmla="*/ 205232 w 6786556"/>
              <a:gd name="connsiteY27" fmla="*/ 4379119 h 10285412"/>
              <a:gd name="connsiteX28" fmla="*/ 2289671 w 6786556"/>
              <a:gd name="connsiteY28" fmla="*/ 764381 h 10285412"/>
              <a:gd name="connsiteX29" fmla="*/ 3612671 w 6786556"/>
              <a:gd name="connsiteY29" fmla="*/ 0 h 10285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786556" h="10285412">
                <a:moveTo>
                  <a:pt x="3612671" y="0"/>
                </a:moveTo>
                <a:lnTo>
                  <a:pt x="3618774" y="0"/>
                </a:lnTo>
                <a:lnTo>
                  <a:pt x="3633269" y="0"/>
                </a:lnTo>
                <a:lnTo>
                  <a:pt x="3661495" y="0"/>
                </a:lnTo>
                <a:lnTo>
                  <a:pt x="3708031" y="0"/>
                </a:lnTo>
                <a:lnTo>
                  <a:pt x="3777453" y="0"/>
                </a:lnTo>
                <a:lnTo>
                  <a:pt x="3874339" y="0"/>
                </a:lnTo>
                <a:lnTo>
                  <a:pt x="4003265" y="0"/>
                </a:lnTo>
                <a:lnTo>
                  <a:pt x="4168811" y="0"/>
                </a:lnTo>
                <a:lnTo>
                  <a:pt x="4375551" y="0"/>
                </a:lnTo>
                <a:lnTo>
                  <a:pt x="4628064" y="0"/>
                </a:lnTo>
                <a:lnTo>
                  <a:pt x="4772916" y="0"/>
                </a:lnTo>
                <a:lnTo>
                  <a:pt x="4930928" y="0"/>
                </a:lnTo>
                <a:lnTo>
                  <a:pt x="5102671" y="0"/>
                </a:lnTo>
                <a:lnTo>
                  <a:pt x="5288718" y="0"/>
                </a:lnTo>
                <a:lnTo>
                  <a:pt x="5489642" y="0"/>
                </a:lnTo>
                <a:lnTo>
                  <a:pt x="5706014" y="0"/>
                </a:lnTo>
                <a:lnTo>
                  <a:pt x="5938406" y="0"/>
                </a:lnTo>
                <a:lnTo>
                  <a:pt x="6187392" y="0"/>
                </a:lnTo>
                <a:lnTo>
                  <a:pt x="6453542" y="0"/>
                </a:lnTo>
                <a:lnTo>
                  <a:pt x="6737428" y="0"/>
                </a:lnTo>
                <a:lnTo>
                  <a:pt x="6786556" y="0"/>
                </a:lnTo>
                <a:lnTo>
                  <a:pt x="6786556" y="10285412"/>
                </a:lnTo>
                <a:lnTo>
                  <a:pt x="3588739" y="10285412"/>
                </a:lnTo>
                <a:lnTo>
                  <a:pt x="3410600" y="10273591"/>
                </a:lnTo>
                <a:cubicBezTo>
                  <a:pt x="2945260" y="10211507"/>
                  <a:pt x="2529108" y="9937254"/>
                  <a:pt x="2289671" y="9522619"/>
                </a:cubicBezTo>
                <a:cubicBezTo>
                  <a:pt x="2289671" y="9522619"/>
                  <a:pt x="2289671" y="9522619"/>
                  <a:pt x="205232" y="5907881"/>
                </a:cubicBezTo>
                <a:cubicBezTo>
                  <a:pt x="-68410" y="5434013"/>
                  <a:pt x="-68410" y="4852988"/>
                  <a:pt x="205232" y="4379119"/>
                </a:cubicBezTo>
                <a:cubicBezTo>
                  <a:pt x="205232" y="4379119"/>
                  <a:pt x="205232" y="4379119"/>
                  <a:pt x="2289671" y="764381"/>
                </a:cubicBezTo>
                <a:cubicBezTo>
                  <a:pt x="2563313" y="290513"/>
                  <a:pt x="3067767" y="0"/>
                  <a:pt x="361267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Freeform 119">
            <a:extLst>
              <a:ext uri="{FF2B5EF4-FFF2-40B4-BE49-F238E27FC236}">
                <a16:creationId xmlns:a16="http://schemas.microsoft.com/office/drawing/2014/main" id="{89BF43B9-DDEF-4832-9373-E88FFA6A612D}"/>
              </a:ext>
            </a:extLst>
          </p:cNvPr>
          <p:cNvSpPr>
            <a:spLocks/>
          </p:cNvSpPr>
          <p:nvPr/>
        </p:nvSpPr>
        <p:spPr bwMode="auto">
          <a:xfrm>
            <a:off x="14222651" y="7216934"/>
            <a:ext cx="1803416" cy="2037358"/>
          </a:xfrm>
          <a:custGeom>
            <a:avLst/>
            <a:gdLst>
              <a:gd name="T0" fmla="*/ 491 w 525"/>
              <a:gd name="T1" fmla="*/ 107 h 593"/>
              <a:gd name="T2" fmla="*/ 290 w 525"/>
              <a:gd name="T3" fmla="*/ 6 h 593"/>
              <a:gd name="T4" fmla="*/ 262 w 525"/>
              <a:gd name="T5" fmla="*/ 0 h 593"/>
              <a:gd name="T6" fmla="*/ 235 w 525"/>
              <a:gd name="T7" fmla="*/ 6 h 593"/>
              <a:gd name="T8" fmla="*/ 34 w 525"/>
              <a:gd name="T9" fmla="*/ 107 h 593"/>
              <a:gd name="T10" fmla="*/ 0 w 525"/>
              <a:gd name="T11" fmla="*/ 162 h 593"/>
              <a:gd name="T12" fmla="*/ 0 w 525"/>
              <a:gd name="T13" fmla="*/ 428 h 593"/>
              <a:gd name="T14" fmla="*/ 34 w 525"/>
              <a:gd name="T15" fmla="*/ 484 h 593"/>
              <a:gd name="T16" fmla="*/ 235 w 525"/>
              <a:gd name="T17" fmla="*/ 584 h 593"/>
              <a:gd name="T18" fmla="*/ 290 w 525"/>
              <a:gd name="T19" fmla="*/ 584 h 593"/>
              <a:gd name="T20" fmla="*/ 491 w 525"/>
              <a:gd name="T21" fmla="*/ 484 h 593"/>
              <a:gd name="T22" fmla="*/ 525 w 525"/>
              <a:gd name="T23" fmla="*/ 428 h 593"/>
              <a:gd name="T24" fmla="*/ 525 w 525"/>
              <a:gd name="T25" fmla="*/ 162 h 593"/>
              <a:gd name="T26" fmla="*/ 491 w 525"/>
              <a:gd name="T27" fmla="*/ 107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5" h="593">
                <a:moveTo>
                  <a:pt x="491" y="107"/>
                </a:moveTo>
                <a:cubicBezTo>
                  <a:pt x="290" y="6"/>
                  <a:pt x="290" y="6"/>
                  <a:pt x="290" y="6"/>
                </a:cubicBezTo>
                <a:cubicBezTo>
                  <a:pt x="281" y="2"/>
                  <a:pt x="272" y="0"/>
                  <a:pt x="262" y="0"/>
                </a:cubicBezTo>
                <a:cubicBezTo>
                  <a:pt x="253" y="0"/>
                  <a:pt x="243" y="2"/>
                  <a:pt x="235" y="6"/>
                </a:cubicBezTo>
                <a:cubicBezTo>
                  <a:pt x="34" y="107"/>
                  <a:pt x="34" y="107"/>
                  <a:pt x="34" y="107"/>
                </a:cubicBezTo>
                <a:cubicBezTo>
                  <a:pt x="13" y="117"/>
                  <a:pt x="0" y="139"/>
                  <a:pt x="0" y="162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51"/>
                  <a:pt x="13" y="473"/>
                  <a:pt x="34" y="484"/>
                </a:cubicBezTo>
                <a:cubicBezTo>
                  <a:pt x="235" y="584"/>
                  <a:pt x="235" y="584"/>
                  <a:pt x="235" y="584"/>
                </a:cubicBezTo>
                <a:cubicBezTo>
                  <a:pt x="252" y="593"/>
                  <a:pt x="273" y="593"/>
                  <a:pt x="290" y="584"/>
                </a:cubicBezTo>
                <a:cubicBezTo>
                  <a:pt x="491" y="484"/>
                  <a:pt x="491" y="484"/>
                  <a:pt x="491" y="484"/>
                </a:cubicBezTo>
                <a:cubicBezTo>
                  <a:pt x="512" y="473"/>
                  <a:pt x="525" y="451"/>
                  <a:pt x="525" y="428"/>
                </a:cubicBezTo>
                <a:cubicBezTo>
                  <a:pt x="525" y="162"/>
                  <a:pt x="525" y="162"/>
                  <a:pt x="525" y="162"/>
                </a:cubicBezTo>
                <a:cubicBezTo>
                  <a:pt x="525" y="139"/>
                  <a:pt x="512" y="117"/>
                  <a:pt x="491" y="107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5000"/>
                </a:schemeClr>
              </a:gs>
              <a:gs pos="5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600" b="1">
              <a:solidFill>
                <a:schemeClr val="bg1">
                  <a:lumMod val="95000"/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97280" y="1779474"/>
            <a:ext cx="464101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Who Is The Leader Of</a:t>
            </a:r>
            <a:endParaRPr lang="en-US" sz="3200" b="1"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Business Project?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1446499" y="6830474"/>
            <a:ext cx="2078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BRYAN DOE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5592" y="7116678"/>
            <a:ext cx="960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Titillium Web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Architect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tillium Web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Freeform 119">
            <a:extLst>
              <a:ext uri="{FF2B5EF4-FFF2-40B4-BE49-F238E27FC236}">
                <a16:creationId xmlns:a16="http://schemas.microsoft.com/office/drawing/2014/main" id="{89BF43B9-DDEF-4832-9373-E88FFA6A612D}"/>
              </a:ext>
            </a:extLst>
          </p:cNvPr>
          <p:cNvSpPr>
            <a:spLocks/>
          </p:cNvSpPr>
          <p:nvPr/>
        </p:nvSpPr>
        <p:spPr bwMode="auto">
          <a:xfrm>
            <a:off x="14478724" y="-1387269"/>
            <a:ext cx="5430718" cy="6135200"/>
          </a:xfrm>
          <a:custGeom>
            <a:avLst/>
            <a:gdLst>
              <a:gd name="T0" fmla="*/ 491 w 525"/>
              <a:gd name="T1" fmla="*/ 107 h 593"/>
              <a:gd name="T2" fmla="*/ 290 w 525"/>
              <a:gd name="T3" fmla="*/ 6 h 593"/>
              <a:gd name="T4" fmla="*/ 262 w 525"/>
              <a:gd name="T5" fmla="*/ 0 h 593"/>
              <a:gd name="T6" fmla="*/ 235 w 525"/>
              <a:gd name="T7" fmla="*/ 6 h 593"/>
              <a:gd name="T8" fmla="*/ 34 w 525"/>
              <a:gd name="T9" fmla="*/ 107 h 593"/>
              <a:gd name="T10" fmla="*/ 0 w 525"/>
              <a:gd name="T11" fmla="*/ 162 h 593"/>
              <a:gd name="T12" fmla="*/ 0 w 525"/>
              <a:gd name="T13" fmla="*/ 428 h 593"/>
              <a:gd name="T14" fmla="*/ 34 w 525"/>
              <a:gd name="T15" fmla="*/ 484 h 593"/>
              <a:gd name="T16" fmla="*/ 235 w 525"/>
              <a:gd name="T17" fmla="*/ 584 h 593"/>
              <a:gd name="T18" fmla="*/ 290 w 525"/>
              <a:gd name="T19" fmla="*/ 584 h 593"/>
              <a:gd name="T20" fmla="*/ 491 w 525"/>
              <a:gd name="T21" fmla="*/ 484 h 593"/>
              <a:gd name="T22" fmla="*/ 525 w 525"/>
              <a:gd name="T23" fmla="*/ 428 h 593"/>
              <a:gd name="T24" fmla="*/ 525 w 525"/>
              <a:gd name="T25" fmla="*/ 162 h 593"/>
              <a:gd name="T26" fmla="*/ 491 w 525"/>
              <a:gd name="T27" fmla="*/ 107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5" h="593">
                <a:moveTo>
                  <a:pt x="491" y="107"/>
                </a:moveTo>
                <a:cubicBezTo>
                  <a:pt x="290" y="6"/>
                  <a:pt x="290" y="6"/>
                  <a:pt x="290" y="6"/>
                </a:cubicBezTo>
                <a:cubicBezTo>
                  <a:pt x="281" y="2"/>
                  <a:pt x="272" y="0"/>
                  <a:pt x="262" y="0"/>
                </a:cubicBezTo>
                <a:cubicBezTo>
                  <a:pt x="253" y="0"/>
                  <a:pt x="243" y="2"/>
                  <a:pt x="235" y="6"/>
                </a:cubicBezTo>
                <a:cubicBezTo>
                  <a:pt x="34" y="107"/>
                  <a:pt x="34" y="107"/>
                  <a:pt x="34" y="107"/>
                </a:cubicBezTo>
                <a:cubicBezTo>
                  <a:pt x="13" y="117"/>
                  <a:pt x="0" y="139"/>
                  <a:pt x="0" y="162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51"/>
                  <a:pt x="13" y="473"/>
                  <a:pt x="34" y="484"/>
                </a:cubicBezTo>
                <a:cubicBezTo>
                  <a:pt x="235" y="584"/>
                  <a:pt x="235" y="584"/>
                  <a:pt x="235" y="584"/>
                </a:cubicBezTo>
                <a:cubicBezTo>
                  <a:pt x="252" y="593"/>
                  <a:pt x="273" y="593"/>
                  <a:pt x="290" y="584"/>
                </a:cubicBezTo>
                <a:cubicBezTo>
                  <a:pt x="491" y="484"/>
                  <a:pt x="491" y="484"/>
                  <a:pt x="491" y="484"/>
                </a:cubicBezTo>
                <a:cubicBezTo>
                  <a:pt x="512" y="473"/>
                  <a:pt x="525" y="451"/>
                  <a:pt x="525" y="428"/>
                </a:cubicBezTo>
                <a:cubicBezTo>
                  <a:pt x="525" y="162"/>
                  <a:pt x="525" y="162"/>
                  <a:pt x="525" y="162"/>
                </a:cubicBezTo>
                <a:cubicBezTo>
                  <a:pt x="525" y="139"/>
                  <a:pt x="512" y="117"/>
                  <a:pt x="491" y="107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5000"/>
                </a:schemeClr>
              </a:gs>
              <a:gs pos="5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600" b="1">
              <a:solidFill>
                <a:schemeClr val="bg1">
                  <a:lumMod val="95000"/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59" name="Freeform 119">
            <a:extLst>
              <a:ext uri="{FF2B5EF4-FFF2-40B4-BE49-F238E27FC236}">
                <a16:creationId xmlns:a16="http://schemas.microsoft.com/office/drawing/2014/main" id="{89BF43B9-DDEF-4832-9373-E88FFA6A612D}"/>
              </a:ext>
            </a:extLst>
          </p:cNvPr>
          <p:cNvSpPr>
            <a:spLocks/>
          </p:cNvSpPr>
          <p:nvPr/>
        </p:nvSpPr>
        <p:spPr bwMode="auto">
          <a:xfrm>
            <a:off x="16210288" y="2208048"/>
            <a:ext cx="4497881" cy="5081354"/>
          </a:xfrm>
          <a:custGeom>
            <a:avLst/>
            <a:gdLst>
              <a:gd name="T0" fmla="*/ 491 w 525"/>
              <a:gd name="T1" fmla="*/ 107 h 593"/>
              <a:gd name="T2" fmla="*/ 290 w 525"/>
              <a:gd name="T3" fmla="*/ 6 h 593"/>
              <a:gd name="T4" fmla="*/ 262 w 525"/>
              <a:gd name="T5" fmla="*/ 0 h 593"/>
              <a:gd name="T6" fmla="*/ 235 w 525"/>
              <a:gd name="T7" fmla="*/ 6 h 593"/>
              <a:gd name="T8" fmla="*/ 34 w 525"/>
              <a:gd name="T9" fmla="*/ 107 h 593"/>
              <a:gd name="T10" fmla="*/ 0 w 525"/>
              <a:gd name="T11" fmla="*/ 162 h 593"/>
              <a:gd name="T12" fmla="*/ 0 w 525"/>
              <a:gd name="T13" fmla="*/ 428 h 593"/>
              <a:gd name="T14" fmla="*/ 34 w 525"/>
              <a:gd name="T15" fmla="*/ 484 h 593"/>
              <a:gd name="T16" fmla="*/ 235 w 525"/>
              <a:gd name="T17" fmla="*/ 584 h 593"/>
              <a:gd name="T18" fmla="*/ 290 w 525"/>
              <a:gd name="T19" fmla="*/ 584 h 593"/>
              <a:gd name="T20" fmla="*/ 491 w 525"/>
              <a:gd name="T21" fmla="*/ 484 h 593"/>
              <a:gd name="T22" fmla="*/ 525 w 525"/>
              <a:gd name="T23" fmla="*/ 428 h 593"/>
              <a:gd name="T24" fmla="*/ 525 w 525"/>
              <a:gd name="T25" fmla="*/ 162 h 593"/>
              <a:gd name="T26" fmla="*/ 491 w 525"/>
              <a:gd name="T27" fmla="*/ 107 h 5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25" h="593">
                <a:moveTo>
                  <a:pt x="491" y="107"/>
                </a:moveTo>
                <a:cubicBezTo>
                  <a:pt x="290" y="6"/>
                  <a:pt x="290" y="6"/>
                  <a:pt x="290" y="6"/>
                </a:cubicBezTo>
                <a:cubicBezTo>
                  <a:pt x="281" y="2"/>
                  <a:pt x="272" y="0"/>
                  <a:pt x="262" y="0"/>
                </a:cubicBezTo>
                <a:cubicBezTo>
                  <a:pt x="253" y="0"/>
                  <a:pt x="243" y="2"/>
                  <a:pt x="235" y="6"/>
                </a:cubicBezTo>
                <a:cubicBezTo>
                  <a:pt x="34" y="107"/>
                  <a:pt x="34" y="107"/>
                  <a:pt x="34" y="107"/>
                </a:cubicBezTo>
                <a:cubicBezTo>
                  <a:pt x="13" y="117"/>
                  <a:pt x="0" y="139"/>
                  <a:pt x="0" y="162"/>
                </a:cubicBezTo>
                <a:cubicBezTo>
                  <a:pt x="0" y="428"/>
                  <a:pt x="0" y="428"/>
                  <a:pt x="0" y="428"/>
                </a:cubicBezTo>
                <a:cubicBezTo>
                  <a:pt x="0" y="451"/>
                  <a:pt x="13" y="473"/>
                  <a:pt x="34" y="484"/>
                </a:cubicBezTo>
                <a:cubicBezTo>
                  <a:pt x="235" y="584"/>
                  <a:pt x="235" y="584"/>
                  <a:pt x="235" y="584"/>
                </a:cubicBezTo>
                <a:cubicBezTo>
                  <a:pt x="252" y="593"/>
                  <a:pt x="273" y="593"/>
                  <a:pt x="290" y="584"/>
                </a:cubicBezTo>
                <a:cubicBezTo>
                  <a:pt x="491" y="484"/>
                  <a:pt x="491" y="484"/>
                  <a:pt x="491" y="484"/>
                </a:cubicBezTo>
                <a:cubicBezTo>
                  <a:pt x="512" y="473"/>
                  <a:pt x="525" y="451"/>
                  <a:pt x="525" y="428"/>
                </a:cubicBezTo>
                <a:cubicBezTo>
                  <a:pt x="525" y="162"/>
                  <a:pt x="525" y="162"/>
                  <a:pt x="525" y="162"/>
                </a:cubicBezTo>
                <a:cubicBezTo>
                  <a:pt x="525" y="139"/>
                  <a:pt x="512" y="117"/>
                  <a:pt x="491" y="107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5000"/>
                </a:schemeClr>
              </a:gs>
              <a:gs pos="5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9600" b="1">
              <a:solidFill>
                <a:schemeClr val="bg1">
                  <a:lumMod val="95000"/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1097280" y="7671234"/>
            <a:ext cx="27771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  <a:ea typeface="Karla" pitchFamily="2" charset="0"/>
                <a:cs typeface="Poppins" panose="00000500000000000000" pitchFamily="2" charset="0"/>
              </a:rPr>
              <a:t>Annual Report Presentation is the best presentation template I’ve ever seen. RECOMMENDED!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4770798" y="6830474"/>
            <a:ext cx="2078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EDWYN DOE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94863" y="7116678"/>
            <a:ext cx="16305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Titillium Web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Interior Designer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tillium Web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4421579" y="7671234"/>
            <a:ext cx="27771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  <a:ea typeface="Karla" pitchFamily="2" charset="0"/>
                <a:cs typeface="Poppins" panose="00000500000000000000" pitchFamily="2" charset="0"/>
              </a:rPr>
              <a:t>Annual Report Presentation is the best presentation template I’ve ever seen. RECOMMENDED!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8095097" y="6830474"/>
            <a:ext cx="2078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MOJO DOE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82856" y="7116678"/>
            <a:ext cx="11031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Titillium Web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Contractor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tillium Web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7745878" y="7671234"/>
            <a:ext cx="27771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Lato" panose="020F0502020204030203" pitchFamily="34" charset="0"/>
                <a:ea typeface="Karla" pitchFamily="2" charset="0"/>
                <a:cs typeface="Poppins" panose="00000500000000000000" pitchFamily="2" charset="0"/>
              </a:rPr>
              <a:t>Annual Report Presentation is the best presentation template I’ve ever seen. RECOMMENDED!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6122876" y="1097280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Google Shape;139;p7"/>
          <p:cNvSpPr/>
          <p:nvPr/>
        </p:nvSpPr>
        <p:spPr>
          <a:xfrm>
            <a:off x="6380220" y="1332859"/>
            <a:ext cx="303944" cy="347472"/>
          </a:xfrm>
          <a:custGeom>
            <a:avLst/>
            <a:gdLst/>
            <a:ahLst/>
            <a:cxnLst/>
            <a:rect l="l" t="t" r="r" b="b"/>
            <a:pathLst>
              <a:path w="5202" h="5947" extrusionOk="0">
                <a:moveTo>
                  <a:pt x="2610" y="0"/>
                </a:moveTo>
                <a:lnTo>
                  <a:pt x="2461" y="19"/>
                </a:lnTo>
                <a:lnTo>
                  <a:pt x="2312" y="37"/>
                </a:lnTo>
                <a:lnTo>
                  <a:pt x="2163" y="75"/>
                </a:lnTo>
                <a:lnTo>
                  <a:pt x="2033" y="130"/>
                </a:lnTo>
                <a:lnTo>
                  <a:pt x="1902" y="186"/>
                </a:lnTo>
                <a:lnTo>
                  <a:pt x="1772" y="261"/>
                </a:lnTo>
                <a:lnTo>
                  <a:pt x="1660" y="336"/>
                </a:lnTo>
                <a:lnTo>
                  <a:pt x="1567" y="447"/>
                </a:lnTo>
                <a:lnTo>
                  <a:pt x="1455" y="541"/>
                </a:lnTo>
                <a:lnTo>
                  <a:pt x="1380" y="652"/>
                </a:lnTo>
                <a:lnTo>
                  <a:pt x="1306" y="783"/>
                </a:lnTo>
                <a:lnTo>
                  <a:pt x="1231" y="913"/>
                </a:lnTo>
                <a:lnTo>
                  <a:pt x="1194" y="1044"/>
                </a:lnTo>
                <a:lnTo>
                  <a:pt x="1156" y="1193"/>
                </a:lnTo>
                <a:lnTo>
                  <a:pt x="1138" y="1342"/>
                </a:lnTo>
                <a:lnTo>
                  <a:pt x="1119" y="1491"/>
                </a:lnTo>
                <a:lnTo>
                  <a:pt x="1138" y="1640"/>
                </a:lnTo>
                <a:lnTo>
                  <a:pt x="1156" y="1789"/>
                </a:lnTo>
                <a:lnTo>
                  <a:pt x="1194" y="1939"/>
                </a:lnTo>
                <a:lnTo>
                  <a:pt x="1231" y="2069"/>
                </a:lnTo>
                <a:lnTo>
                  <a:pt x="1306" y="2200"/>
                </a:lnTo>
                <a:lnTo>
                  <a:pt x="1380" y="2311"/>
                </a:lnTo>
                <a:lnTo>
                  <a:pt x="1455" y="2442"/>
                </a:lnTo>
                <a:lnTo>
                  <a:pt x="1567" y="2535"/>
                </a:lnTo>
                <a:lnTo>
                  <a:pt x="1660" y="2628"/>
                </a:lnTo>
                <a:lnTo>
                  <a:pt x="1772" y="2721"/>
                </a:lnTo>
                <a:lnTo>
                  <a:pt x="1902" y="2796"/>
                </a:lnTo>
                <a:lnTo>
                  <a:pt x="2033" y="2852"/>
                </a:lnTo>
                <a:lnTo>
                  <a:pt x="2163" y="2908"/>
                </a:lnTo>
                <a:lnTo>
                  <a:pt x="2312" y="2945"/>
                </a:lnTo>
                <a:lnTo>
                  <a:pt x="2461" y="2964"/>
                </a:lnTo>
                <a:lnTo>
                  <a:pt x="2610" y="2982"/>
                </a:lnTo>
                <a:lnTo>
                  <a:pt x="2760" y="2964"/>
                </a:lnTo>
                <a:lnTo>
                  <a:pt x="2909" y="2945"/>
                </a:lnTo>
                <a:lnTo>
                  <a:pt x="3058" y="2908"/>
                </a:lnTo>
                <a:lnTo>
                  <a:pt x="3188" y="2852"/>
                </a:lnTo>
                <a:lnTo>
                  <a:pt x="3319" y="2796"/>
                </a:lnTo>
                <a:lnTo>
                  <a:pt x="3431" y="2721"/>
                </a:lnTo>
                <a:lnTo>
                  <a:pt x="3561" y="2628"/>
                </a:lnTo>
                <a:lnTo>
                  <a:pt x="3654" y="2535"/>
                </a:lnTo>
                <a:lnTo>
                  <a:pt x="3747" y="2442"/>
                </a:lnTo>
                <a:lnTo>
                  <a:pt x="3841" y="2311"/>
                </a:lnTo>
                <a:lnTo>
                  <a:pt x="3915" y="2200"/>
                </a:lnTo>
                <a:lnTo>
                  <a:pt x="3971" y="2069"/>
                </a:lnTo>
                <a:lnTo>
                  <a:pt x="4027" y="1939"/>
                </a:lnTo>
                <a:lnTo>
                  <a:pt x="4064" y="1789"/>
                </a:lnTo>
                <a:lnTo>
                  <a:pt x="4083" y="1640"/>
                </a:lnTo>
                <a:lnTo>
                  <a:pt x="4102" y="1491"/>
                </a:lnTo>
                <a:lnTo>
                  <a:pt x="4083" y="1342"/>
                </a:lnTo>
                <a:lnTo>
                  <a:pt x="4064" y="1193"/>
                </a:lnTo>
                <a:lnTo>
                  <a:pt x="4027" y="1044"/>
                </a:lnTo>
                <a:lnTo>
                  <a:pt x="3971" y="913"/>
                </a:lnTo>
                <a:lnTo>
                  <a:pt x="3915" y="783"/>
                </a:lnTo>
                <a:lnTo>
                  <a:pt x="3841" y="652"/>
                </a:lnTo>
                <a:lnTo>
                  <a:pt x="3747" y="541"/>
                </a:lnTo>
                <a:lnTo>
                  <a:pt x="3654" y="447"/>
                </a:lnTo>
                <a:lnTo>
                  <a:pt x="3561" y="336"/>
                </a:lnTo>
                <a:lnTo>
                  <a:pt x="3431" y="261"/>
                </a:lnTo>
                <a:lnTo>
                  <a:pt x="3319" y="186"/>
                </a:lnTo>
                <a:lnTo>
                  <a:pt x="3188" y="130"/>
                </a:lnTo>
                <a:lnTo>
                  <a:pt x="3058" y="75"/>
                </a:lnTo>
                <a:lnTo>
                  <a:pt x="2909" y="37"/>
                </a:lnTo>
                <a:lnTo>
                  <a:pt x="2760" y="19"/>
                </a:lnTo>
                <a:lnTo>
                  <a:pt x="2610" y="0"/>
                </a:lnTo>
                <a:close/>
                <a:moveTo>
                  <a:pt x="2051" y="3337"/>
                </a:moveTo>
                <a:lnTo>
                  <a:pt x="2424" y="3989"/>
                </a:lnTo>
                <a:lnTo>
                  <a:pt x="2051" y="5573"/>
                </a:lnTo>
                <a:lnTo>
                  <a:pt x="1492" y="3355"/>
                </a:lnTo>
                <a:lnTo>
                  <a:pt x="1343" y="3355"/>
                </a:lnTo>
                <a:lnTo>
                  <a:pt x="1194" y="3392"/>
                </a:lnTo>
                <a:lnTo>
                  <a:pt x="1045" y="3430"/>
                </a:lnTo>
                <a:lnTo>
                  <a:pt x="914" y="3486"/>
                </a:lnTo>
                <a:lnTo>
                  <a:pt x="784" y="3560"/>
                </a:lnTo>
                <a:lnTo>
                  <a:pt x="672" y="3635"/>
                </a:lnTo>
                <a:lnTo>
                  <a:pt x="541" y="3728"/>
                </a:lnTo>
                <a:lnTo>
                  <a:pt x="448" y="3821"/>
                </a:lnTo>
                <a:lnTo>
                  <a:pt x="355" y="3933"/>
                </a:lnTo>
                <a:lnTo>
                  <a:pt x="262" y="4045"/>
                </a:lnTo>
                <a:lnTo>
                  <a:pt x="187" y="4175"/>
                </a:lnTo>
                <a:lnTo>
                  <a:pt x="131" y="4306"/>
                </a:lnTo>
                <a:lnTo>
                  <a:pt x="75" y="4455"/>
                </a:lnTo>
                <a:lnTo>
                  <a:pt x="38" y="4604"/>
                </a:lnTo>
                <a:lnTo>
                  <a:pt x="19" y="4753"/>
                </a:lnTo>
                <a:lnTo>
                  <a:pt x="1" y="4902"/>
                </a:lnTo>
                <a:lnTo>
                  <a:pt x="1" y="5387"/>
                </a:lnTo>
                <a:lnTo>
                  <a:pt x="19" y="5499"/>
                </a:lnTo>
                <a:lnTo>
                  <a:pt x="57" y="5592"/>
                </a:lnTo>
                <a:lnTo>
                  <a:pt x="113" y="5685"/>
                </a:lnTo>
                <a:lnTo>
                  <a:pt x="169" y="5778"/>
                </a:lnTo>
                <a:lnTo>
                  <a:pt x="262" y="5853"/>
                </a:lnTo>
                <a:lnTo>
                  <a:pt x="355" y="5890"/>
                </a:lnTo>
                <a:lnTo>
                  <a:pt x="448" y="5927"/>
                </a:lnTo>
                <a:lnTo>
                  <a:pt x="560" y="5946"/>
                </a:lnTo>
                <a:lnTo>
                  <a:pt x="4642" y="5946"/>
                </a:lnTo>
                <a:lnTo>
                  <a:pt x="4754" y="5927"/>
                </a:lnTo>
                <a:lnTo>
                  <a:pt x="4866" y="5890"/>
                </a:lnTo>
                <a:lnTo>
                  <a:pt x="4959" y="5853"/>
                </a:lnTo>
                <a:lnTo>
                  <a:pt x="5052" y="5778"/>
                </a:lnTo>
                <a:lnTo>
                  <a:pt x="5108" y="5685"/>
                </a:lnTo>
                <a:lnTo>
                  <a:pt x="5164" y="5592"/>
                </a:lnTo>
                <a:lnTo>
                  <a:pt x="5201" y="5499"/>
                </a:lnTo>
                <a:lnTo>
                  <a:pt x="5201" y="5387"/>
                </a:lnTo>
                <a:lnTo>
                  <a:pt x="5201" y="4902"/>
                </a:lnTo>
                <a:lnTo>
                  <a:pt x="5201" y="4753"/>
                </a:lnTo>
                <a:lnTo>
                  <a:pt x="5183" y="4604"/>
                </a:lnTo>
                <a:lnTo>
                  <a:pt x="5145" y="4455"/>
                </a:lnTo>
                <a:lnTo>
                  <a:pt x="5089" y="4306"/>
                </a:lnTo>
                <a:lnTo>
                  <a:pt x="5034" y="4175"/>
                </a:lnTo>
                <a:lnTo>
                  <a:pt x="4959" y="4045"/>
                </a:lnTo>
                <a:lnTo>
                  <a:pt x="4866" y="3933"/>
                </a:lnTo>
                <a:lnTo>
                  <a:pt x="4773" y="3821"/>
                </a:lnTo>
                <a:lnTo>
                  <a:pt x="4661" y="3728"/>
                </a:lnTo>
                <a:lnTo>
                  <a:pt x="4549" y="3635"/>
                </a:lnTo>
                <a:lnTo>
                  <a:pt x="4437" y="3560"/>
                </a:lnTo>
                <a:lnTo>
                  <a:pt x="4307" y="3486"/>
                </a:lnTo>
                <a:lnTo>
                  <a:pt x="4158" y="3430"/>
                </a:lnTo>
                <a:lnTo>
                  <a:pt x="4027" y="3392"/>
                </a:lnTo>
                <a:lnTo>
                  <a:pt x="3878" y="3355"/>
                </a:lnTo>
                <a:lnTo>
                  <a:pt x="3710" y="3355"/>
                </a:lnTo>
                <a:lnTo>
                  <a:pt x="3170" y="5573"/>
                </a:lnTo>
                <a:lnTo>
                  <a:pt x="2797" y="3989"/>
                </a:lnTo>
                <a:lnTo>
                  <a:pt x="3170" y="333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Freeform 39"/>
          <p:cNvSpPr/>
          <p:nvPr/>
        </p:nvSpPr>
        <p:spPr>
          <a:xfrm>
            <a:off x="1322070" y="4254959"/>
            <a:ext cx="2331720" cy="2331720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 40"/>
          <p:cNvSpPr/>
          <p:nvPr/>
        </p:nvSpPr>
        <p:spPr>
          <a:xfrm>
            <a:off x="4642211" y="4254959"/>
            <a:ext cx="2331720" cy="2331720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>
            <a:off x="7966510" y="4254959"/>
            <a:ext cx="2331720" cy="2331720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/>
          <p:cNvGrpSpPr/>
          <p:nvPr/>
        </p:nvGrpSpPr>
        <p:grpSpPr>
          <a:xfrm>
            <a:off x="12510655" y="3895456"/>
            <a:ext cx="4680065" cy="2496089"/>
            <a:chOff x="12510655" y="4080295"/>
            <a:chExt cx="4680065" cy="2496089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02C62C1-CDF3-4E47-873A-9BD91702DBBC}"/>
                </a:ext>
              </a:extLst>
            </p:cNvPr>
            <p:cNvSpPr/>
            <p:nvPr/>
          </p:nvSpPr>
          <p:spPr>
            <a:xfrm>
              <a:off x="12510655" y="4439798"/>
              <a:ext cx="4680065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i="1">
                  <a:solidFill>
                    <a:schemeClr val="bg1"/>
                  </a:solidFill>
                  <a:latin typeface="Lato" panose="020F0502020204030203" pitchFamily="34" charset="0"/>
                  <a:ea typeface="Karla" pitchFamily="2" charset="0"/>
                  <a:cs typeface="Baloo Chettan 2" panose="03080502040302020200" pitchFamily="66" charset="0"/>
                </a:rPr>
                <a:t>Minimalism is the pursuit of the essence of things, not the apperance.</a:t>
              </a:r>
            </a:p>
          </p:txBody>
        </p:sp>
        <p:sp>
          <p:nvSpPr>
            <p:cNvPr id="56" name="Freeform 31"/>
            <p:cNvSpPr>
              <a:spLocks noEditPoints="1"/>
            </p:cNvSpPr>
            <p:nvPr/>
          </p:nvSpPr>
          <p:spPr bwMode="auto">
            <a:xfrm rot="10800000">
              <a:off x="14386575" y="4080295"/>
              <a:ext cx="347101" cy="253651"/>
            </a:xfrm>
            <a:custGeom>
              <a:avLst/>
              <a:gdLst>
                <a:gd name="T0" fmla="*/ 0 w 239"/>
                <a:gd name="T1" fmla="*/ 175 h 175"/>
                <a:gd name="T2" fmla="*/ 0 w 239"/>
                <a:gd name="T3" fmla="*/ 157 h 175"/>
                <a:gd name="T4" fmla="*/ 38 w 239"/>
                <a:gd name="T5" fmla="*/ 80 h 175"/>
                <a:gd name="T6" fmla="*/ 0 w 239"/>
                <a:gd name="T7" fmla="*/ 40 h 175"/>
                <a:gd name="T8" fmla="*/ 38 w 239"/>
                <a:gd name="T9" fmla="*/ 0 h 175"/>
                <a:gd name="T10" fmla="*/ 0 w 239"/>
                <a:gd name="T11" fmla="*/ 175 h 175"/>
                <a:gd name="T12" fmla="*/ 111 w 239"/>
                <a:gd name="T13" fmla="*/ 175 h 175"/>
                <a:gd name="T14" fmla="*/ 111 w 239"/>
                <a:gd name="T15" fmla="*/ 157 h 175"/>
                <a:gd name="T16" fmla="*/ 149 w 239"/>
                <a:gd name="T17" fmla="*/ 80 h 175"/>
                <a:gd name="T18" fmla="*/ 111 w 239"/>
                <a:gd name="T19" fmla="*/ 40 h 175"/>
                <a:gd name="T20" fmla="*/ 149 w 239"/>
                <a:gd name="T21" fmla="*/ 0 h 175"/>
                <a:gd name="T22" fmla="*/ 111 w 239"/>
                <a:gd name="T23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9" h="175">
                  <a:moveTo>
                    <a:pt x="0" y="175"/>
                  </a:moveTo>
                  <a:cubicBezTo>
                    <a:pt x="0" y="157"/>
                    <a:pt x="0" y="157"/>
                    <a:pt x="0" y="157"/>
                  </a:cubicBezTo>
                  <a:cubicBezTo>
                    <a:pt x="51" y="157"/>
                    <a:pt x="77" y="80"/>
                    <a:pt x="38" y="80"/>
                  </a:cubicBezTo>
                  <a:cubicBezTo>
                    <a:pt x="17" y="80"/>
                    <a:pt x="0" y="62"/>
                    <a:pt x="0" y="40"/>
                  </a:cubicBezTo>
                  <a:cubicBezTo>
                    <a:pt x="0" y="18"/>
                    <a:pt x="17" y="0"/>
                    <a:pt x="38" y="0"/>
                  </a:cubicBezTo>
                  <a:cubicBezTo>
                    <a:pt x="128" y="0"/>
                    <a:pt x="92" y="175"/>
                    <a:pt x="0" y="175"/>
                  </a:cubicBezTo>
                  <a:close/>
                  <a:moveTo>
                    <a:pt x="111" y="175"/>
                  </a:moveTo>
                  <a:cubicBezTo>
                    <a:pt x="111" y="157"/>
                    <a:pt x="111" y="157"/>
                    <a:pt x="111" y="157"/>
                  </a:cubicBezTo>
                  <a:cubicBezTo>
                    <a:pt x="163" y="157"/>
                    <a:pt x="188" y="80"/>
                    <a:pt x="149" y="80"/>
                  </a:cubicBezTo>
                  <a:cubicBezTo>
                    <a:pt x="128" y="80"/>
                    <a:pt x="111" y="62"/>
                    <a:pt x="111" y="40"/>
                  </a:cubicBezTo>
                  <a:cubicBezTo>
                    <a:pt x="111" y="18"/>
                    <a:pt x="128" y="0"/>
                    <a:pt x="149" y="0"/>
                  </a:cubicBezTo>
                  <a:cubicBezTo>
                    <a:pt x="239" y="0"/>
                    <a:pt x="203" y="175"/>
                    <a:pt x="111" y="1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9060" tIns="49530" rIns="99060" bIns="49530" numCol="1" anchor="t" anchorCtr="0" compatLnSpc="1">
              <a:prstTxWarp prst="textNoShape">
                <a:avLst/>
              </a:prstTxWarp>
            </a:bodyPr>
            <a:lstStyle/>
            <a:p>
              <a:endParaRPr lang="en-US" sz="1716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2510655" y="6237830"/>
              <a:ext cx="17315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- Samantha Doe -</a:t>
              </a:r>
              <a:endParaRPr lang="en-US" sz="1600" b="1" dirty="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5311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/>
          <p:cNvGrpSpPr/>
          <p:nvPr/>
        </p:nvGrpSpPr>
        <p:grpSpPr>
          <a:xfrm>
            <a:off x="625596" y="-1"/>
            <a:ext cx="16204305" cy="10287001"/>
            <a:chOff x="2083695" y="-1"/>
            <a:chExt cx="16204305" cy="10287001"/>
          </a:xfrm>
        </p:grpSpPr>
        <p:sp>
          <p:nvSpPr>
            <p:cNvPr id="25" name="Freeform 24"/>
            <p:cNvSpPr/>
            <p:nvPr/>
          </p:nvSpPr>
          <p:spPr>
            <a:xfrm flipH="1">
              <a:off x="2083695" y="1"/>
              <a:ext cx="16204304" cy="10286999"/>
            </a:xfrm>
            <a:custGeom>
              <a:avLst/>
              <a:gdLst>
                <a:gd name="connsiteX0" fmla="*/ 16175909 w 16204304"/>
                <a:gd name="connsiteY0" fmla="*/ 0 h 10286999"/>
                <a:gd name="connsiteX1" fmla="*/ 0 w 16204304"/>
                <a:gd name="connsiteY1" fmla="*/ 0 h 10286999"/>
                <a:gd name="connsiteX2" fmla="*/ 0 w 16204304"/>
                <a:gd name="connsiteY2" fmla="*/ 10286999 h 10286999"/>
                <a:gd name="connsiteX3" fmla="*/ 10842931 w 16204304"/>
                <a:gd name="connsiteY3" fmla="*/ 10286999 h 10286999"/>
                <a:gd name="connsiteX4" fmla="*/ 10853319 w 16204304"/>
                <a:gd name="connsiteY4" fmla="*/ 10106267 h 10286999"/>
                <a:gd name="connsiteX5" fmla="*/ 13289460 w 16204304"/>
                <a:gd name="connsiteY5" fmla="*/ 5948493 h 10286999"/>
                <a:gd name="connsiteX6" fmla="*/ 16200800 w 16204304"/>
                <a:gd name="connsiteY6" fmla="*/ 289051 h 1028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04304" h="10286999">
                  <a:moveTo>
                    <a:pt x="16175909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10842931" y="10286999"/>
                  </a:lnTo>
                  <a:lnTo>
                    <a:pt x="10853319" y="10106267"/>
                  </a:lnTo>
                  <a:cubicBezTo>
                    <a:pt x="11000636" y="8417787"/>
                    <a:pt x="11889169" y="6872257"/>
                    <a:pt x="13289460" y="5948493"/>
                  </a:cubicBezTo>
                  <a:cubicBezTo>
                    <a:pt x="15112210" y="4735756"/>
                    <a:pt x="16276747" y="2638731"/>
                    <a:pt x="16200800" y="289051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20000"/>
                  </a:schemeClr>
                </a:gs>
                <a:gs pos="2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flipH="1">
              <a:off x="4003835" y="-1"/>
              <a:ext cx="14284164" cy="10287000"/>
            </a:xfrm>
            <a:custGeom>
              <a:avLst/>
              <a:gdLst>
                <a:gd name="connsiteX0" fmla="*/ 14259134 w 14284164"/>
                <a:gd name="connsiteY0" fmla="*/ 0 h 10287000"/>
                <a:gd name="connsiteX1" fmla="*/ 0 w 14284164"/>
                <a:gd name="connsiteY1" fmla="*/ 0 h 10287000"/>
                <a:gd name="connsiteX2" fmla="*/ 0 w 14284164"/>
                <a:gd name="connsiteY2" fmla="*/ 10287000 h 10287000"/>
                <a:gd name="connsiteX3" fmla="*/ 9426287 w 14284164"/>
                <a:gd name="connsiteY3" fmla="*/ 10287000 h 10287000"/>
                <a:gd name="connsiteX4" fmla="*/ 9457800 w 14284164"/>
                <a:gd name="connsiteY4" fmla="*/ 10125692 h 10287000"/>
                <a:gd name="connsiteX5" fmla="*/ 9550047 w 14284164"/>
                <a:gd name="connsiteY5" fmla="*/ 9274768 h 10287000"/>
                <a:gd name="connsiteX6" fmla="*/ 9550047 w 14284164"/>
                <a:gd name="connsiteY6" fmla="*/ 9207953 h 10287000"/>
                <a:gd name="connsiteX7" fmla="*/ 11714717 w 14284164"/>
                <a:gd name="connsiteY7" fmla="*/ 5243622 h 10287000"/>
                <a:gd name="connsiteX8" fmla="*/ 14281075 w 14284164"/>
                <a:gd name="connsiteY8" fmla="*/ 2548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84164" h="10287000">
                  <a:moveTo>
                    <a:pt x="14259134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9426287" y="10287000"/>
                  </a:lnTo>
                  <a:lnTo>
                    <a:pt x="9457800" y="10125692"/>
                  </a:lnTo>
                  <a:cubicBezTo>
                    <a:pt x="9506098" y="9847442"/>
                    <a:pt x="9537233" y="9563428"/>
                    <a:pt x="9550047" y="9274768"/>
                  </a:cubicBezTo>
                  <a:cubicBezTo>
                    <a:pt x="9550047" y="9252497"/>
                    <a:pt x="9550047" y="9230225"/>
                    <a:pt x="9550047" y="9207953"/>
                  </a:cubicBezTo>
                  <a:cubicBezTo>
                    <a:pt x="9594680" y="7604404"/>
                    <a:pt x="10398064" y="6112212"/>
                    <a:pt x="11714717" y="5243622"/>
                  </a:cubicBezTo>
                  <a:cubicBezTo>
                    <a:pt x="13321479" y="4174590"/>
                    <a:pt x="14348023" y="2326053"/>
                    <a:pt x="14281075" y="254800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20000"/>
                  </a:schemeClr>
                </a:gs>
                <a:gs pos="2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 flipH="1">
              <a:off x="5854744" y="1"/>
              <a:ext cx="12433256" cy="10286998"/>
            </a:xfrm>
            <a:custGeom>
              <a:avLst/>
              <a:gdLst>
                <a:gd name="connsiteX0" fmla="*/ 12411469 w 12433256"/>
                <a:gd name="connsiteY0" fmla="*/ 0 h 10286998"/>
                <a:gd name="connsiteX1" fmla="*/ 0 w 12433256"/>
                <a:gd name="connsiteY1" fmla="*/ 0 h 10286998"/>
                <a:gd name="connsiteX2" fmla="*/ 0 w 12433256"/>
                <a:gd name="connsiteY2" fmla="*/ 10286998 h 10286998"/>
                <a:gd name="connsiteX3" fmla="*/ 7763992 w 12433256"/>
                <a:gd name="connsiteY3" fmla="*/ 10286998 h 10286998"/>
                <a:gd name="connsiteX4" fmla="*/ 7902262 w 12433256"/>
                <a:gd name="connsiteY4" fmla="*/ 9978280 h 10286998"/>
                <a:gd name="connsiteX5" fmla="*/ 8312574 w 12433256"/>
                <a:gd name="connsiteY5" fmla="*/ 8072968 h 10286998"/>
                <a:gd name="connsiteX6" fmla="*/ 8312574 w 12433256"/>
                <a:gd name="connsiteY6" fmla="*/ 8014810 h 10286998"/>
                <a:gd name="connsiteX7" fmla="*/ 10196752 w 12433256"/>
                <a:gd name="connsiteY7" fmla="*/ 4564167 h 10286998"/>
                <a:gd name="connsiteX8" fmla="*/ 12430568 w 12433256"/>
                <a:gd name="connsiteY8" fmla="*/ 221783 h 10286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33256" h="10286998">
                  <a:moveTo>
                    <a:pt x="12411469" y="0"/>
                  </a:moveTo>
                  <a:lnTo>
                    <a:pt x="0" y="0"/>
                  </a:lnTo>
                  <a:lnTo>
                    <a:pt x="0" y="10286998"/>
                  </a:lnTo>
                  <a:lnTo>
                    <a:pt x="7763992" y="10286998"/>
                  </a:lnTo>
                  <a:lnTo>
                    <a:pt x="7902262" y="9978280"/>
                  </a:lnTo>
                  <a:cubicBezTo>
                    <a:pt x="8139689" y="9384243"/>
                    <a:pt x="8282831" y="8742983"/>
                    <a:pt x="8312574" y="8072968"/>
                  </a:cubicBezTo>
                  <a:cubicBezTo>
                    <a:pt x="8312574" y="8053581"/>
                    <a:pt x="8312574" y="8034196"/>
                    <a:pt x="8312574" y="8014810"/>
                  </a:cubicBezTo>
                  <a:cubicBezTo>
                    <a:pt x="8351423" y="6619045"/>
                    <a:pt x="9050707" y="5320206"/>
                    <a:pt x="10196752" y="4564167"/>
                  </a:cubicBezTo>
                  <a:cubicBezTo>
                    <a:pt x="11595313" y="3633656"/>
                    <a:pt x="12488841" y="2024649"/>
                    <a:pt x="12430568" y="221783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20000"/>
                  </a:schemeClr>
                </a:gs>
                <a:gs pos="2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7" name="Freeform 16"/>
          <p:cNvSpPr/>
          <p:nvPr/>
        </p:nvSpPr>
        <p:spPr>
          <a:xfrm rot="16200000">
            <a:off x="1234865" y="6930939"/>
            <a:ext cx="2121195" cy="4590926"/>
          </a:xfrm>
          <a:custGeom>
            <a:avLst/>
            <a:gdLst>
              <a:gd name="connsiteX0" fmla="*/ 2120082 w 2121195"/>
              <a:gd name="connsiteY0" fmla="*/ 91883 h 4590926"/>
              <a:gd name="connsiteX1" fmla="*/ 1194634 w 2121195"/>
              <a:gd name="connsiteY1" fmla="*/ 1890888 h 4590926"/>
              <a:gd name="connsiteX2" fmla="*/ 414039 w 2121195"/>
              <a:gd name="connsiteY2" fmla="*/ 3320454 h 4590926"/>
              <a:gd name="connsiteX3" fmla="*/ 414039 w 2121195"/>
              <a:gd name="connsiteY3" fmla="*/ 3344548 h 4590926"/>
              <a:gd name="connsiteX4" fmla="*/ 68199 w 2121195"/>
              <a:gd name="connsiteY4" fmla="*/ 4487426 h 4590926"/>
              <a:gd name="connsiteX5" fmla="*/ 0 w 2121195"/>
              <a:gd name="connsiteY5" fmla="*/ 4590926 h 4590926"/>
              <a:gd name="connsiteX6" fmla="*/ 0 w 2121195"/>
              <a:gd name="connsiteY6" fmla="*/ 0 h 4590926"/>
              <a:gd name="connsiteX7" fmla="*/ 2112169 w 2121195"/>
              <a:gd name="connsiteY7" fmla="*/ 0 h 4590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21195" h="4590926">
                <a:moveTo>
                  <a:pt x="2120082" y="91883"/>
                </a:moveTo>
                <a:cubicBezTo>
                  <a:pt x="2144223" y="838791"/>
                  <a:pt x="1774044" y="1505387"/>
                  <a:pt x="1194634" y="1890888"/>
                </a:cubicBezTo>
                <a:cubicBezTo>
                  <a:pt x="719840" y="2204107"/>
                  <a:pt x="430134" y="2742203"/>
                  <a:pt x="414039" y="3320454"/>
                </a:cubicBezTo>
                <a:cubicBezTo>
                  <a:pt x="414039" y="3328485"/>
                  <a:pt x="414039" y="3336517"/>
                  <a:pt x="414039" y="3344548"/>
                </a:cubicBezTo>
                <a:cubicBezTo>
                  <a:pt x="395555" y="3760919"/>
                  <a:pt x="271368" y="4150485"/>
                  <a:pt x="68199" y="4487426"/>
                </a:cubicBezTo>
                <a:lnTo>
                  <a:pt x="0" y="4590926"/>
                </a:lnTo>
                <a:lnTo>
                  <a:pt x="0" y="0"/>
                </a:lnTo>
                <a:lnTo>
                  <a:pt x="211216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Freeform 93"/>
          <p:cNvSpPr/>
          <p:nvPr/>
        </p:nvSpPr>
        <p:spPr>
          <a:xfrm flipH="1">
            <a:off x="5965892" y="0"/>
            <a:ext cx="12322108" cy="10287001"/>
          </a:xfrm>
          <a:custGeom>
            <a:avLst/>
            <a:gdLst>
              <a:gd name="connsiteX0" fmla="*/ 4920380 w 12322108"/>
              <a:gd name="connsiteY0" fmla="*/ 0 h 10287001"/>
              <a:gd name="connsiteX1" fmla="*/ 0 w 12322108"/>
              <a:gd name="connsiteY1" fmla="*/ 0 h 10287001"/>
              <a:gd name="connsiteX2" fmla="*/ 0 w 12322108"/>
              <a:gd name="connsiteY2" fmla="*/ 10286999 h 10287001"/>
              <a:gd name="connsiteX3" fmla="*/ 1458100 w 12322108"/>
              <a:gd name="connsiteY3" fmla="*/ 10286999 h 10287001"/>
              <a:gd name="connsiteX4" fmla="*/ 1458100 w 12322108"/>
              <a:gd name="connsiteY4" fmla="*/ 10287001 h 10287001"/>
              <a:gd name="connsiteX5" fmla="*/ 7376611 w 12322108"/>
              <a:gd name="connsiteY5" fmla="*/ 10287001 h 10287001"/>
              <a:gd name="connsiteX6" fmla="*/ 7510151 w 12322108"/>
              <a:gd name="connsiteY6" fmla="*/ 10136149 h 10287001"/>
              <a:gd name="connsiteX7" fmla="*/ 8721513 w 12322108"/>
              <a:gd name="connsiteY7" fmla="*/ 7054050 h 10287001"/>
              <a:gd name="connsiteX8" fmla="*/ 8721513 w 12322108"/>
              <a:gd name="connsiteY8" fmla="*/ 7003233 h 10287001"/>
              <a:gd name="connsiteX9" fmla="*/ 10367881 w 12322108"/>
              <a:gd name="connsiteY9" fmla="*/ 3988108 h 10287001"/>
              <a:gd name="connsiteX10" fmla="*/ 12319759 w 12322108"/>
              <a:gd name="connsiteY10" fmla="*/ 193793 h 10287001"/>
              <a:gd name="connsiteX11" fmla="*/ 12303071 w 12322108"/>
              <a:gd name="connsiteY11" fmla="*/ 2 h 10287001"/>
              <a:gd name="connsiteX12" fmla="*/ 4920380 w 12322108"/>
              <a:gd name="connsiteY12" fmla="*/ 2 h 10287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2108" h="10287001">
                <a:moveTo>
                  <a:pt x="4920380" y="0"/>
                </a:moveTo>
                <a:lnTo>
                  <a:pt x="0" y="0"/>
                </a:lnTo>
                <a:lnTo>
                  <a:pt x="0" y="10286999"/>
                </a:lnTo>
                <a:lnTo>
                  <a:pt x="1458100" y="10286999"/>
                </a:lnTo>
                <a:lnTo>
                  <a:pt x="1458100" y="10287001"/>
                </a:lnTo>
                <a:lnTo>
                  <a:pt x="7376611" y="10287001"/>
                </a:lnTo>
                <a:lnTo>
                  <a:pt x="7510151" y="10136149"/>
                </a:lnTo>
                <a:cubicBezTo>
                  <a:pt x="8221212" y="9295345"/>
                  <a:pt x="8669534" y="8224952"/>
                  <a:pt x="8721513" y="7054050"/>
                </a:cubicBezTo>
                <a:cubicBezTo>
                  <a:pt x="8721513" y="7037111"/>
                  <a:pt x="8721513" y="7020172"/>
                  <a:pt x="8721513" y="7003233"/>
                </a:cubicBezTo>
                <a:cubicBezTo>
                  <a:pt x="8755459" y="5783632"/>
                  <a:pt x="9366483" y="4648725"/>
                  <a:pt x="10367881" y="3988108"/>
                </a:cubicBezTo>
                <a:cubicBezTo>
                  <a:pt x="11589925" y="3175041"/>
                  <a:pt x="12370677" y="1769112"/>
                  <a:pt x="12319759" y="193793"/>
                </a:cubicBezTo>
                <a:lnTo>
                  <a:pt x="12303071" y="2"/>
                </a:lnTo>
                <a:lnTo>
                  <a:pt x="4920380" y="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97280" y="4035622"/>
            <a:ext cx="4286751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Our CEO</a:t>
            </a:r>
            <a:endParaRPr lang="en-US" sz="3200" b="1">
              <a:solidFill>
                <a:schemeClr val="bg1"/>
              </a:solidFill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Your CEO Name.</a:t>
            </a:r>
            <a:endParaRPr lang="en-US" sz="4600" b="1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79" y="6167869"/>
            <a:ext cx="61589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19" name="Freeform 18"/>
          <p:cNvSpPr/>
          <p:nvPr/>
        </p:nvSpPr>
        <p:spPr>
          <a:xfrm rot="5400000">
            <a:off x="13942622" y="-1543181"/>
            <a:ext cx="2802196" cy="5888559"/>
          </a:xfrm>
          <a:custGeom>
            <a:avLst/>
            <a:gdLst>
              <a:gd name="connsiteX0" fmla="*/ 1912878 w 1920436"/>
              <a:gd name="connsiteY0" fmla="*/ 0 h 4035621"/>
              <a:gd name="connsiteX1" fmla="*/ 0 w 1920436"/>
              <a:gd name="connsiteY1" fmla="*/ 0 h 4035621"/>
              <a:gd name="connsiteX2" fmla="*/ 0 w 1920436"/>
              <a:gd name="connsiteY2" fmla="*/ 4035621 h 4035621"/>
              <a:gd name="connsiteX3" fmla="*/ 9910 w 1920436"/>
              <a:gd name="connsiteY3" fmla="*/ 4024426 h 4035621"/>
              <a:gd name="connsiteX4" fmla="*/ 490866 w 1920436"/>
              <a:gd name="connsiteY4" fmla="*/ 2800719 h 4035621"/>
              <a:gd name="connsiteX5" fmla="*/ 490866 w 1920436"/>
              <a:gd name="connsiteY5" fmla="*/ 2780543 h 4035621"/>
              <a:gd name="connsiteX6" fmla="*/ 1144536 w 1920436"/>
              <a:gd name="connsiteY6" fmla="*/ 1583426 h 4035621"/>
              <a:gd name="connsiteX7" fmla="*/ 1919504 w 1920436"/>
              <a:gd name="connsiteY7" fmla="*/ 76942 h 4035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20436" h="4035621">
                <a:moveTo>
                  <a:pt x="1912878" y="0"/>
                </a:moveTo>
                <a:lnTo>
                  <a:pt x="0" y="0"/>
                </a:lnTo>
                <a:lnTo>
                  <a:pt x="0" y="4035621"/>
                </a:lnTo>
                <a:lnTo>
                  <a:pt x="9910" y="4024426"/>
                </a:lnTo>
                <a:cubicBezTo>
                  <a:pt x="292228" y="3690596"/>
                  <a:pt x="470228" y="3265610"/>
                  <a:pt x="490866" y="2800719"/>
                </a:cubicBezTo>
                <a:cubicBezTo>
                  <a:pt x="490866" y="2793994"/>
                  <a:pt x="490866" y="2787268"/>
                  <a:pt x="490866" y="2780543"/>
                </a:cubicBezTo>
                <a:cubicBezTo>
                  <a:pt x="504344" y="2296316"/>
                  <a:pt x="746944" y="1845716"/>
                  <a:pt x="1144536" y="1583426"/>
                </a:cubicBezTo>
                <a:cubicBezTo>
                  <a:pt x="1629732" y="1260608"/>
                  <a:pt x="1939720" y="702402"/>
                  <a:pt x="1919504" y="76942"/>
                </a:cubicBezTo>
                <a:close/>
              </a:path>
            </a:pathLst>
          </a:cu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80" y="1191400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Google Shape;139;p7"/>
          <p:cNvSpPr/>
          <p:nvPr/>
        </p:nvSpPr>
        <p:spPr>
          <a:xfrm>
            <a:off x="1354624" y="1426979"/>
            <a:ext cx="303944" cy="347472"/>
          </a:xfrm>
          <a:custGeom>
            <a:avLst/>
            <a:gdLst/>
            <a:ahLst/>
            <a:cxnLst/>
            <a:rect l="l" t="t" r="r" b="b"/>
            <a:pathLst>
              <a:path w="5202" h="5947" extrusionOk="0">
                <a:moveTo>
                  <a:pt x="2610" y="0"/>
                </a:moveTo>
                <a:lnTo>
                  <a:pt x="2461" y="19"/>
                </a:lnTo>
                <a:lnTo>
                  <a:pt x="2312" y="37"/>
                </a:lnTo>
                <a:lnTo>
                  <a:pt x="2163" y="75"/>
                </a:lnTo>
                <a:lnTo>
                  <a:pt x="2033" y="130"/>
                </a:lnTo>
                <a:lnTo>
                  <a:pt x="1902" y="186"/>
                </a:lnTo>
                <a:lnTo>
                  <a:pt x="1772" y="261"/>
                </a:lnTo>
                <a:lnTo>
                  <a:pt x="1660" y="336"/>
                </a:lnTo>
                <a:lnTo>
                  <a:pt x="1567" y="447"/>
                </a:lnTo>
                <a:lnTo>
                  <a:pt x="1455" y="541"/>
                </a:lnTo>
                <a:lnTo>
                  <a:pt x="1380" y="652"/>
                </a:lnTo>
                <a:lnTo>
                  <a:pt x="1306" y="783"/>
                </a:lnTo>
                <a:lnTo>
                  <a:pt x="1231" y="913"/>
                </a:lnTo>
                <a:lnTo>
                  <a:pt x="1194" y="1044"/>
                </a:lnTo>
                <a:lnTo>
                  <a:pt x="1156" y="1193"/>
                </a:lnTo>
                <a:lnTo>
                  <a:pt x="1138" y="1342"/>
                </a:lnTo>
                <a:lnTo>
                  <a:pt x="1119" y="1491"/>
                </a:lnTo>
                <a:lnTo>
                  <a:pt x="1138" y="1640"/>
                </a:lnTo>
                <a:lnTo>
                  <a:pt x="1156" y="1789"/>
                </a:lnTo>
                <a:lnTo>
                  <a:pt x="1194" y="1939"/>
                </a:lnTo>
                <a:lnTo>
                  <a:pt x="1231" y="2069"/>
                </a:lnTo>
                <a:lnTo>
                  <a:pt x="1306" y="2200"/>
                </a:lnTo>
                <a:lnTo>
                  <a:pt x="1380" y="2311"/>
                </a:lnTo>
                <a:lnTo>
                  <a:pt x="1455" y="2442"/>
                </a:lnTo>
                <a:lnTo>
                  <a:pt x="1567" y="2535"/>
                </a:lnTo>
                <a:lnTo>
                  <a:pt x="1660" y="2628"/>
                </a:lnTo>
                <a:lnTo>
                  <a:pt x="1772" y="2721"/>
                </a:lnTo>
                <a:lnTo>
                  <a:pt x="1902" y="2796"/>
                </a:lnTo>
                <a:lnTo>
                  <a:pt x="2033" y="2852"/>
                </a:lnTo>
                <a:lnTo>
                  <a:pt x="2163" y="2908"/>
                </a:lnTo>
                <a:lnTo>
                  <a:pt x="2312" y="2945"/>
                </a:lnTo>
                <a:lnTo>
                  <a:pt x="2461" y="2964"/>
                </a:lnTo>
                <a:lnTo>
                  <a:pt x="2610" y="2982"/>
                </a:lnTo>
                <a:lnTo>
                  <a:pt x="2760" y="2964"/>
                </a:lnTo>
                <a:lnTo>
                  <a:pt x="2909" y="2945"/>
                </a:lnTo>
                <a:lnTo>
                  <a:pt x="3058" y="2908"/>
                </a:lnTo>
                <a:lnTo>
                  <a:pt x="3188" y="2852"/>
                </a:lnTo>
                <a:lnTo>
                  <a:pt x="3319" y="2796"/>
                </a:lnTo>
                <a:lnTo>
                  <a:pt x="3431" y="2721"/>
                </a:lnTo>
                <a:lnTo>
                  <a:pt x="3561" y="2628"/>
                </a:lnTo>
                <a:lnTo>
                  <a:pt x="3654" y="2535"/>
                </a:lnTo>
                <a:lnTo>
                  <a:pt x="3747" y="2442"/>
                </a:lnTo>
                <a:lnTo>
                  <a:pt x="3841" y="2311"/>
                </a:lnTo>
                <a:lnTo>
                  <a:pt x="3915" y="2200"/>
                </a:lnTo>
                <a:lnTo>
                  <a:pt x="3971" y="2069"/>
                </a:lnTo>
                <a:lnTo>
                  <a:pt x="4027" y="1939"/>
                </a:lnTo>
                <a:lnTo>
                  <a:pt x="4064" y="1789"/>
                </a:lnTo>
                <a:lnTo>
                  <a:pt x="4083" y="1640"/>
                </a:lnTo>
                <a:lnTo>
                  <a:pt x="4102" y="1491"/>
                </a:lnTo>
                <a:lnTo>
                  <a:pt x="4083" y="1342"/>
                </a:lnTo>
                <a:lnTo>
                  <a:pt x="4064" y="1193"/>
                </a:lnTo>
                <a:lnTo>
                  <a:pt x="4027" y="1044"/>
                </a:lnTo>
                <a:lnTo>
                  <a:pt x="3971" y="913"/>
                </a:lnTo>
                <a:lnTo>
                  <a:pt x="3915" y="783"/>
                </a:lnTo>
                <a:lnTo>
                  <a:pt x="3841" y="652"/>
                </a:lnTo>
                <a:lnTo>
                  <a:pt x="3747" y="541"/>
                </a:lnTo>
                <a:lnTo>
                  <a:pt x="3654" y="447"/>
                </a:lnTo>
                <a:lnTo>
                  <a:pt x="3561" y="336"/>
                </a:lnTo>
                <a:lnTo>
                  <a:pt x="3431" y="261"/>
                </a:lnTo>
                <a:lnTo>
                  <a:pt x="3319" y="186"/>
                </a:lnTo>
                <a:lnTo>
                  <a:pt x="3188" y="130"/>
                </a:lnTo>
                <a:lnTo>
                  <a:pt x="3058" y="75"/>
                </a:lnTo>
                <a:lnTo>
                  <a:pt x="2909" y="37"/>
                </a:lnTo>
                <a:lnTo>
                  <a:pt x="2760" y="19"/>
                </a:lnTo>
                <a:lnTo>
                  <a:pt x="2610" y="0"/>
                </a:lnTo>
                <a:close/>
                <a:moveTo>
                  <a:pt x="2051" y="3337"/>
                </a:moveTo>
                <a:lnTo>
                  <a:pt x="2424" y="3989"/>
                </a:lnTo>
                <a:lnTo>
                  <a:pt x="2051" y="5573"/>
                </a:lnTo>
                <a:lnTo>
                  <a:pt x="1492" y="3355"/>
                </a:lnTo>
                <a:lnTo>
                  <a:pt x="1343" y="3355"/>
                </a:lnTo>
                <a:lnTo>
                  <a:pt x="1194" y="3392"/>
                </a:lnTo>
                <a:lnTo>
                  <a:pt x="1045" y="3430"/>
                </a:lnTo>
                <a:lnTo>
                  <a:pt x="914" y="3486"/>
                </a:lnTo>
                <a:lnTo>
                  <a:pt x="784" y="3560"/>
                </a:lnTo>
                <a:lnTo>
                  <a:pt x="672" y="3635"/>
                </a:lnTo>
                <a:lnTo>
                  <a:pt x="541" y="3728"/>
                </a:lnTo>
                <a:lnTo>
                  <a:pt x="448" y="3821"/>
                </a:lnTo>
                <a:lnTo>
                  <a:pt x="355" y="3933"/>
                </a:lnTo>
                <a:lnTo>
                  <a:pt x="262" y="4045"/>
                </a:lnTo>
                <a:lnTo>
                  <a:pt x="187" y="4175"/>
                </a:lnTo>
                <a:lnTo>
                  <a:pt x="131" y="4306"/>
                </a:lnTo>
                <a:lnTo>
                  <a:pt x="75" y="4455"/>
                </a:lnTo>
                <a:lnTo>
                  <a:pt x="38" y="4604"/>
                </a:lnTo>
                <a:lnTo>
                  <a:pt x="19" y="4753"/>
                </a:lnTo>
                <a:lnTo>
                  <a:pt x="1" y="4902"/>
                </a:lnTo>
                <a:lnTo>
                  <a:pt x="1" y="5387"/>
                </a:lnTo>
                <a:lnTo>
                  <a:pt x="19" y="5499"/>
                </a:lnTo>
                <a:lnTo>
                  <a:pt x="57" y="5592"/>
                </a:lnTo>
                <a:lnTo>
                  <a:pt x="113" y="5685"/>
                </a:lnTo>
                <a:lnTo>
                  <a:pt x="169" y="5778"/>
                </a:lnTo>
                <a:lnTo>
                  <a:pt x="262" y="5853"/>
                </a:lnTo>
                <a:lnTo>
                  <a:pt x="355" y="5890"/>
                </a:lnTo>
                <a:lnTo>
                  <a:pt x="448" y="5927"/>
                </a:lnTo>
                <a:lnTo>
                  <a:pt x="560" y="5946"/>
                </a:lnTo>
                <a:lnTo>
                  <a:pt x="4642" y="5946"/>
                </a:lnTo>
                <a:lnTo>
                  <a:pt x="4754" y="5927"/>
                </a:lnTo>
                <a:lnTo>
                  <a:pt x="4866" y="5890"/>
                </a:lnTo>
                <a:lnTo>
                  <a:pt x="4959" y="5853"/>
                </a:lnTo>
                <a:lnTo>
                  <a:pt x="5052" y="5778"/>
                </a:lnTo>
                <a:lnTo>
                  <a:pt x="5108" y="5685"/>
                </a:lnTo>
                <a:lnTo>
                  <a:pt x="5164" y="5592"/>
                </a:lnTo>
                <a:lnTo>
                  <a:pt x="5201" y="5499"/>
                </a:lnTo>
                <a:lnTo>
                  <a:pt x="5201" y="5387"/>
                </a:lnTo>
                <a:lnTo>
                  <a:pt x="5201" y="4902"/>
                </a:lnTo>
                <a:lnTo>
                  <a:pt x="5201" y="4753"/>
                </a:lnTo>
                <a:lnTo>
                  <a:pt x="5183" y="4604"/>
                </a:lnTo>
                <a:lnTo>
                  <a:pt x="5145" y="4455"/>
                </a:lnTo>
                <a:lnTo>
                  <a:pt x="5089" y="4306"/>
                </a:lnTo>
                <a:lnTo>
                  <a:pt x="5034" y="4175"/>
                </a:lnTo>
                <a:lnTo>
                  <a:pt x="4959" y="4045"/>
                </a:lnTo>
                <a:lnTo>
                  <a:pt x="4866" y="3933"/>
                </a:lnTo>
                <a:lnTo>
                  <a:pt x="4773" y="3821"/>
                </a:lnTo>
                <a:lnTo>
                  <a:pt x="4661" y="3728"/>
                </a:lnTo>
                <a:lnTo>
                  <a:pt x="4549" y="3635"/>
                </a:lnTo>
                <a:lnTo>
                  <a:pt x="4437" y="3560"/>
                </a:lnTo>
                <a:lnTo>
                  <a:pt x="4307" y="3486"/>
                </a:lnTo>
                <a:lnTo>
                  <a:pt x="4158" y="3430"/>
                </a:lnTo>
                <a:lnTo>
                  <a:pt x="4027" y="3392"/>
                </a:lnTo>
                <a:lnTo>
                  <a:pt x="3878" y="3355"/>
                </a:lnTo>
                <a:lnTo>
                  <a:pt x="3710" y="3355"/>
                </a:lnTo>
                <a:lnTo>
                  <a:pt x="3170" y="5573"/>
                </a:lnTo>
                <a:lnTo>
                  <a:pt x="2797" y="3989"/>
                </a:lnTo>
                <a:lnTo>
                  <a:pt x="3170" y="333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1097281" y="8387146"/>
            <a:ext cx="1760219" cy="49893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</a:gradFill>
          <a:ln>
            <a:noFill/>
          </a:ln>
          <a:effectLst>
            <a:outerShdw blurRad="355600" dist="266700" dir="5400000" sx="88000" sy="88000" algn="t" rotWithShape="0">
              <a:schemeClr val="accent4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1368089" y="8467337"/>
            <a:ext cx="1218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MORE INFO</a:t>
            </a:r>
            <a:endParaRPr lang="en-US" sz="160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55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1446499" y="4168159"/>
            <a:ext cx="2078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JOHN DOE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5592" y="4454363"/>
            <a:ext cx="960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Titillium Web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Architect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tillium Web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4770798" y="4168159"/>
            <a:ext cx="2078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SAMANTHA DOE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994863" y="4454363"/>
            <a:ext cx="16305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Titillium Web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Interior Designer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tillium Web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1322070" y="1592644"/>
            <a:ext cx="2331720" cy="2331720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4642211" y="1592644"/>
            <a:ext cx="2331720" cy="2331720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1446499" y="8069599"/>
            <a:ext cx="2078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ALEX DOE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5592" y="8355803"/>
            <a:ext cx="960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Titillium Web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Architect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tillium Web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4770798" y="8069599"/>
            <a:ext cx="20787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>
                <a:latin typeface="Titillium Web" panose="00000500000000000000" pitchFamily="2" charset="0"/>
                <a:ea typeface="Karla" pitchFamily="2" charset="0"/>
                <a:cs typeface="Baloo Chettan 2" panose="03080502040302020200" pitchFamily="66" charset="0"/>
              </a:rPr>
              <a:t>NORMAN DOE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4863" y="8355803"/>
            <a:ext cx="16305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Titillium Web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Interior Designer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tillium Web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1322070" y="5494084"/>
            <a:ext cx="2331720" cy="2331720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4642211" y="5494084"/>
            <a:ext cx="2331720" cy="2331720"/>
          </a:xfrm>
          <a:custGeom>
            <a:avLst/>
            <a:gdLst>
              <a:gd name="connsiteX0" fmla="*/ 1155469 w 2310938"/>
              <a:gd name="connsiteY0" fmla="*/ 264968 h 2310938"/>
              <a:gd name="connsiteX1" fmla="*/ 264968 w 2310938"/>
              <a:gd name="connsiteY1" fmla="*/ 1155469 h 2310938"/>
              <a:gd name="connsiteX2" fmla="*/ 1155469 w 2310938"/>
              <a:gd name="connsiteY2" fmla="*/ 2045970 h 2310938"/>
              <a:gd name="connsiteX3" fmla="*/ 2045970 w 2310938"/>
              <a:gd name="connsiteY3" fmla="*/ 1155469 h 2310938"/>
              <a:gd name="connsiteX4" fmla="*/ 1155469 w 2310938"/>
              <a:gd name="connsiteY4" fmla="*/ 264968 h 2310938"/>
              <a:gd name="connsiteX5" fmla="*/ 1155469 w 2310938"/>
              <a:gd name="connsiteY5" fmla="*/ 0 h 2310938"/>
              <a:gd name="connsiteX6" fmla="*/ 2310938 w 2310938"/>
              <a:gd name="connsiteY6" fmla="*/ 1155469 h 2310938"/>
              <a:gd name="connsiteX7" fmla="*/ 1155469 w 2310938"/>
              <a:gd name="connsiteY7" fmla="*/ 2310938 h 2310938"/>
              <a:gd name="connsiteX8" fmla="*/ 0 w 2310938"/>
              <a:gd name="connsiteY8" fmla="*/ 1155469 h 2310938"/>
              <a:gd name="connsiteX9" fmla="*/ 1155469 w 2310938"/>
              <a:gd name="connsiteY9" fmla="*/ 0 h 231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10938" h="2310938">
                <a:moveTo>
                  <a:pt x="1155469" y="264968"/>
                </a:moveTo>
                <a:cubicBezTo>
                  <a:pt x="663659" y="264968"/>
                  <a:pt x="264968" y="663659"/>
                  <a:pt x="264968" y="1155469"/>
                </a:cubicBezTo>
                <a:cubicBezTo>
                  <a:pt x="264968" y="1647279"/>
                  <a:pt x="663659" y="2045970"/>
                  <a:pt x="1155469" y="2045970"/>
                </a:cubicBezTo>
                <a:cubicBezTo>
                  <a:pt x="1647279" y="2045970"/>
                  <a:pt x="2045970" y="1647279"/>
                  <a:pt x="2045970" y="1155469"/>
                </a:cubicBezTo>
                <a:cubicBezTo>
                  <a:pt x="2045970" y="663659"/>
                  <a:pt x="1647279" y="264968"/>
                  <a:pt x="1155469" y="264968"/>
                </a:cubicBezTo>
                <a:close/>
                <a:moveTo>
                  <a:pt x="1155469" y="0"/>
                </a:moveTo>
                <a:cubicBezTo>
                  <a:pt x="1793617" y="0"/>
                  <a:pt x="2310938" y="517321"/>
                  <a:pt x="2310938" y="1155469"/>
                </a:cubicBezTo>
                <a:cubicBezTo>
                  <a:pt x="2310938" y="1793617"/>
                  <a:pt x="1793617" y="2310938"/>
                  <a:pt x="1155469" y="2310938"/>
                </a:cubicBezTo>
                <a:cubicBezTo>
                  <a:pt x="517321" y="2310938"/>
                  <a:pt x="0" y="1793617"/>
                  <a:pt x="0" y="1155469"/>
                </a:cubicBezTo>
                <a:cubicBezTo>
                  <a:pt x="0" y="517321"/>
                  <a:pt x="517321" y="0"/>
                  <a:pt x="115546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9621848" y="4185876"/>
            <a:ext cx="464101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Who Is The Leader Of</a:t>
            </a:r>
            <a:endParaRPr lang="en-US" sz="3200" b="1"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Business Project?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9621848" y="1592644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Google Shape;139;p7"/>
          <p:cNvSpPr/>
          <p:nvPr/>
        </p:nvSpPr>
        <p:spPr>
          <a:xfrm>
            <a:off x="9879192" y="1828223"/>
            <a:ext cx="303944" cy="347472"/>
          </a:xfrm>
          <a:custGeom>
            <a:avLst/>
            <a:gdLst/>
            <a:ahLst/>
            <a:cxnLst/>
            <a:rect l="l" t="t" r="r" b="b"/>
            <a:pathLst>
              <a:path w="5202" h="5947" extrusionOk="0">
                <a:moveTo>
                  <a:pt x="2610" y="0"/>
                </a:moveTo>
                <a:lnTo>
                  <a:pt x="2461" y="19"/>
                </a:lnTo>
                <a:lnTo>
                  <a:pt x="2312" y="37"/>
                </a:lnTo>
                <a:lnTo>
                  <a:pt x="2163" y="75"/>
                </a:lnTo>
                <a:lnTo>
                  <a:pt x="2033" y="130"/>
                </a:lnTo>
                <a:lnTo>
                  <a:pt x="1902" y="186"/>
                </a:lnTo>
                <a:lnTo>
                  <a:pt x="1772" y="261"/>
                </a:lnTo>
                <a:lnTo>
                  <a:pt x="1660" y="336"/>
                </a:lnTo>
                <a:lnTo>
                  <a:pt x="1567" y="447"/>
                </a:lnTo>
                <a:lnTo>
                  <a:pt x="1455" y="541"/>
                </a:lnTo>
                <a:lnTo>
                  <a:pt x="1380" y="652"/>
                </a:lnTo>
                <a:lnTo>
                  <a:pt x="1306" y="783"/>
                </a:lnTo>
                <a:lnTo>
                  <a:pt x="1231" y="913"/>
                </a:lnTo>
                <a:lnTo>
                  <a:pt x="1194" y="1044"/>
                </a:lnTo>
                <a:lnTo>
                  <a:pt x="1156" y="1193"/>
                </a:lnTo>
                <a:lnTo>
                  <a:pt x="1138" y="1342"/>
                </a:lnTo>
                <a:lnTo>
                  <a:pt x="1119" y="1491"/>
                </a:lnTo>
                <a:lnTo>
                  <a:pt x="1138" y="1640"/>
                </a:lnTo>
                <a:lnTo>
                  <a:pt x="1156" y="1789"/>
                </a:lnTo>
                <a:lnTo>
                  <a:pt x="1194" y="1939"/>
                </a:lnTo>
                <a:lnTo>
                  <a:pt x="1231" y="2069"/>
                </a:lnTo>
                <a:lnTo>
                  <a:pt x="1306" y="2200"/>
                </a:lnTo>
                <a:lnTo>
                  <a:pt x="1380" y="2311"/>
                </a:lnTo>
                <a:lnTo>
                  <a:pt x="1455" y="2442"/>
                </a:lnTo>
                <a:lnTo>
                  <a:pt x="1567" y="2535"/>
                </a:lnTo>
                <a:lnTo>
                  <a:pt x="1660" y="2628"/>
                </a:lnTo>
                <a:lnTo>
                  <a:pt x="1772" y="2721"/>
                </a:lnTo>
                <a:lnTo>
                  <a:pt x="1902" y="2796"/>
                </a:lnTo>
                <a:lnTo>
                  <a:pt x="2033" y="2852"/>
                </a:lnTo>
                <a:lnTo>
                  <a:pt x="2163" y="2908"/>
                </a:lnTo>
                <a:lnTo>
                  <a:pt x="2312" y="2945"/>
                </a:lnTo>
                <a:lnTo>
                  <a:pt x="2461" y="2964"/>
                </a:lnTo>
                <a:lnTo>
                  <a:pt x="2610" y="2982"/>
                </a:lnTo>
                <a:lnTo>
                  <a:pt x="2760" y="2964"/>
                </a:lnTo>
                <a:lnTo>
                  <a:pt x="2909" y="2945"/>
                </a:lnTo>
                <a:lnTo>
                  <a:pt x="3058" y="2908"/>
                </a:lnTo>
                <a:lnTo>
                  <a:pt x="3188" y="2852"/>
                </a:lnTo>
                <a:lnTo>
                  <a:pt x="3319" y="2796"/>
                </a:lnTo>
                <a:lnTo>
                  <a:pt x="3431" y="2721"/>
                </a:lnTo>
                <a:lnTo>
                  <a:pt x="3561" y="2628"/>
                </a:lnTo>
                <a:lnTo>
                  <a:pt x="3654" y="2535"/>
                </a:lnTo>
                <a:lnTo>
                  <a:pt x="3747" y="2442"/>
                </a:lnTo>
                <a:lnTo>
                  <a:pt x="3841" y="2311"/>
                </a:lnTo>
                <a:lnTo>
                  <a:pt x="3915" y="2200"/>
                </a:lnTo>
                <a:lnTo>
                  <a:pt x="3971" y="2069"/>
                </a:lnTo>
                <a:lnTo>
                  <a:pt x="4027" y="1939"/>
                </a:lnTo>
                <a:lnTo>
                  <a:pt x="4064" y="1789"/>
                </a:lnTo>
                <a:lnTo>
                  <a:pt x="4083" y="1640"/>
                </a:lnTo>
                <a:lnTo>
                  <a:pt x="4102" y="1491"/>
                </a:lnTo>
                <a:lnTo>
                  <a:pt x="4083" y="1342"/>
                </a:lnTo>
                <a:lnTo>
                  <a:pt x="4064" y="1193"/>
                </a:lnTo>
                <a:lnTo>
                  <a:pt x="4027" y="1044"/>
                </a:lnTo>
                <a:lnTo>
                  <a:pt x="3971" y="913"/>
                </a:lnTo>
                <a:lnTo>
                  <a:pt x="3915" y="783"/>
                </a:lnTo>
                <a:lnTo>
                  <a:pt x="3841" y="652"/>
                </a:lnTo>
                <a:lnTo>
                  <a:pt x="3747" y="541"/>
                </a:lnTo>
                <a:lnTo>
                  <a:pt x="3654" y="447"/>
                </a:lnTo>
                <a:lnTo>
                  <a:pt x="3561" y="336"/>
                </a:lnTo>
                <a:lnTo>
                  <a:pt x="3431" y="261"/>
                </a:lnTo>
                <a:lnTo>
                  <a:pt x="3319" y="186"/>
                </a:lnTo>
                <a:lnTo>
                  <a:pt x="3188" y="130"/>
                </a:lnTo>
                <a:lnTo>
                  <a:pt x="3058" y="75"/>
                </a:lnTo>
                <a:lnTo>
                  <a:pt x="2909" y="37"/>
                </a:lnTo>
                <a:lnTo>
                  <a:pt x="2760" y="19"/>
                </a:lnTo>
                <a:lnTo>
                  <a:pt x="2610" y="0"/>
                </a:lnTo>
                <a:close/>
                <a:moveTo>
                  <a:pt x="2051" y="3337"/>
                </a:moveTo>
                <a:lnTo>
                  <a:pt x="2424" y="3989"/>
                </a:lnTo>
                <a:lnTo>
                  <a:pt x="2051" y="5573"/>
                </a:lnTo>
                <a:lnTo>
                  <a:pt x="1492" y="3355"/>
                </a:lnTo>
                <a:lnTo>
                  <a:pt x="1343" y="3355"/>
                </a:lnTo>
                <a:lnTo>
                  <a:pt x="1194" y="3392"/>
                </a:lnTo>
                <a:lnTo>
                  <a:pt x="1045" y="3430"/>
                </a:lnTo>
                <a:lnTo>
                  <a:pt x="914" y="3486"/>
                </a:lnTo>
                <a:lnTo>
                  <a:pt x="784" y="3560"/>
                </a:lnTo>
                <a:lnTo>
                  <a:pt x="672" y="3635"/>
                </a:lnTo>
                <a:lnTo>
                  <a:pt x="541" y="3728"/>
                </a:lnTo>
                <a:lnTo>
                  <a:pt x="448" y="3821"/>
                </a:lnTo>
                <a:lnTo>
                  <a:pt x="355" y="3933"/>
                </a:lnTo>
                <a:lnTo>
                  <a:pt x="262" y="4045"/>
                </a:lnTo>
                <a:lnTo>
                  <a:pt x="187" y="4175"/>
                </a:lnTo>
                <a:lnTo>
                  <a:pt x="131" y="4306"/>
                </a:lnTo>
                <a:lnTo>
                  <a:pt x="75" y="4455"/>
                </a:lnTo>
                <a:lnTo>
                  <a:pt x="38" y="4604"/>
                </a:lnTo>
                <a:lnTo>
                  <a:pt x="19" y="4753"/>
                </a:lnTo>
                <a:lnTo>
                  <a:pt x="1" y="4902"/>
                </a:lnTo>
                <a:lnTo>
                  <a:pt x="1" y="5387"/>
                </a:lnTo>
                <a:lnTo>
                  <a:pt x="19" y="5499"/>
                </a:lnTo>
                <a:lnTo>
                  <a:pt x="57" y="5592"/>
                </a:lnTo>
                <a:lnTo>
                  <a:pt x="113" y="5685"/>
                </a:lnTo>
                <a:lnTo>
                  <a:pt x="169" y="5778"/>
                </a:lnTo>
                <a:lnTo>
                  <a:pt x="262" y="5853"/>
                </a:lnTo>
                <a:lnTo>
                  <a:pt x="355" y="5890"/>
                </a:lnTo>
                <a:lnTo>
                  <a:pt x="448" y="5927"/>
                </a:lnTo>
                <a:lnTo>
                  <a:pt x="560" y="5946"/>
                </a:lnTo>
                <a:lnTo>
                  <a:pt x="4642" y="5946"/>
                </a:lnTo>
                <a:lnTo>
                  <a:pt x="4754" y="5927"/>
                </a:lnTo>
                <a:lnTo>
                  <a:pt x="4866" y="5890"/>
                </a:lnTo>
                <a:lnTo>
                  <a:pt x="4959" y="5853"/>
                </a:lnTo>
                <a:lnTo>
                  <a:pt x="5052" y="5778"/>
                </a:lnTo>
                <a:lnTo>
                  <a:pt x="5108" y="5685"/>
                </a:lnTo>
                <a:lnTo>
                  <a:pt x="5164" y="5592"/>
                </a:lnTo>
                <a:lnTo>
                  <a:pt x="5201" y="5499"/>
                </a:lnTo>
                <a:lnTo>
                  <a:pt x="5201" y="5387"/>
                </a:lnTo>
                <a:lnTo>
                  <a:pt x="5201" y="4902"/>
                </a:lnTo>
                <a:lnTo>
                  <a:pt x="5201" y="4753"/>
                </a:lnTo>
                <a:lnTo>
                  <a:pt x="5183" y="4604"/>
                </a:lnTo>
                <a:lnTo>
                  <a:pt x="5145" y="4455"/>
                </a:lnTo>
                <a:lnTo>
                  <a:pt x="5089" y="4306"/>
                </a:lnTo>
                <a:lnTo>
                  <a:pt x="5034" y="4175"/>
                </a:lnTo>
                <a:lnTo>
                  <a:pt x="4959" y="4045"/>
                </a:lnTo>
                <a:lnTo>
                  <a:pt x="4866" y="3933"/>
                </a:lnTo>
                <a:lnTo>
                  <a:pt x="4773" y="3821"/>
                </a:lnTo>
                <a:lnTo>
                  <a:pt x="4661" y="3728"/>
                </a:lnTo>
                <a:lnTo>
                  <a:pt x="4549" y="3635"/>
                </a:lnTo>
                <a:lnTo>
                  <a:pt x="4437" y="3560"/>
                </a:lnTo>
                <a:lnTo>
                  <a:pt x="4307" y="3486"/>
                </a:lnTo>
                <a:lnTo>
                  <a:pt x="4158" y="3430"/>
                </a:lnTo>
                <a:lnTo>
                  <a:pt x="4027" y="3392"/>
                </a:lnTo>
                <a:lnTo>
                  <a:pt x="3878" y="3355"/>
                </a:lnTo>
                <a:lnTo>
                  <a:pt x="3710" y="3355"/>
                </a:lnTo>
                <a:lnTo>
                  <a:pt x="3170" y="5573"/>
                </a:lnTo>
                <a:lnTo>
                  <a:pt x="2797" y="3989"/>
                </a:lnTo>
                <a:lnTo>
                  <a:pt x="3170" y="333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21848" y="6508567"/>
            <a:ext cx="6420725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1848" y="6177462"/>
            <a:ext cx="2504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We solve your problem.</a:t>
            </a:r>
            <a:endParaRPr lang="en-US" sz="1800" b="1">
              <a:solidFill>
                <a:schemeClr val="tx1">
                  <a:lumMod val="50000"/>
                  <a:lumOff val="50000"/>
                </a:schemeClr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Freeform 332"/>
          <p:cNvSpPr>
            <a:spLocks noEditPoints="1"/>
          </p:cNvSpPr>
          <p:nvPr/>
        </p:nvSpPr>
        <p:spPr bwMode="auto">
          <a:xfrm>
            <a:off x="8350752" y="3481217"/>
            <a:ext cx="438996" cy="438991"/>
          </a:xfrm>
          <a:custGeom>
            <a:avLst/>
            <a:gdLst>
              <a:gd name="T0" fmla="*/ 38 w 38"/>
              <a:gd name="T1" fmla="*/ 21 h 38"/>
              <a:gd name="T2" fmla="*/ 35 w 38"/>
              <a:gd name="T3" fmla="*/ 23 h 38"/>
              <a:gd name="T4" fmla="*/ 33 w 38"/>
              <a:gd name="T5" fmla="*/ 23 h 38"/>
              <a:gd name="T6" fmla="*/ 20 w 38"/>
              <a:gd name="T7" fmla="*/ 33 h 38"/>
              <a:gd name="T8" fmla="*/ 19 w 38"/>
              <a:gd name="T9" fmla="*/ 36 h 38"/>
              <a:gd name="T10" fmla="*/ 17 w 38"/>
              <a:gd name="T11" fmla="*/ 38 h 38"/>
              <a:gd name="T12" fmla="*/ 15 w 38"/>
              <a:gd name="T13" fmla="*/ 35 h 38"/>
              <a:gd name="T14" fmla="*/ 15 w 38"/>
              <a:gd name="T15" fmla="*/ 33 h 38"/>
              <a:gd name="T16" fmla="*/ 5 w 38"/>
              <a:gd name="T17" fmla="*/ 20 h 38"/>
              <a:gd name="T18" fmla="*/ 2 w 38"/>
              <a:gd name="T19" fmla="*/ 19 h 38"/>
              <a:gd name="T20" fmla="*/ 0 w 38"/>
              <a:gd name="T21" fmla="*/ 17 h 38"/>
              <a:gd name="T22" fmla="*/ 0 w 38"/>
              <a:gd name="T23" fmla="*/ 17 h 38"/>
              <a:gd name="T24" fmla="*/ 3 w 38"/>
              <a:gd name="T25" fmla="*/ 15 h 38"/>
              <a:gd name="T26" fmla="*/ 5 w 38"/>
              <a:gd name="T27" fmla="*/ 15 h 38"/>
              <a:gd name="T28" fmla="*/ 18 w 38"/>
              <a:gd name="T29" fmla="*/ 5 h 38"/>
              <a:gd name="T30" fmla="*/ 19 w 38"/>
              <a:gd name="T31" fmla="*/ 2 h 38"/>
              <a:gd name="T32" fmla="*/ 21 w 38"/>
              <a:gd name="T33" fmla="*/ 0 h 38"/>
              <a:gd name="T34" fmla="*/ 23 w 38"/>
              <a:gd name="T35" fmla="*/ 3 h 38"/>
              <a:gd name="T36" fmla="*/ 23 w 38"/>
              <a:gd name="T37" fmla="*/ 5 h 38"/>
              <a:gd name="T38" fmla="*/ 33 w 38"/>
              <a:gd name="T39" fmla="*/ 18 h 38"/>
              <a:gd name="T40" fmla="*/ 36 w 38"/>
              <a:gd name="T41" fmla="*/ 18 h 38"/>
              <a:gd name="T42" fmla="*/ 38 w 38"/>
              <a:gd name="T43" fmla="*/ 21 h 38"/>
              <a:gd name="T44" fmla="*/ 18 w 38"/>
              <a:gd name="T45" fmla="*/ 25 h 38"/>
              <a:gd name="T46" fmla="*/ 25 w 38"/>
              <a:gd name="T47" fmla="*/ 20 h 38"/>
              <a:gd name="T48" fmla="*/ 20 w 38"/>
              <a:gd name="T49" fmla="*/ 13 h 38"/>
              <a:gd name="T50" fmla="*/ 13 w 38"/>
              <a:gd name="T51" fmla="*/ 18 h 38"/>
              <a:gd name="T52" fmla="*/ 18 w 38"/>
              <a:gd name="T53" fmla="*/ 25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8" h="38">
                <a:moveTo>
                  <a:pt x="38" y="21"/>
                </a:moveTo>
                <a:cubicBezTo>
                  <a:pt x="38" y="22"/>
                  <a:pt x="36" y="23"/>
                  <a:pt x="35" y="23"/>
                </a:cubicBezTo>
                <a:cubicBezTo>
                  <a:pt x="33" y="23"/>
                  <a:pt x="33" y="23"/>
                  <a:pt x="33" y="23"/>
                </a:cubicBezTo>
                <a:cubicBezTo>
                  <a:pt x="27" y="23"/>
                  <a:pt x="21" y="27"/>
                  <a:pt x="20" y="33"/>
                </a:cubicBezTo>
                <a:cubicBezTo>
                  <a:pt x="19" y="36"/>
                  <a:pt x="19" y="36"/>
                  <a:pt x="19" y="36"/>
                </a:cubicBezTo>
                <a:cubicBezTo>
                  <a:pt x="19" y="37"/>
                  <a:pt x="18" y="38"/>
                  <a:pt x="17" y="38"/>
                </a:cubicBezTo>
                <a:cubicBezTo>
                  <a:pt x="16" y="37"/>
                  <a:pt x="15" y="36"/>
                  <a:pt x="15" y="35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26"/>
                  <a:pt x="11" y="21"/>
                  <a:pt x="5" y="20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18"/>
                  <a:pt x="0" y="17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5"/>
                  <a:pt x="2" y="14"/>
                  <a:pt x="3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11" y="15"/>
                  <a:pt x="17" y="11"/>
                  <a:pt x="18" y="5"/>
                </a:cubicBezTo>
                <a:cubicBezTo>
                  <a:pt x="19" y="2"/>
                  <a:pt x="19" y="2"/>
                  <a:pt x="19" y="2"/>
                </a:cubicBezTo>
                <a:cubicBezTo>
                  <a:pt x="19" y="1"/>
                  <a:pt x="20" y="0"/>
                  <a:pt x="21" y="0"/>
                </a:cubicBezTo>
                <a:cubicBezTo>
                  <a:pt x="23" y="0"/>
                  <a:pt x="23" y="1"/>
                  <a:pt x="23" y="3"/>
                </a:cubicBezTo>
                <a:cubicBezTo>
                  <a:pt x="23" y="5"/>
                  <a:pt x="23" y="5"/>
                  <a:pt x="23" y="5"/>
                </a:cubicBezTo>
                <a:cubicBezTo>
                  <a:pt x="23" y="11"/>
                  <a:pt x="27" y="17"/>
                  <a:pt x="33" y="18"/>
                </a:cubicBezTo>
                <a:cubicBezTo>
                  <a:pt x="36" y="18"/>
                  <a:pt x="36" y="18"/>
                  <a:pt x="36" y="18"/>
                </a:cubicBezTo>
                <a:cubicBezTo>
                  <a:pt x="37" y="19"/>
                  <a:pt x="38" y="20"/>
                  <a:pt x="38" y="21"/>
                </a:cubicBezTo>
                <a:close/>
                <a:moveTo>
                  <a:pt x="18" y="25"/>
                </a:moveTo>
                <a:cubicBezTo>
                  <a:pt x="20" y="23"/>
                  <a:pt x="23" y="21"/>
                  <a:pt x="25" y="20"/>
                </a:cubicBezTo>
                <a:cubicBezTo>
                  <a:pt x="23" y="18"/>
                  <a:pt x="21" y="15"/>
                  <a:pt x="20" y="13"/>
                </a:cubicBezTo>
                <a:cubicBezTo>
                  <a:pt x="18" y="15"/>
                  <a:pt x="16" y="17"/>
                  <a:pt x="13" y="18"/>
                </a:cubicBezTo>
                <a:cubicBezTo>
                  <a:pt x="15" y="20"/>
                  <a:pt x="17" y="22"/>
                  <a:pt x="18" y="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sp>
        <p:nvSpPr>
          <p:cNvPr id="24" name="Freeform 333"/>
          <p:cNvSpPr>
            <a:spLocks noEditPoints="1"/>
          </p:cNvSpPr>
          <p:nvPr/>
        </p:nvSpPr>
        <p:spPr bwMode="auto">
          <a:xfrm>
            <a:off x="12641343" y="669867"/>
            <a:ext cx="381734" cy="394457"/>
          </a:xfrm>
          <a:custGeom>
            <a:avLst/>
            <a:gdLst>
              <a:gd name="T0" fmla="*/ 32 w 33"/>
              <a:gd name="T1" fmla="*/ 19 h 34"/>
              <a:gd name="T2" fmla="*/ 15 w 33"/>
              <a:gd name="T3" fmla="*/ 33 h 34"/>
              <a:gd name="T4" fmla="*/ 1 w 33"/>
              <a:gd name="T5" fmla="*/ 15 h 34"/>
              <a:gd name="T6" fmla="*/ 19 w 33"/>
              <a:gd name="T7" fmla="*/ 1 h 34"/>
              <a:gd name="T8" fmla="*/ 32 w 33"/>
              <a:gd name="T9" fmla="*/ 19 h 34"/>
              <a:gd name="T10" fmla="*/ 6 w 33"/>
              <a:gd name="T11" fmla="*/ 16 h 34"/>
              <a:gd name="T12" fmla="*/ 15 w 33"/>
              <a:gd name="T13" fmla="*/ 28 h 34"/>
              <a:gd name="T14" fmla="*/ 27 w 33"/>
              <a:gd name="T15" fmla="*/ 18 h 34"/>
              <a:gd name="T16" fmla="*/ 18 w 33"/>
              <a:gd name="T17" fmla="*/ 6 h 34"/>
              <a:gd name="T18" fmla="*/ 6 w 33"/>
              <a:gd name="T19" fmla="*/ 16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" h="34">
                <a:moveTo>
                  <a:pt x="32" y="19"/>
                </a:moveTo>
                <a:cubicBezTo>
                  <a:pt x="31" y="27"/>
                  <a:pt x="23" y="34"/>
                  <a:pt x="15" y="33"/>
                </a:cubicBezTo>
                <a:cubicBezTo>
                  <a:pt x="6" y="31"/>
                  <a:pt x="0" y="24"/>
                  <a:pt x="1" y="15"/>
                </a:cubicBezTo>
                <a:cubicBezTo>
                  <a:pt x="2" y="6"/>
                  <a:pt x="10" y="0"/>
                  <a:pt x="19" y="1"/>
                </a:cubicBezTo>
                <a:cubicBezTo>
                  <a:pt x="27" y="2"/>
                  <a:pt x="33" y="10"/>
                  <a:pt x="32" y="19"/>
                </a:cubicBezTo>
                <a:close/>
                <a:moveTo>
                  <a:pt x="6" y="16"/>
                </a:moveTo>
                <a:cubicBezTo>
                  <a:pt x="5" y="22"/>
                  <a:pt x="9" y="27"/>
                  <a:pt x="15" y="28"/>
                </a:cubicBezTo>
                <a:cubicBezTo>
                  <a:pt x="21" y="28"/>
                  <a:pt x="27" y="24"/>
                  <a:pt x="27" y="18"/>
                </a:cubicBezTo>
                <a:cubicBezTo>
                  <a:pt x="28" y="12"/>
                  <a:pt x="24" y="7"/>
                  <a:pt x="18" y="6"/>
                </a:cubicBezTo>
                <a:cubicBezTo>
                  <a:pt x="12" y="5"/>
                  <a:pt x="7" y="10"/>
                  <a:pt x="6" y="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sp>
        <p:nvSpPr>
          <p:cNvPr id="25" name="Freeform 333"/>
          <p:cNvSpPr>
            <a:spLocks noEditPoints="1"/>
          </p:cNvSpPr>
          <p:nvPr/>
        </p:nvSpPr>
        <p:spPr bwMode="auto">
          <a:xfrm>
            <a:off x="15997028" y="4531229"/>
            <a:ext cx="381734" cy="394457"/>
          </a:xfrm>
          <a:custGeom>
            <a:avLst/>
            <a:gdLst>
              <a:gd name="T0" fmla="*/ 32 w 33"/>
              <a:gd name="T1" fmla="*/ 19 h 34"/>
              <a:gd name="T2" fmla="*/ 15 w 33"/>
              <a:gd name="T3" fmla="*/ 33 h 34"/>
              <a:gd name="T4" fmla="*/ 1 w 33"/>
              <a:gd name="T5" fmla="*/ 15 h 34"/>
              <a:gd name="T6" fmla="*/ 19 w 33"/>
              <a:gd name="T7" fmla="*/ 1 h 34"/>
              <a:gd name="T8" fmla="*/ 32 w 33"/>
              <a:gd name="T9" fmla="*/ 19 h 34"/>
              <a:gd name="T10" fmla="*/ 6 w 33"/>
              <a:gd name="T11" fmla="*/ 16 h 34"/>
              <a:gd name="T12" fmla="*/ 15 w 33"/>
              <a:gd name="T13" fmla="*/ 28 h 34"/>
              <a:gd name="T14" fmla="*/ 27 w 33"/>
              <a:gd name="T15" fmla="*/ 18 h 34"/>
              <a:gd name="T16" fmla="*/ 18 w 33"/>
              <a:gd name="T17" fmla="*/ 6 h 34"/>
              <a:gd name="T18" fmla="*/ 6 w 33"/>
              <a:gd name="T19" fmla="*/ 16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" h="34">
                <a:moveTo>
                  <a:pt x="32" y="19"/>
                </a:moveTo>
                <a:cubicBezTo>
                  <a:pt x="31" y="27"/>
                  <a:pt x="23" y="34"/>
                  <a:pt x="15" y="33"/>
                </a:cubicBezTo>
                <a:cubicBezTo>
                  <a:pt x="6" y="31"/>
                  <a:pt x="0" y="24"/>
                  <a:pt x="1" y="15"/>
                </a:cubicBezTo>
                <a:cubicBezTo>
                  <a:pt x="2" y="6"/>
                  <a:pt x="10" y="0"/>
                  <a:pt x="19" y="1"/>
                </a:cubicBezTo>
                <a:cubicBezTo>
                  <a:pt x="27" y="2"/>
                  <a:pt x="33" y="10"/>
                  <a:pt x="32" y="19"/>
                </a:cubicBezTo>
                <a:close/>
                <a:moveTo>
                  <a:pt x="6" y="16"/>
                </a:moveTo>
                <a:cubicBezTo>
                  <a:pt x="5" y="22"/>
                  <a:pt x="9" y="27"/>
                  <a:pt x="15" y="28"/>
                </a:cubicBezTo>
                <a:cubicBezTo>
                  <a:pt x="21" y="28"/>
                  <a:pt x="27" y="24"/>
                  <a:pt x="27" y="18"/>
                </a:cubicBezTo>
                <a:cubicBezTo>
                  <a:pt x="28" y="12"/>
                  <a:pt x="24" y="7"/>
                  <a:pt x="18" y="6"/>
                </a:cubicBezTo>
                <a:cubicBezTo>
                  <a:pt x="12" y="5"/>
                  <a:pt x="7" y="10"/>
                  <a:pt x="6" y="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sp>
        <p:nvSpPr>
          <p:cNvPr id="26" name="Freeform 332"/>
          <p:cNvSpPr>
            <a:spLocks noEditPoints="1"/>
          </p:cNvSpPr>
          <p:nvPr/>
        </p:nvSpPr>
        <p:spPr bwMode="auto">
          <a:xfrm>
            <a:off x="16378762" y="2105712"/>
            <a:ext cx="273851" cy="273848"/>
          </a:xfrm>
          <a:custGeom>
            <a:avLst/>
            <a:gdLst>
              <a:gd name="T0" fmla="*/ 38 w 38"/>
              <a:gd name="T1" fmla="*/ 21 h 38"/>
              <a:gd name="T2" fmla="*/ 35 w 38"/>
              <a:gd name="T3" fmla="*/ 23 h 38"/>
              <a:gd name="T4" fmla="*/ 33 w 38"/>
              <a:gd name="T5" fmla="*/ 23 h 38"/>
              <a:gd name="T6" fmla="*/ 20 w 38"/>
              <a:gd name="T7" fmla="*/ 33 h 38"/>
              <a:gd name="T8" fmla="*/ 19 w 38"/>
              <a:gd name="T9" fmla="*/ 36 h 38"/>
              <a:gd name="T10" fmla="*/ 17 w 38"/>
              <a:gd name="T11" fmla="*/ 38 h 38"/>
              <a:gd name="T12" fmla="*/ 15 w 38"/>
              <a:gd name="T13" fmla="*/ 35 h 38"/>
              <a:gd name="T14" fmla="*/ 15 w 38"/>
              <a:gd name="T15" fmla="*/ 33 h 38"/>
              <a:gd name="T16" fmla="*/ 5 w 38"/>
              <a:gd name="T17" fmla="*/ 20 h 38"/>
              <a:gd name="T18" fmla="*/ 2 w 38"/>
              <a:gd name="T19" fmla="*/ 19 h 38"/>
              <a:gd name="T20" fmla="*/ 0 w 38"/>
              <a:gd name="T21" fmla="*/ 17 h 38"/>
              <a:gd name="T22" fmla="*/ 0 w 38"/>
              <a:gd name="T23" fmla="*/ 17 h 38"/>
              <a:gd name="T24" fmla="*/ 3 w 38"/>
              <a:gd name="T25" fmla="*/ 15 h 38"/>
              <a:gd name="T26" fmla="*/ 5 w 38"/>
              <a:gd name="T27" fmla="*/ 15 h 38"/>
              <a:gd name="T28" fmla="*/ 18 w 38"/>
              <a:gd name="T29" fmla="*/ 5 h 38"/>
              <a:gd name="T30" fmla="*/ 19 w 38"/>
              <a:gd name="T31" fmla="*/ 2 h 38"/>
              <a:gd name="T32" fmla="*/ 21 w 38"/>
              <a:gd name="T33" fmla="*/ 0 h 38"/>
              <a:gd name="T34" fmla="*/ 23 w 38"/>
              <a:gd name="T35" fmla="*/ 3 h 38"/>
              <a:gd name="T36" fmla="*/ 23 w 38"/>
              <a:gd name="T37" fmla="*/ 5 h 38"/>
              <a:gd name="T38" fmla="*/ 33 w 38"/>
              <a:gd name="T39" fmla="*/ 18 h 38"/>
              <a:gd name="T40" fmla="*/ 36 w 38"/>
              <a:gd name="T41" fmla="*/ 18 h 38"/>
              <a:gd name="T42" fmla="*/ 38 w 38"/>
              <a:gd name="T43" fmla="*/ 21 h 38"/>
              <a:gd name="T44" fmla="*/ 18 w 38"/>
              <a:gd name="T45" fmla="*/ 25 h 38"/>
              <a:gd name="T46" fmla="*/ 25 w 38"/>
              <a:gd name="T47" fmla="*/ 20 h 38"/>
              <a:gd name="T48" fmla="*/ 20 w 38"/>
              <a:gd name="T49" fmla="*/ 13 h 38"/>
              <a:gd name="T50" fmla="*/ 13 w 38"/>
              <a:gd name="T51" fmla="*/ 18 h 38"/>
              <a:gd name="T52" fmla="*/ 18 w 38"/>
              <a:gd name="T53" fmla="*/ 25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8" h="38">
                <a:moveTo>
                  <a:pt x="38" y="21"/>
                </a:moveTo>
                <a:cubicBezTo>
                  <a:pt x="38" y="22"/>
                  <a:pt x="36" y="23"/>
                  <a:pt x="35" y="23"/>
                </a:cubicBezTo>
                <a:cubicBezTo>
                  <a:pt x="33" y="23"/>
                  <a:pt x="33" y="23"/>
                  <a:pt x="33" y="23"/>
                </a:cubicBezTo>
                <a:cubicBezTo>
                  <a:pt x="27" y="23"/>
                  <a:pt x="21" y="27"/>
                  <a:pt x="20" y="33"/>
                </a:cubicBezTo>
                <a:cubicBezTo>
                  <a:pt x="19" y="36"/>
                  <a:pt x="19" y="36"/>
                  <a:pt x="19" y="36"/>
                </a:cubicBezTo>
                <a:cubicBezTo>
                  <a:pt x="19" y="37"/>
                  <a:pt x="18" y="38"/>
                  <a:pt x="17" y="38"/>
                </a:cubicBezTo>
                <a:cubicBezTo>
                  <a:pt x="16" y="37"/>
                  <a:pt x="15" y="36"/>
                  <a:pt x="15" y="35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26"/>
                  <a:pt x="11" y="21"/>
                  <a:pt x="5" y="20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18"/>
                  <a:pt x="0" y="17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5"/>
                  <a:pt x="2" y="14"/>
                  <a:pt x="3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11" y="15"/>
                  <a:pt x="17" y="11"/>
                  <a:pt x="18" y="5"/>
                </a:cubicBezTo>
                <a:cubicBezTo>
                  <a:pt x="19" y="2"/>
                  <a:pt x="19" y="2"/>
                  <a:pt x="19" y="2"/>
                </a:cubicBezTo>
                <a:cubicBezTo>
                  <a:pt x="19" y="1"/>
                  <a:pt x="20" y="0"/>
                  <a:pt x="21" y="0"/>
                </a:cubicBezTo>
                <a:cubicBezTo>
                  <a:pt x="23" y="0"/>
                  <a:pt x="23" y="1"/>
                  <a:pt x="23" y="3"/>
                </a:cubicBezTo>
                <a:cubicBezTo>
                  <a:pt x="23" y="5"/>
                  <a:pt x="23" y="5"/>
                  <a:pt x="23" y="5"/>
                </a:cubicBezTo>
                <a:cubicBezTo>
                  <a:pt x="23" y="11"/>
                  <a:pt x="27" y="17"/>
                  <a:pt x="33" y="18"/>
                </a:cubicBezTo>
                <a:cubicBezTo>
                  <a:pt x="36" y="18"/>
                  <a:pt x="36" y="18"/>
                  <a:pt x="36" y="18"/>
                </a:cubicBezTo>
                <a:cubicBezTo>
                  <a:pt x="37" y="19"/>
                  <a:pt x="38" y="20"/>
                  <a:pt x="38" y="21"/>
                </a:cubicBezTo>
                <a:close/>
                <a:moveTo>
                  <a:pt x="18" y="25"/>
                </a:moveTo>
                <a:cubicBezTo>
                  <a:pt x="20" y="23"/>
                  <a:pt x="23" y="21"/>
                  <a:pt x="25" y="20"/>
                </a:cubicBezTo>
                <a:cubicBezTo>
                  <a:pt x="23" y="18"/>
                  <a:pt x="21" y="15"/>
                  <a:pt x="20" y="13"/>
                </a:cubicBezTo>
                <a:cubicBezTo>
                  <a:pt x="18" y="15"/>
                  <a:pt x="16" y="17"/>
                  <a:pt x="13" y="18"/>
                </a:cubicBezTo>
                <a:cubicBezTo>
                  <a:pt x="15" y="20"/>
                  <a:pt x="17" y="22"/>
                  <a:pt x="18" y="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sp>
        <p:nvSpPr>
          <p:cNvPr id="32" name="Freeform 333"/>
          <p:cNvSpPr>
            <a:spLocks noEditPoints="1"/>
          </p:cNvSpPr>
          <p:nvPr/>
        </p:nvSpPr>
        <p:spPr bwMode="auto">
          <a:xfrm>
            <a:off x="8044807" y="8803489"/>
            <a:ext cx="296169" cy="306040"/>
          </a:xfrm>
          <a:custGeom>
            <a:avLst/>
            <a:gdLst>
              <a:gd name="T0" fmla="*/ 32 w 33"/>
              <a:gd name="T1" fmla="*/ 19 h 34"/>
              <a:gd name="T2" fmla="*/ 15 w 33"/>
              <a:gd name="T3" fmla="*/ 33 h 34"/>
              <a:gd name="T4" fmla="*/ 1 w 33"/>
              <a:gd name="T5" fmla="*/ 15 h 34"/>
              <a:gd name="T6" fmla="*/ 19 w 33"/>
              <a:gd name="T7" fmla="*/ 1 h 34"/>
              <a:gd name="T8" fmla="*/ 32 w 33"/>
              <a:gd name="T9" fmla="*/ 19 h 34"/>
              <a:gd name="T10" fmla="*/ 6 w 33"/>
              <a:gd name="T11" fmla="*/ 16 h 34"/>
              <a:gd name="T12" fmla="*/ 15 w 33"/>
              <a:gd name="T13" fmla="*/ 28 h 34"/>
              <a:gd name="T14" fmla="*/ 27 w 33"/>
              <a:gd name="T15" fmla="*/ 18 h 34"/>
              <a:gd name="T16" fmla="*/ 18 w 33"/>
              <a:gd name="T17" fmla="*/ 6 h 34"/>
              <a:gd name="T18" fmla="*/ 6 w 33"/>
              <a:gd name="T19" fmla="*/ 16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" h="34">
                <a:moveTo>
                  <a:pt x="32" y="19"/>
                </a:moveTo>
                <a:cubicBezTo>
                  <a:pt x="31" y="27"/>
                  <a:pt x="23" y="34"/>
                  <a:pt x="15" y="33"/>
                </a:cubicBezTo>
                <a:cubicBezTo>
                  <a:pt x="6" y="31"/>
                  <a:pt x="0" y="24"/>
                  <a:pt x="1" y="15"/>
                </a:cubicBezTo>
                <a:cubicBezTo>
                  <a:pt x="2" y="6"/>
                  <a:pt x="10" y="0"/>
                  <a:pt x="19" y="1"/>
                </a:cubicBezTo>
                <a:cubicBezTo>
                  <a:pt x="27" y="2"/>
                  <a:pt x="33" y="10"/>
                  <a:pt x="32" y="19"/>
                </a:cubicBezTo>
                <a:close/>
                <a:moveTo>
                  <a:pt x="6" y="16"/>
                </a:moveTo>
                <a:cubicBezTo>
                  <a:pt x="5" y="22"/>
                  <a:pt x="9" y="27"/>
                  <a:pt x="15" y="28"/>
                </a:cubicBezTo>
                <a:cubicBezTo>
                  <a:pt x="21" y="28"/>
                  <a:pt x="27" y="24"/>
                  <a:pt x="27" y="18"/>
                </a:cubicBezTo>
                <a:cubicBezTo>
                  <a:pt x="28" y="12"/>
                  <a:pt x="24" y="7"/>
                  <a:pt x="18" y="6"/>
                </a:cubicBezTo>
                <a:cubicBezTo>
                  <a:pt x="12" y="5"/>
                  <a:pt x="7" y="10"/>
                  <a:pt x="6" y="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sp>
        <p:nvSpPr>
          <p:cNvPr id="33" name="Freeform 32"/>
          <p:cNvSpPr>
            <a:spLocks/>
          </p:cNvSpPr>
          <p:nvPr/>
        </p:nvSpPr>
        <p:spPr bwMode="auto">
          <a:xfrm>
            <a:off x="16848158" y="9109529"/>
            <a:ext cx="333145" cy="327247"/>
          </a:xfrm>
          <a:custGeom>
            <a:avLst/>
            <a:gdLst>
              <a:gd name="connsiteX0" fmla="*/ 179530 w 408994"/>
              <a:gd name="connsiteY0" fmla="*/ 235253 h 401753"/>
              <a:gd name="connsiteX1" fmla="*/ 198560 w 408994"/>
              <a:gd name="connsiteY1" fmla="*/ 240705 h 401753"/>
              <a:gd name="connsiteX2" fmla="*/ 212888 w 408994"/>
              <a:gd name="connsiteY2" fmla="*/ 280967 h 401753"/>
              <a:gd name="connsiteX3" fmla="*/ 169904 w 408994"/>
              <a:gd name="connsiteY3" fmla="*/ 374912 h 401753"/>
              <a:gd name="connsiteX4" fmla="*/ 126918 w 408994"/>
              <a:gd name="connsiteY4" fmla="*/ 401753 h 401753"/>
              <a:gd name="connsiteX5" fmla="*/ 98262 w 408994"/>
              <a:gd name="connsiteY5" fmla="*/ 361491 h 401753"/>
              <a:gd name="connsiteX6" fmla="*/ 141246 w 408994"/>
              <a:gd name="connsiteY6" fmla="*/ 254125 h 401753"/>
              <a:gd name="connsiteX7" fmla="*/ 179530 w 408994"/>
              <a:gd name="connsiteY7" fmla="*/ 235253 h 401753"/>
              <a:gd name="connsiteX8" fmla="*/ 272582 w 408994"/>
              <a:gd name="connsiteY8" fmla="*/ 190276 h 401753"/>
              <a:gd name="connsiteX9" fmla="*/ 282648 w 408994"/>
              <a:gd name="connsiteY9" fmla="*/ 196097 h 401753"/>
              <a:gd name="connsiteX10" fmla="*/ 390014 w 408994"/>
              <a:gd name="connsiteY10" fmla="*/ 239082 h 401753"/>
              <a:gd name="connsiteX11" fmla="*/ 403436 w 408994"/>
              <a:gd name="connsiteY11" fmla="*/ 282067 h 401753"/>
              <a:gd name="connsiteX12" fmla="*/ 363172 w 408994"/>
              <a:gd name="connsiteY12" fmla="*/ 296396 h 401753"/>
              <a:gd name="connsiteX13" fmla="*/ 255806 w 408994"/>
              <a:gd name="connsiteY13" fmla="*/ 253411 h 401753"/>
              <a:gd name="connsiteX14" fmla="*/ 242386 w 408994"/>
              <a:gd name="connsiteY14" fmla="*/ 210426 h 401753"/>
              <a:gd name="connsiteX15" fmla="*/ 272582 w 408994"/>
              <a:gd name="connsiteY15" fmla="*/ 190276 h 401753"/>
              <a:gd name="connsiteX16" fmla="*/ 34182 w 408994"/>
              <a:gd name="connsiteY16" fmla="*/ 98754 h 401753"/>
              <a:gd name="connsiteX17" fmla="*/ 46246 w 408994"/>
              <a:gd name="connsiteY17" fmla="*/ 104232 h 401753"/>
              <a:gd name="connsiteX18" fmla="*/ 154612 w 408994"/>
              <a:gd name="connsiteY18" fmla="*/ 144688 h 401753"/>
              <a:gd name="connsiteX19" fmla="*/ 168158 w 408994"/>
              <a:gd name="connsiteY19" fmla="*/ 185144 h 401753"/>
              <a:gd name="connsiteX20" fmla="*/ 127520 w 408994"/>
              <a:gd name="connsiteY20" fmla="*/ 198629 h 401753"/>
              <a:gd name="connsiteX21" fmla="*/ 19156 w 408994"/>
              <a:gd name="connsiteY21" fmla="*/ 158173 h 401753"/>
              <a:gd name="connsiteX22" fmla="*/ 5610 w 408994"/>
              <a:gd name="connsiteY22" fmla="*/ 117717 h 401753"/>
              <a:gd name="connsiteX23" fmla="*/ 34182 w 408994"/>
              <a:gd name="connsiteY23" fmla="*/ 98754 h 401753"/>
              <a:gd name="connsiteX24" fmla="*/ 273358 w 408994"/>
              <a:gd name="connsiteY24" fmla="*/ 106 h 401753"/>
              <a:gd name="connsiteX25" fmla="*/ 291268 w 408994"/>
              <a:gd name="connsiteY25" fmla="*/ 5558 h 401753"/>
              <a:gd name="connsiteX26" fmla="*/ 304754 w 408994"/>
              <a:gd name="connsiteY26" fmla="*/ 45820 h 401753"/>
              <a:gd name="connsiteX27" fmla="*/ 264298 w 408994"/>
              <a:gd name="connsiteY27" fmla="*/ 139765 h 401753"/>
              <a:gd name="connsiteX28" fmla="*/ 223842 w 408994"/>
              <a:gd name="connsiteY28" fmla="*/ 166606 h 401753"/>
              <a:gd name="connsiteX29" fmla="*/ 196872 w 408994"/>
              <a:gd name="connsiteY29" fmla="*/ 112923 h 401753"/>
              <a:gd name="connsiteX30" fmla="*/ 237328 w 408994"/>
              <a:gd name="connsiteY30" fmla="*/ 18978 h 401753"/>
              <a:gd name="connsiteX31" fmla="*/ 259240 w 408994"/>
              <a:gd name="connsiteY31" fmla="*/ 2203 h 401753"/>
              <a:gd name="connsiteX32" fmla="*/ 273358 w 408994"/>
              <a:gd name="connsiteY32" fmla="*/ 106 h 40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08994" h="401753">
                <a:moveTo>
                  <a:pt x="179530" y="235253"/>
                </a:moveTo>
                <a:cubicBezTo>
                  <a:pt x="185128" y="235672"/>
                  <a:pt x="191396" y="237350"/>
                  <a:pt x="198560" y="240705"/>
                </a:cubicBezTo>
                <a:cubicBezTo>
                  <a:pt x="212888" y="240705"/>
                  <a:pt x="227218" y="267546"/>
                  <a:pt x="212888" y="280967"/>
                </a:cubicBezTo>
                <a:cubicBezTo>
                  <a:pt x="169904" y="374912"/>
                  <a:pt x="169904" y="374912"/>
                  <a:pt x="169904" y="374912"/>
                </a:cubicBezTo>
                <a:cubicBezTo>
                  <a:pt x="155576" y="401753"/>
                  <a:pt x="141246" y="401753"/>
                  <a:pt x="126918" y="401753"/>
                </a:cubicBezTo>
                <a:cubicBezTo>
                  <a:pt x="98262" y="388332"/>
                  <a:pt x="98262" y="374912"/>
                  <a:pt x="98262" y="361491"/>
                </a:cubicBezTo>
                <a:cubicBezTo>
                  <a:pt x="141246" y="254125"/>
                  <a:pt x="141246" y="254125"/>
                  <a:pt x="141246" y="254125"/>
                </a:cubicBezTo>
                <a:cubicBezTo>
                  <a:pt x="151994" y="244060"/>
                  <a:pt x="162740" y="233994"/>
                  <a:pt x="179530" y="235253"/>
                </a:cubicBezTo>
                <a:close/>
                <a:moveTo>
                  <a:pt x="272582" y="190276"/>
                </a:moveTo>
                <a:cubicBezTo>
                  <a:pt x="275938" y="190724"/>
                  <a:pt x="279294" y="192515"/>
                  <a:pt x="282648" y="196097"/>
                </a:cubicBezTo>
                <a:cubicBezTo>
                  <a:pt x="390014" y="239082"/>
                  <a:pt x="390014" y="239082"/>
                  <a:pt x="390014" y="239082"/>
                </a:cubicBezTo>
                <a:cubicBezTo>
                  <a:pt x="403436" y="239082"/>
                  <a:pt x="416856" y="267739"/>
                  <a:pt x="403436" y="282067"/>
                </a:cubicBezTo>
                <a:cubicBezTo>
                  <a:pt x="403436" y="296396"/>
                  <a:pt x="376594" y="310724"/>
                  <a:pt x="363172" y="296396"/>
                </a:cubicBezTo>
                <a:cubicBezTo>
                  <a:pt x="255806" y="253411"/>
                  <a:pt x="255806" y="253411"/>
                  <a:pt x="255806" y="253411"/>
                </a:cubicBezTo>
                <a:cubicBezTo>
                  <a:pt x="242386" y="253411"/>
                  <a:pt x="242386" y="224754"/>
                  <a:pt x="242386" y="210426"/>
                </a:cubicBezTo>
                <a:cubicBezTo>
                  <a:pt x="252452" y="199679"/>
                  <a:pt x="262518" y="188933"/>
                  <a:pt x="272582" y="190276"/>
                </a:cubicBezTo>
                <a:close/>
                <a:moveTo>
                  <a:pt x="34182" y="98754"/>
                </a:moveTo>
                <a:cubicBezTo>
                  <a:pt x="38626" y="99175"/>
                  <a:pt x="42860" y="100861"/>
                  <a:pt x="46246" y="104232"/>
                </a:cubicBezTo>
                <a:cubicBezTo>
                  <a:pt x="154612" y="144688"/>
                  <a:pt x="154612" y="144688"/>
                  <a:pt x="154612" y="144688"/>
                </a:cubicBezTo>
                <a:cubicBezTo>
                  <a:pt x="168158" y="144688"/>
                  <a:pt x="181702" y="171658"/>
                  <a:pt x="168158" y="185144"/>
                </a:cubicBezTo>
                <a:cubicBezTo>
                  <a:pt x="168158" y="198629"/>
                  <a:pt x="141066" y="212114"/>
                  <a:pt x="127520" y="198629"/>
                </a:cubicBezTo>
                <a:cubicBezTo>
                  <a:pt x="19156" y="158173"/>
                  <a:pt x="19156" y="158173"/>
                  <a:pt x="19156" y="158173"/>
                </a:cubicBezTo>
                <a:cubicBezTo>
                  <a:pt x="5610" y="158173"/>
                  <a:pt x="-7936" y="131203"/>
                  <a:pt x="5610" y="117717"/>
                </a:cubicBezTo>
                <a:cubicBezTo>
                  <a:pt x="5610" y="107603"/>
                  <a:pt x="20848" y="97490"/>
                  <a:pt x="34182" y="98754"/>
                </a:cubicBezTo>
                <a:close/>
                <a:moveTo>
                  <a:pt x="273358" y="106"/>
                </a:moveTo>
                <a:cubicBezTo>
                  <a:pt x="278626" y="526"/>
                  <a:pt x="284526" y="2203"/>
                  <a:pt x="291268" y="5558"/>
                </a:cubicBezTo>
                <a:cubicBezTo>
                  <a:pt x="304754" y="5558"/>
                  <a:pt x="318238" y="18978"/>
                  <a:pt x="304754" y="45820"/>
                </a:cubicBezTo>
                <a:cubicBezTo>
                  <a:pt x="264298" y="139765"/>
                  <a:pt x="264298" y="139765"/>
                  <a:pt x="264298" y="139765"/>
                </a:cubicBezTo>
                <a:cubicBezTo>
                  <a:pt x="250812" y="166606"/>
                  <a:pt x="237328" y="166606"/>
                  <a:pt x="223842" y="166606"/>
                </a:cubicBezTo>
                <a:cubicBezTo>
                  <a:pt x="196872" y="153185"/>
                  <a:pt x="196872" y="139765"/>
                  <a:pt x="196872" y="112923"/>
                </a:cubicBezTo>
                <a:cubicBezTo>
                  <a:pt x="237328" y="18978"/>
                  <a:pt x="237328" y="18978"/>
                  <a:pt x="237328" y="18978"/>
                </a:cubicBezTo>
                <a:cubicBezTo>
                  <a:pt x="244070" y="12268"/>
                  <a:pt x="250812" y="5558"/>
                  <a:pt x="259240" y="2203"/>
                </a:cubicBezTo>
                <a:cubicBezTo>
                  <a:pt x="263454" y="526"/>
                  <a:pt x="268090" y="-313"/>
                  <a:pt x="273358" y="1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013"/>
          </a:p>
        </p:txBody>
      </p:sp>
    </p:spTree>
    <p:extLst>
      <p:ext uri="{BB962C8B-B14F-4D97-AF65-F5344CB8AC3E}">
        <p14:creationId xmlns:p14="http://schemas.microsoft.com/office/powerpoint/2010/main" val="4202387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reeform 105"/>
          <p:cNvSpPr/>
          <p:nvPr/>
        </p:nvSpPr>
        <p:spPr>
          <a:xfrm rot="5400000">
            <a:off x="-1411973" y="1411972"/>
            <a:ext cx="10302436" cy="7478488"/>
          </a:xfrm>
          <a:custGeom>
            <a:avLst/>
            <a:gdLst>
              <a:gd name="connsiteX0" fmla="*/ 0 w 10302436"/>
              <a:gd name="connsiteY0" fmla="*/ 7478488 h 7478488"/>
              <a:gd name="connsiteX1" fmla="*/ 0 w 10302436"/>
              <a:gd name="connsiteY1" fmla="*/ 6363579 h 7478488"/>
              <a:gd name="connsiteX2" fmla="*/ 10239 w 10302436"/>
              <a:gd name="connsiteY2" fmla="*/ 6363579 h 7478488"/>
              <a:gd name="connsiteX3" fmla="*/ 1 w 10302436"/>
              <a:gd name="connsiteY3" fmla="*/ 4607795 h 7478488"/>
              <a:gd name="connsiteX4" fmla="*/ 5750437 w 10302436"/>
              <a:gd name="connsiteY4" fmla="*/ 0 h 7478488"/>
              <a:gd name="connsiteX5" fmla="*/ 10302436 w 10302436"/>
              <a:gd name="connsiteY5" fmla="*/ 1661580 h 7478488"/>
              <a:gd name="connsiteX6" fmla="*/ 10302436 w 10302436"/>
              <a:gd name="connsiteY6" fmla="*/ 7254243 h 7478488"/>
              <a:gd name="connsiteX7" fmla="*/ 10302434 w 10302436"/>
              <a:gd name="connsiteY7" fmla="*/ 7254243 h 7478488"/>
              <a:gd name="connsiteX8" fmla="*/ 10302434 w 10302436"/>
              <a:gd name="connsiteY8" fmla="*/ 7478488 h 7478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02436" h="7478488">
                <a:moveTo>
                  <a:pt x="0" y="7478488"/>
                </a:moveTo>
                <a:lnTo>
                  <a:pt x="0" y="6363579"/>
                </a:lnTo>
                <a:lnTo>
                  <a:pt x="10239" y="6363579"/>
                </a:lnTo>
                <a:lnTo>
                  <a:pt x="1" y="4607795"/>
                </a:lnTo>
                <a:cubicBezTo>
                  <a:pt x="1199466" y="3611742"/>
                  <a:pt x="4033536" y="1389218"/>
                  <a:pt x="5750437" y="0"/>
                </a:cubicBezTo>
                <a:lnTo>
                  <a:pt x="10302436" y="1661580"/>
                </a:lnTo>
                <a:lnTo>
                  <a:pt x="10302436" y="7254243"/>
                </a:lnTo>
                <a:lnTo>
                  <a:pt x="10302434" y="7254243"/>
                </a:lnTo>
                <a:lnTo>
                  <a:pt x="10302434" y="7478488"/>
                </a:lnTo>
                <a:close/>
              </a:path>
            </a:pathLst>
          </a:custGeom>
          <a:gradFill>
            <a:gsLst>
              <a:gs pos="100000">
                <a:srgbClr val="00CCFF"/>
              </a:gs>
              <a:gs pos="5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093796" y="3103434"/>
            <a:ext cx="433003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Let’s Make A</a:t>
            </a:r>
            <a:endParaRPr lang="en-US" sz="3200" b="1"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Better Business.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93796" y="4671408"/>
            <a:ext cx="70969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0158054" y="6816861"/>
            <a:ext cx="2067786" cy="369332"/>
            <a:chOff x="10158054" y="6055376"/>
            <a:chExt cx="2067786" cy="36933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714A49-0CDE-2F4B-B506-A1DD41745173}"/>
                </a:ext>
              </a:extLst>
            </p:cNvPr>
            <p:cNvGrpSpPr/>
            <p:nvPr/>
          </p:nvGrpSpPr>
          <p:grpSpPr>
            <a:xfrm>
              <a:off x="10158054" y="6066306"/>
              <a:ext cx="347472" cy="347472"/>
              <a:chOff x="15268713" y="3396486"/>
              <a:chExt cx="1212574" cy="1212574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560252B-29BE-8740-8A1C-BAAD806B74DC}"/>
                  </a:ext>
                </a:extLst>
              </p:cNvPr>
              <p:cNvSpPr/>
              <p:nvPr/>
            </p:nvSpPr>
            <p:spPr>
              <a:xfrm>
                <a:off x="15268713" y="3396486"/>
                <a:ext cx="1212574" cy="1212574"/>
              </a:xfrm>
              <a:prstGeom prst="ellipse">
                <a:avLst/>
              </a:prstGeom>
              <a:solidFill>
                <a:srgbClr val="E5FFE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Graphic 146">
                <a:extLst>
                  <a:ext uri="{FF2B5EF4-FFF2-40B4-BE49-F238E27FC236}">
                    <a16:creationId xmlns:a16="http://schemas.microsoft.com/office/drawing/2014/main" id="{856ECB38-A622-564E-9B73-7F6B7FDC4DC6}"/>
                  </a:ext>
                </a:extLst>
              </p:cNvPr>
              <p:cNvSpPr/>
              <p:nvPr/>
            </p:nvSpPr>
            <p:spPr>
              <a:xfrm>
                <a:off x="15552112" y="3758847"/>
                <a:ext cx="589147" cy="508810"/>
              </a:xfrm>
              <a:custGeom>
                <a:avLst/>
                <a:gdLst>
                  <a:gd name="connsiteX0" fmla="*/ 386530 w 378978"/>
                  <a:gd name="connsiteY0" fmla="*/ 50764 h 327299"/>
                  <a:gd name="connsiteX1" fmla="*/ 338435 w 378978"/>
                  <a:gd name="connsiteY1" fmla="*/ 2530 h 327299"/>
                  <a:gd name="connsiteX2" fmla="*/ 326254 w 378978"/>
                  <a:gd name="connsiteY2" fmla="*/ 2515 h 327299"/>
                  <a:gd name="connsiteX3" fmla="*/ 326238 w 378978"/>
                  <a:gd name="connsiteY3" fmla="*/ 2530 h 327299"/>
                  <a:gd name="connsiteX4" fmla="*/ 123106 w 378978"/>
                  <a:gd name="connsiteY4" fmla="*/ 205801 h 327299"/>
                  <a:gd name="connsiteX5" fmla="*/ 110925 w 378978"/>
                  <a:gd name="connsiteY5" fmla="*/ 205816 h 327299"/>
                  <a:gd name="connsiteX6" fmla="*/ 110910 w 378978"/>
                  <a:gd name="connsiteY6" fmla="*/ 205801 h 327299"/>
                  <a:gd name="connsiteX7" fmla="*/ 62814 w 378978"/>
                  <a:gd name="connsiteY7" fmla="*/ 157567 h 327299"/>
                  <a:gd name="connsiteX8" fmla="*/ 50633 w 378978"/>
                  <a:gd name="connsiteY8" fmla="*/ 157552 h 327299"/>
                  <a:gd name="connsiteX9" fmla="*/ 50618 w 378978"/>
                  <a:gd name="connsiteY9" fmla="*/ 157567 h 327299"/>
                  <a:gd name="connsiteX10" fmla="*/ 2522 w 378978"/>
                  <a:gd name="connsiteY10" fmla="*/ 205801 h 327299"/>
                  <a:gd name="connsiteX11" fmla="*/ 2522 w 378978"/>
                  <a:gd name="connsiteY11" fmla="*/ 217980 h 327299"/>
                  <a:gd name="connsiteX12" fmla="*/ 110910 w 378978"/>
                  <a:gd name="connsiteY12" fmla="*/ 326385 h 327299"/>
                  <a:gd name="connsiteX13" fmla="*/ 123090 w 378978"/>
                  <a:gd name="connsiteY13" fmla="*/ 326400 h 327299"/>
                  <a:gd name="connsiteX14" fmla="*/ 123106 w 378978"/>
                  <a:gd name="connsiteY14" fmla="*/ 326385 h 327299"/>
                  <a:gd name="connsiteX15" fmla="*/ 386530 w 378978"/>
                  <a:gd name="connsiteY15" fmla="*/ 62822 h 327299"/>
                  <a:gd name="connsiteX16" fmla="*/ 386530 w 378978"/>
                  <a:gd name="connsiteY16" fmla="*/ 50764 h 327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8978" h="327299">
                    <a:moveTo>
                      <a:pt x="386530" y="50764"/>
                    </a:moveTo>
                    <a:lnTo>
                      <a:pt x="338435" y="2530"/>
                    </a:lnTo>
                    <a:cubicBezTo>
                      <a:pt x="335075" y="-837"/>
                      <a:pt x="329622" y="-844"/>
                      <a:pt x="326254" y="2515"/>
                    </a:cubicBezTo>
                    <a:cubicBezTo>
                      <a:pt x="326249" y="2520"/>
                      <a:pt x="326243" y="2525"/>
                      <a:pt x="326238" y="2530"/>
                    </a:cubicBezTo>
                    <a:lnTo>
                      <a:pt x="123106" y="205801"/>
                    </a:lnTo>
                    <a:cubicBezTo>
                      <a:pt x="119746" y="209169"/>
                      <a:pt x="114293" y="209175"/>
                      <a:pt x="110925" y="205816"/>
                    </a:cubicBezTo>
                    <a:cubicBezTo>
                      <a:pt x="110920" y="205811"/>
                      <a:pt x="110915" y="205806"/>
                      <a:pt x="110910" y="205801"/>
                    </a:cubicBezTo>
                    <a:lnTo>
                      <a:pt x="62814" y="157567"/>
                    </a:lnTo>
                    <a:cubicBezTo>
                      <a:pt x="59454" y="154199"/>
                      <a:pt x="54001" y="154192"/>
                      <a:pt x="50633" y="157552"/>
                    </a:cubicBezTo>
                    <a:cubicBezTo>
                      <a:pt x="50628" y="157557"/>
                      <a:pt x="50623" y="157562"/>
                      <a:pt x="50618" y="157567"/>
                    </a:cubicBezTo>
                    <a:lnTo>
                      <a:pt x="2522" y="205801"/>
                    </a:lnTo>
                    <a:cubicBezTo>
                      <a:pt x="-841" y="209164"/>
                      <a:pt x="-841" y="214616"/>
                      <a:pt x="2522" y="217980"/>
                    </a:cubicBezTo>
                    <a:lnTo>
                      <a:pt x="110910" y="326385"/>
                    </a:lnTo>
                    <a:cubicBezTo>
                      <a:pt x="114269" y="329753"/>
                      <a:pt x="119723" y="329760"/>
                      <a:pt x="123090" y="326400"/>
                    </a:cubicBezTo>
                    <a:cubicBezTo>
                      <a:pt x="123096" y="326395"/>
                      <a:pt x="123101" y="326390"/>
                      <a:pt x="123106" y="326385"/>
                    </a:cubicBezTo>
                    <a:lnTo>
                      <a:pt x="386530" y="62822"/>
                    </a:lnTo>
                    <a:cubicBezTo>
                      <a:pt x="389813" y="59473"/>
                      <a:pt x="389813" y="54113"/>
                      <a:pt x="386530" y="507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0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0511909" y="6055376"/>
              <a:ext cx="1713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Budget Planner</a:t>
              </a:r>
              <a:endParaRPr lang="en-US" sz="1800" b="1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0158054" y="7484736"/>
            <a:ext cx="2351518" cy="369332"/>
            <a:chOff x="10158054" y="6708139"/>
            <a:chExt cx="2351518" cy="36933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4714A49-0CDE-2F4B-B506-A1DD41745173}"/>
                </a:ext>
              </a:extLst>
            </p:cNvPr>
            <p:cNvGrpSpPr/>
            <p:nvPr/>
          </p:nvGrpSpPr>
          <p:grpSpPr>
            <a:xfrm>
              <a:off x="10158054" y="6719069"/>
              <a:ext cx="347472" cy="347472"/>
              <a:chOff x="15268713" y="3396486"/>
              <a:chExt cx="1212574" cy="1212574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560252B-29BE-8740-8A1C-BAAD806B74DC}"/>
                  </a:ext>
                </a:extLst>
              </p:cNvPr>
              <p:cNvSpPr/>
              <p:nvPr/>
            </p:nvSpPr>
            <p:spPr>
              <a:xfrm>
                <a:off x="15268713" y="3396486"/>
                <a:ext cx="1212574" cy="1212574"/>
              </a:xfrm>
              <a:prstGeom prst="ellipse">
                <a:avLst/>
              </a:prstGeom>
              <a:solidFill>
                <a:srgbClr val="E5FFE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Graphic 146">
                <a:extLst>
                  <a:ext uri="{FF2B5EF4-FFF2-40B4-BE49-F238E27FC236}">
                    <a16:creationId xmlns:a16="http://schemas.microsoft.com/office/drawing/2014/main" id="{856ECB38-A622-564E-9B73-7F6B7FDC4DC6}"/>
                  </a:ext>
                </a:extLst>
              </p:cNvPr>
              <p:cNvSpPr/>
              <p:nvPr/>
            </p:nvSpPr>
            <p:spPr>
              <a:xfrm>
                <a:off x="15552112" y="3758847"/>
                <a:ext cx="589147" cy="508810"/>
              </a:xfrm>
              <a:custGeom>
                <a:avLst/>
                <a:gdLst>
                  <a:gd name="connsiteX0" fmla="*/ 386530 w 378978"/>
                  <a:gd name="connsiteY0" fmla="*/ 50764 h 327299"/>
                  <a:gd name="connsiteX1" fmla="*/ 338435 w 378978"/>
                  <a:gd name="connsiteY1" fmla="*/ 2530 h 327299"/>
                  <a:gd name="connsiteX2" fmla="*/ 326254 w 378978"/>
                  <a:gd name="connsiteY2" fmla="*/ 2515 h 327299"/>
                  <a:gd name="connsiteX3" fmla="*/ 326238 w 378978"/>
                  <a:gd name="connsiteY3" fmla="*/ 2530 h 327299"/>
                  <a:gd name="connsiteX4" fmla="*/ 123106 w 378978"/>
                  <a:gd name="connsiteY4" fmla="*/ 205801 h 327299"/>
                  <a:gd name="connsiteX5" fmla="*/ 110925 w 378978"/>
                  <a:gd name="connsiteY5" fmla="*/ 205816 h 327299"/>
                  <a:gd name="connsiteX6" fmla="*/ 110910 w 378978"/>
                  <a:gd name="connsiteY6" fmla="*/ 205801 h 327299"/>
                  <a:gd name="connsiteX7" fmla="*/ 62814 w 378978"/>
                  <a:gd name="connsiteY7" fmla="*/ 157567 h 327299"/>
                  <a:gd name="connsiteX8" fmla="*/ 50633 w 378978"/>
                  <a:gd name="connsiteY8" fmla="*/ 157552 h 327299"/>
                  <a:gd name="connsiteX9" fmla="*/ 50618 w 378978"/>
                  <a:gd name="connsiteY9" fmla="*/ 157567 h 327299"/>
                  <a:gd name="connsiteX10" fmla="*/ 2522 w 378978"/>
                  <a:gd name="connsiteY10" fmla="*/ 205801 h 327299"/>
                  <a:gd name="connsiteX11" fmla="*/ 2522 w 378978"/>
                  <a:gd name="connsiteY11" fmla="*/ 217980 h 327299"/>
                  <a:gd name="connsiteX12" fmla="*/ 110910 w 378978"/>
                  <a:gd name="connsiteY12" fmla="*/ 326385 h 327299"/>
                  <a:gd name="connsiteX13" fmla="*/ 123090 w 378978"/>
                  <a:gd name="connsiteY13" fmla="*/ 326400 h 327299"/>
                  <a:gd name="connsiteX14" fmla="*/ 123106 w 378978"/>
                  <a:gd name="connsiteY14" fmla="*/ 326385 h 327299"/>
                  <a:gd name="connsiteX15" fmla="*/ 386530 w 378978"/>
                  <a:gd name="connsiteY15" fmla="*/ 62822 h 327299"/>
                  <a:gd name="connsiteX16" fmla="*/ 386530 w 378978"/>
                  <a:gd name="connsiteY16" fmla="*/ 50764 h 327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8978" h="327299">
                    <a:moveTo>
                      <a:pt x="386530" y="50764"/>
                    </a:moveTo>
                    <a:lnTo>
                      <a:pt x="338435" y="2530"/>
                    </a:lnTo>
                    <a:cubicBezTo>
                      <a:pt x="335075" y="-837"/>
                      <a:pt x="329622" y="-844"/>
                      <a:pt x="326254" y="2515"/>
                    </a:cubicBezTo>
                    <a:cubicBezTo>
                      <a:pt x="326249" y="2520"/>
                      <a:pt x="326243" y="2525"/>
                      <a:pt x="326238" y="2530"/>
                    </a:cubicBezTo>
                    <a:lnTo>
                      <a:pt x="123106" y="205801"/>
                    </a:lnTo>
                    <a:cubicBezTo>
                      <a:pt x="119746" y="209169"/>
                      <a:pt x="114293" y="209175"/>
                      <a:pt x="110925" y="205816"/>
                    </a:cubicBezTo>
                    <a:cubicBezTo>
                      <a:pt x="110920" y="205811"/>
                      <a:pt x="110915" y="205806"/>
                      <a:pt x="110910" y="205801"/>
                    </a:cubicBezTo>
                    <a:lnTo>
                      <a:pt x="62814" y="157567"/>
                    </a:lnTo>
                    <a:cubicBezTo>
                      <a:pt x="59454" y="154199"/>
                      <a:pt x="54001" y="154192"/>
                      <a:pt x="50633" y="157552"/>
                    </a:cubicBezTo>
                    <a:cubicBezTo>
                      <a:pt x="50628" y="157557"/>
                      <a:pt x="50623" y="157562"/>
                      <a:pt x="50618" y="157567"/>
                    </a:cubicBezTo>
                    <a:lnTo>
                      <a:pt x="2522" y="205801"/>
                    </a:lnTo>
                    <a:cubicBezTo>
                      <a:pt x="-841" y="209164"/>
                      <a:pt x="-841" y="214616"/>
                      <a:pt x="2522" y="217980"/>
                    </a:cubicBezTo>
                    <a:lnTo>
                      <a:pt x="110910" y="326385"/>
                    </a:lnTo>
                    <a:cubicBezTo>
                      <a:pt x="114269" y="329753"/>
                      <a:pt x="119723" y="329760"/>
                      <a:pt x="123090" y="326400"/>
                    </a:cubicBezTo>
                    <a:cubicBezTo>
                      <a:pt x="123096" y="326395"/>
                      <a:pt x="123101" y="326390"/>
                      <a:pt x="123106" y="326385"/>
                    </a:cubicBezTo>
                    <a:lnTo>
                      <a:pt x="386530" y="62822"/>
                    </a:lnTo>
                    <a:cubicBezTo>
                      <a:pt x="389813" y="59473"/>
                      <a:pt x="389813" y="54113"/>
                      <a:pt x="386530" y="507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0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/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10511909" y="6708139"/>
              <a:ext cx="1997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Financial Freedom</a:t>
              </a:r>
              <a:endParaRPr lang="en-US" sz="1800" b="1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0158054" y="8152611"/>
            <a:ext cx="2176790" cy="369332"/>
            <a:chOff x="10158054" y="7382491"/>
            <a:chExt cx="2176790" cy="36933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4714A49-0CDE-2F4B-B506-A1DD41745173}"/>
                </a:ext>
              </a:extLst>
            </p:cNvPr>
            <p:cNvGrpSpPr/>
            <p:nvPr/>
          </p:nvGrpSpPr>
          <p:grpSpPr>
            <a:xfrm>
              <a:off x="10158054" y="7393421"/>
              <a:ext cx="347472" cy="347472"/>
              <a:chOff x="15268713" y="3396486"/>
              <a:chExt cx="1212574" cy="1212574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560252B-29BE-8740-8A1C-BAAD806B74DC}"/>
                  </a:ext>
                </a:extLst>
              </p:cNvPr>
              <p:cNvSpPr/>
              <p:nvPr/>
            </p:nvSpPr>
            <p:spPr>
              <a:xfrm>
                <a:off x="15268713" y="3396486"/>
                <a:ext cx="1212574" cy="1212574"/>
              </a:xfrm>
              <a:prstGeom prst="ellipse">
                <a:avLst/>
              </a:prstGeom>
              <a:solidFill>
                <a:srgbClr val="E5FFE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Graphic 146">
                <a:extLst>
                  <a:ext uri="{FF2B5EF4-FFF2-40B4-BE49-F238E27FC236}">
                    <a16:creationId xmlns:a16="http://schemas.microsoft.com/office/drawing/2014/main" id="{856ECB38-A622-564E-9B73-7F6B7FDC4DC6}"/>
                  </a:ext>
                </a:extLst>
              </p:cNvPr>
              <p:cNvSpPr/>
              <p:nvPr/>
            </p:nvSpPr>
            <p:spPr>
              <a:xfrm>
                <a:off x="15552112" y="3758847"/>
                <a:ext cx="589147" cy="508810"/>
              </a:xfrm>
              <a:custGeom>
                <a:avLst/>
                <a:gdLst>
                  <a:gd name="connsiteX0" fmla="*/ 386530 w 378978"/>
                  <a:gd name="connsiteY0" fmla="*/ 50764 h 327299"/>
                  <a:gd name="connsiteX1" fmla="*/ 338435 w 378978"/>
                  <a:gd name="connsiteY1" fmla="*/ 2530 h 327299"/>
                  <a:gd name="connsiteX2" fmla="*/ 326254 w 378978"/>
                  <a:gd name="connsiteY2" fmla="*/ 2515 h 327299"/>
                  <a:gd name="connsiteX3" fmla="*/ 326238 w 378978"/>
                  <a:gd name="connsiteY3" fmla="*/ 2530 h 327299"/>
                  <a:gd name="connsiteX4" fmla="*/ 123106 w 378978"/>
                  <a:gd name="connsiteY4" fmla="*/ 205801 h 327299"/>
                  <a:gd name="connsiteX5" fmla="*/ 110925 w 378978"/>
                  <a:gd name="connsiteY5" fmla="*/ 205816 h 327299"/>
                  <a:gd name="connsiteX6" fmla="*/ 110910 w 378978"/>
                  <a:gd name="connsiteY6" fmla="*/ 205801 h 327299"/>
                  <a:gd name="connsiteX7" fmla="*/ 62814 w 378978"/>
                  <a:gd name="connsiteY7" fmla="*/ 157567 h 327299"/>
                  <a:gd name="connsiteX8" fmla="*/ 50633 w 378978"/>
                  <a:gd name="connsiteY8" fmla="*/ 157552 h 327299"/>
                  <a:gd name="connsiteX9" fmla="*/ 50618 w 378978"/>
                  <a:gd name="connsiteY9" fmla="*/ 157567 h 327299"/>
                  <a:gd name="connsiteX10" fmla="*/ 2522 w 378978"/>
                  <a:gd name="connsiteY10" fmla="*/ 205801 h 327299"/>
                  <a:gd name="connsiteX11" fmla="*/ 2522 w 378978"/>
                  <a:gd name="connsiteY11" fmla="*/ 217980 h 327299"/>
                  <a:gd name="connsiteX12" fmla="*/ 110910 w 378978"/>
                  <a:gd name="connsiteY12" fmla="*/ 326385 h 327299"/>
                  <a:gd name="connsiteX13" fmla="*/ 123090 w 378978"/>
                  <a:gd name="connsiteY13" fmla="*/ 326400 h 327299"/>
                  <a:gd name="connsiteX14" fmla="*/ 123106 w 378978"/>
                  <a:gd name="connsiteY14" fmla="*/ 326385 h 327299"/>
                  <a:gd name="connsiteX15" fmla="*/ 386530 w 378978"/>
                  <a:gd name="connsiteY15" fmla="*/ 62822 h 327299"/>
                  <a:gd name="connsiteX16" fmla="*/ 386530 w 378978"/>
                  <a:gd name="connsiteY16" fmla="*/ 50764 h 327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8978" h="327299">
                    <a:moveTo>
                      <a:pt x="386530" y="50764"/>
                    </a:moveTo>
                    <a:lnTo>
                      <a:pt x="338435" y="2530"/>
                    </a:lnTo>
                    <a:cubicBezTo>
                      <a:pt x="335075" y="-837"/>
                      <a:pt x="329622" y="-844"/>
                      <a:pt x="326254" y="2515"/>
                    </a:cubicBezTo>
                    <a:cubicBezTo>
                      <a:pt x="326249" y="2520"/>
                      <a:pt x="326243" y="2525"/>
                      <a:pt x="326238" y="2530"/>
                    </a:cubicBezTo>
                    <a:lnTo>
                      <a:pt x="123106" y="205801"/>
                    </a:lnTo>
                    <a:cubicBezTo>
                      <a:pt x="119746" y="209169"/>
                      <a:pt x="114293" y="209175"/>
                      <a:pt x="110925" y="205816"/>
                    </a:cubicBezTo>
                    <a:cubicBezTo>
                      <a:pt x="110920" y="205811"/>
                      <a:pt x="110915" y="205806"/>
                      <a:pt x="110910" y="205801"/>
                    </a:cubicBezTo>
                    <a:lnTo>
                      <a:pt x="62814" y="157567"/>
                    </a:lnTo>
                    <a:cubicBezTo>
                      <a:pt x="59454" y="154199"/>
                      <a:pt x="54001" y="154192"/>
                      <a:pt x="50633" y="157552"/>
                    </a:cubicBezTo>
                    <a:cubicBezTo>
                      <a:pt x="50628" y="157557"/>
                      <a:pt x="50623" y="157562"/>
                      <a:pt x="50618" y="157567"/>
                    </a:cubicBezTo>
                    <a:lnTo>
                      <a:pt x="2522" y="205801"/>
                    </a:lnTo>
                    <a:cubicBezTo>
                      <a:pt x="-841" y="209164"/>
                      <a:pt x="-841" y="214616"/>
                      <a:pt x="2522" y="217980"/>
                    </a:cubicBezTo>
                    <a:lnTo>
                      <a:pt x="110910" y="326385"/>
                    </a:lnTo>
                    <a:cubicBezTo>
                      <a:pt x="114269" y="329753"/>
                      <a:pt x="119723" y="329760"/>
                      <a:pt x="123090" y="326400"/>
                    </a:cubicBezTo>
                    <a:cubicBezTo>
                      <a:pt x="123096" y="326395"/>
                      <a:pt x="123101" y="326390"/>
                      <a:pt x="123106" y="326385"/>
                    </a:cubicBezTo>
                    <a:lnTo>
                      <a:pt x="386530" y="62822"/>
                    </a:lnTo>
                    <a:cubicBezTo>
                      <a:pt x="389813" y="59473"/>
                      <a:pt x="389813" y="54113"/>
                      <a:pt x="386530" y="507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0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/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10511909" y="7382491"/>
              <a:ext cx="18229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Public Education</a:t>
              </a:r>
              <a:endParaRPr lang="en-US" sz="1800" b="1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10158054" y="8820487"/>
            <a:ext cx="2244116" cy="369332"/>
            <a:chOff x="10158054" y="8059002"/>
            <a:chExt cx="2244116" cy="36933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4714A49-0CDE-2F4B-B506-A1DD41745173}"/>
                </a:ext>
              </a:extLst>
            </p:cNvPr>
            <p:cNvGrpSpPr/>
            <p:nvPr/>
          </p:nvGrpSpPr>
          <p:grpSpPr>
            <a:xfrm>
              <a:off x="10158054" y="8069932"/>
              <a:ext cx="347472" cy="347472"/>
              <a:chOff x="15268713" y="3396486"/>
              <a:chExt cx="1212574" cy="1212574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560252B-29BE-8740-8A1C-BAAD806B74DC}"/>
                  </a:ext>
                </a:extLst>
              </p:cNvPr>
              <p:cNvSpPr/>
              <p:nvPr/>
            </p:nvSpPr>
            <p:spPr>
              <a:xfrm>
                <a:off x="15268713" y="3396486"/>
                <a:ext cx="1212574" cy="1212574"/>
              </a:xfrm>
              <a:prstGeom prst="ellipse">
                <a:avLst/>
              </a:prstGeom>
              <a:solidFill>
                <a:srgbClr val="E5FFE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Graphic 146">
                <a:extLst>
                  <a:ext uri="{FF2B5EF4-FFF2-40B4-BE49-F238E27FC236}">
                    <a16:creationId xmlns:a16="http://schemas.microsoft.com/office/drawing/2014/main" id="{856ECB38-A622-564E-9B73-7F6B7FDC4DC6}"/>
                  </a:ext>
                </a:extLst>
              </p:cNvPr>
              <p:cNvSpPr/>
              <p:nvPr/>
            </p:nvSpPr>
            <p:spPr>
              <a:xfrm>
                <a:off x="15552112" y="3758847"/>
                <a:ext cx="589147" cy="508810"/>
              </a:xfrm>
              <a:custGeom>
                <a:avLst/>
                <a:gdLst>
                  <a:gd name="connsiteX0" fmla="*/ 386530 w 378978"/>
                  <a:gd name="connsiteY0" fmla="*/ 50764 h 327299"/>
                  <a:gd name="connsiteX1" fmla="*/ 338435 w 378978"/>
                  <a:gd name="connsiteY1" fmla="*/ 2530 h 327299"/>
                  <a:gd name="connsiteX2" fmla="*/ 326254 w 378978"/>
                  <a:gd name="connsiteY2" fmla="*/ 2515 h 327299"/>
                  <a:gd name="connsiteX3" fmla="*/ 326238 w 378978"/>
                  <a:gd name="connsiteY3" fmla="*/ 2530 h 327299"/>
                  <a:gd name="connsiteX4" fmla="*/ 123106 w 378978"/>
                  <a:gd name="connsiteY4" fmla="*/ 205801 h 327299"/>
                  <a:gd name="connsiteX5" fmla="*/ 110925 w 378978"/>
                  <a:gd name="connsiteY5" fmla="*/ 205816 h 327299"/>
                  <a:gd name="connsiteX6" fmla="*/ 110910 w 378978"/>
                  <a:gd name="connsiteY6" fmla="*/ 205801 h 327299"/>
                  <a:gd name="connsiteX7" fmla="*/ 62814 w 378978"/>
                  <a:gd name="connsiteY7" fmla="*/ 157567 h 327299"/>
                  <a:gd name="connsiteX8" fmla="*/ 50633 w 378978"/>
                  <a:gd name="connsiteY8" fmla="*/ 157552 h 327299"/>
                  <a:gd name="connsiteX9" fmla="*/ 50618 w 378978"/>
                  <a:gd name="connsiteY9" fmla="*/ 157567 h 327299"/>
                  <a:gd name="connsiteX10" fmla="*/ 2522 w 378978"/>
                  <a:gd name="connsiteY10" fmla="*/ 205801 h 327299"/>
                  <a:gd name="connsiteX11" fmla="*/ 2522 w 378978"/>
                  <a:gd name="connsiteY11" fmla="*/ 217980 h 327299"/>
                  <a:gd name="connsiteX12" fmla="*/ 110910 w 378978"/>
                  <a:gd name="connsiteY12" fmla="*/ 326385 h 327299"/>
                  <a:gd name="connsiteX13" fmla="*/ 123090 w 378978"/>
                  <a:gd name="connsiteY13" fmla="*/ 326400 h 327299"/>
                  <a:gd name="connsiteX14" fmla="*/ 123106 w 378978"/>
                  <a:gd name="connsiteY14" fmla="*/ 326385 h 327299"/>
                  <a:gd name="connsiteX15" fmla="*/ 386530 w 378978"/>
                  <a:gd name="connsiteY15" fmla="*/ 62822 h 327299"/>
                  <a:gd name="connsiteX16" fmla="*/ 386530 w 378978"/>
                  <a:gd name="connsiteY16" fmla="*/ 50764 h 327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8978" h="327299">
                    <a:moveTo>
                      <a:pt x="386530" y="50764"/>
                    </a:moveTo>
                    <a:lnTo>
                      <a:pt x="338435" y="2530"/>
                    </a:lnTo>
                    <a:cubicBezTo>
                      <a:pt x="335075" y="-837"/>
                      <a:pt x="329622" y="-844"/>
                      <a:pt x="326254" y="2515"/>
                    </a:cubicBezTo>
                    <a:cubicBezTo>
                      <a:pt x="326249" y="2520"/>
                      <a:pt x="326243" y="2525"/>
                      <a:pt x="326238" y="2530"/>
                    </a:cubicBezTo>
                    <a:lnTo>
                      <a:pt x="123106" y="205801"/>
                    </a:lnTo>
                    <a:cubicBezTo>
                      <a:pt x="119746" y="209169"/>
                      <a:pt x="114293" y="209175"/>
                      <a:pt x="110925" y="205816"/>
                    </a:cubicBezTo>
                    <a:cubicBezTo>
                      <a:pt x="110920" y="205811"/>
                      <a:pt x="110915" y="205806"/>
                      <a:pt x="110910" y="205801"/>
                    </a:cubicBezTo>
                    <a:lnTo>
                      <a:pt x="62814" y="157567"/>
                    </a:lnTo>
                    <a:cubicBezTo>
                      <a:pt x="59454" y="154199"/>
                      <a:pt x="54001" y="154192"/>
                      <a:pt x="50633" y="157552"/>
                    </a:cubicBezTo>
                    <a:cubicBezTo>
                      <a:pt x="50628" y="157557"/>
                      <a:pt x="50623" y="157562"/>
                      <a:pt x="50618" y="157567"/>
                    </a:cubicBezTo>
                    <a:lnTo>
                      <a:pt x="2522" y="205801"/>
                    </a:lnTo>
                    <a:cubicBezTo>
                      <a:pt x="-841" y="209164"/>
                      <a:pt x="-841" y="214616"/>
                      <a:pt x="2522" y="217980"/>
                    </a:cubicBezTo>
                    <a:lnTo>
                      <a:pt x="110910" y="326385"/>
                    </a:lnTo>
                    <a:cubicBezTo>
                      <a:pt x="114269" y="329753"/>
                      <a:pt x="119723" y="329760"/>
                      <a:pt x="123090" y="326400"/>
                    </a:cubicBezTo>
                    <a:cubicBezTo>
                      <a:pt x="123096" y="326395"/>
                      <a:pt x="123101" y="326390"/>
                      <a:pt x="123106" y="326385"/>
                    </a:cubicBezTo>
                    <a:lnTo>
                      <a:pt x="386530" y="62822"/>
                    </a:lnTo>
                    <a:cubicBezTo>
                      <a:pt x="389813" y="59473"/>
                      <a:pt x="389813" y="54113"/>
                      <a:pt x="386530" y="507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0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/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10511909" y="8059002"/>
              <a:ext cx="18902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Business Srategy</a:t>
              </a:r>
              <a:endParaRPr lang="en-US" sz="1800" b="1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3885504" y="6816861"/>
            <a:ext cx="2357930" cy="369332"/>
            <a:chOff x="10158054" y="6055376"/>
            <a:chExt cx="2357930" cy="369332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4714A49-0CDE-2F4B-B506-A1DD41745173}"/>
                </a:ext>
              </a:extLst>
            </p:cNvPr>
            <p:cNvGrpSpPr/>
            <p:nvPr/>
          </p:nvGrpSpPr>
          <p:grpSpPr>
            <a:xfrm>
              <a:off x="10158054" y="6066306"/>
              <a:ext cx="347472" cy="347472"/>
              <a:chOff x="15268713" y="3396486"/>
              <a:chExt cx="1212574" cy="1212574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560252B-29BE-8740-8A1C-BAAD806B74DC}"/>
                  </a:ext>
                </a:extLst>
              </p:cNvPr>
              <p:cNvSpPr/>
              <p:nvPr/>
            </p:nvSpPr>
            <p:spPr>
              <a:xfrm>
                <a:off x="15268713" y="3396486"/>
                <a:ext cx="1212574" cy="1212574"/>
              </a:xfrm>
              <a:prstGeom prst="ellipse">
                <a:avLst/>
              </a:prstGeom>
              <a:solidFill>
                <a:srgbClr val="E5FFE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Graphic 146">
                <a:extLst>
                  <a:ext uri="{FF2B5EF4-FFF2-40B4-BE49-F238E27FC236}">
                    <a16:creationId xmlns:a16="http://schemas.microsoft.com/office/drawing/2014/main" id="{856ECB38-A622-564E-9B73-7F6B7FDC4DC6}"/>
                  </a:ext>
                </a:extLst>
              </p:cNvPr>
              <p:cNvSpPr/>
              <p:nvPr/>
            </p:nvSpPr>
            <p:spPr>
              <a:xfrm>
                <a:off x="15552112" y="3758847"/>
                <a:ext cx="589147" cy="508810"/>
              </a:xfrm>
              <a:custGeom>
                <a:avLst/>
                <a:gdLst>
                  <a:gd name="connsiteX0" fmla="*/ 386530 w 378978"/>
                  <a:gd name="connsiteY0" fmla="*/ 50764 h 327299"/>
                  <a:gd name="connsiteX1" fmla="*/ 338435 w 378978"/>
                  <a:gd name="connsiteY1" fmla="*/ 2530 h 327299"/>
                  <a:gd name="connsiteX2" fmla="*/ 326254 w 378978"/>
                  <a:gd name="connsiteY2" fmla="*/ 2515 h 327299"/>
                  <a:gd name="connsiteX3" fmla="*/ 326238 w 378978"/>
                  <a:gd name="connsiteY3" fmla="*/ 2530 h 327299"/>
                  <a:gd name="connsiteX4" fmla="*/ 123106 w 378978"/>
                  <a:gd name="connsiteY4" fmla="*/ 205801 h 327299"/>
                  <a:gd name="connsiteX5" fmla="*/ 110925 w 378978"/>
                  <a:gd name="connsiteY5" fmla="*/ 205816 h 327299"/>
                  <a:gd name="connsiteX6" fmla="*/ 110910 w 378978"/>
                  <a:gd name="connsiteY6" fmla="*/ 205801 h 327299"/>
                  <a:gd name="connsiteX7" fmla="*/ 62814 w 378978"/>
                  <a:gd name="connsiteY7" fmla="*/ 157567 h 327299"/>
                  <a:gd name="connsiteX8" fmla="*/ 50633 w 378978"/>
                  <a:gd name="connsiteY8" fmla="*/ 157552 h 327299"/>
                  <a:gd name="connsiteX9" fmla="*/ 50618 w 378978"/>
                  <a:gd name="connsiteY9" fmla="*/ 157567 h 327299"/>
                  <a:gd name="connsiteX10" fmla="*/ 2522 w 378978"/>
                  <a:gd name="connsiteY10" fmla="*/ 205801 h 327299"/>
                  <a:gd name="connsiteX11" fmla="*/ 2522 w 378978"/>
                  <a:gd name="connsiteY11" fmla="*/ 217980 h 327299"/>
                  <a:gd name="connsiteX12" fmla="*/ 110910 w 378978"/>
                  <a:gd name="connsiteY12" fmla="*/ 326385 h 327299"/>
                  <a:gd name="connsiteX13" fmla="*/ 123090 w 378978"/>
                  <a:gd name="connsiteY13" fmla="*/ 326400 h 327299"/>
                  <a:gd name="connsiteX14" fmla="*/ 123106 w 378978"/>
                  <a:gd name="connsiteY14" fmla="*/ 326385 h 327299"/>
                  <a:gd name="connsiteX15" fmla="*/ 386530 w 378978"/>
                  <a:gd name="connsiteY15" fmla="*/ 62822 h 327299"/>
                  <a:gd name="connsiteX16" fmla="*/ 386530 w 378978"/>
                  <a:gd name="connsiteY16" fmla="*/ 50764 h 327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8978" h="327299">
                    <a:moveTo>
                      <a:pt x="386530" y="50764"/>
                    </a:moveTo>
                    <a:lnTo>
                      <a:pt x="338435" y="2530"/>
                    </a:lnTo>
                    <a:cubicBezTo>
                      <a:pt x="335075" y="-837"/>
                      <a:pt x="329622" y="-844"/>
                      <a:pt x="326254" y="2515"/>
                    </a:cubicBezTo>
                    <a:cubicBezTo>
                      <a:pt x="326249" y="2520"/>
                      <a:pt x="326243" y="2525"/>
                      <a:pt x="326238" y="2530"/>
                    </a:cubicBezTo>
                    <a:lnTo>
                      <a:pt x="123106" y="205801"/>
                    </a:lnTo>
                    <a:cubicBezTo>
                      <a:pt x="119746" y="209169"/>
                      <a:pt x="114293" y="209175"/>
                      <a:pt x="110925" y="205816"/>
                    </a:cubicBezTo>
                    <a:cubicBezTo>
                      <a:pt x="110920" y="205811"/>
                      <a:pt x="110915" y="205806"/>
                      <a:pt x="110910" y="205801"/>
                    </a:cubicBezTo>
                    <a:lnTo>
                      <a:pt x="62814" y="157567"/>
                    </a:lnTo>
                    <a:cubicBezTo>
                      <a:pt x="59454" y="154199"/>
                      <a:pt x="54001" y="154192"/>
                      <a:pt x="50633" y="157552"/>
                    </a:cubicBezTo>
                    <a:cubicBezTo>
                      <a:pt x="50628" y="157557"/>
                      <a:pt x="50623" y="157562"/>
                      <a:pt x="50618" y="157567"/>
                    </a:cubicBezTo>
                    <a:lnTo>
                      <a:pt x="2522" y="205801"/>
                    </a:lnTo>
                    <a:cubicBezTo>
                      <a:pt x="-841" y="209164"/>
                      <a:pt x="-841" y="214616"/>
                      <a:pt x="2522" y="217980"/>
                    </a:cubicBezTo>
                    <a:lnTo>
                      <a:pt x="110910" y="326385"/>
                    </a:lnTo>
                    <a:cubicBezTo>
                      <a:pt x="114269" y="329753"/>
                      <a:pt x="119723" y="329760"/>
                      <a:pt x="123090" y="326400"/>
                    </a:cubicBezTo>
                    <a:cubicBezTo>
                      <a:pt x="123096" y="326395"/>
                      <a:pt x="123101" y="326390"/>
                      <a:pt x="123106" y="326385"/>
                    </a:cubicBezTo>
                    <a:lnTo>
                      <a:pt x="386530" y="62822"/>
                    </a:lnTo>
                    <a:cubicBezTo>
                      <a:pt x="389813" y="59473"/>
                      <a:pt x="389813" y="54113"/>
                      <a:pt x="386530" y="507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0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/>
              </a:p>
            </p:txBody>
          </p:sp>
        </p:grpSp>
        <p:sp>
          <p:nvSpPr>
            <p:cNvPr id="44" name="TextBox 43"/>
            <p:cNvSpPr txBox="1"/>
            <p:nvPr/>
          </p:nvSpPr>
          <p:spPr>
            <a:xfrm>
              <a:off x="10511909" y="6055376"/>
              <a:ext cx="2004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Support Aplication</a:t>
              </a:r>
              <a:endParaRPr lang="en-US" sz="1800" b="1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3885504" y="7484736"/>
            <a:ext cx="1646196" cy="369332"/>
            <a:chOff x="10158054" y="6708139"/>
            <a:chExt cx="1646196" cy="369332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4714A49-0CDE-2F4B-B506-A1DD41745173}"/>
                </a:ext>
              </a:extLst>
            </p:cNvPr>
            <p:cNvGrpSpPr/>
            <p:nvPr/>
          </p:nvGrpSpPr>
          <p:grpSpPr>
            <a:xfrm>
              <a:off x="10158054" y="6719069"/>
              <a:ext cx="347472" cy="347472"/>
              <a:chOff x="15268713" y="3396486"/>
              <a:chExt cx="1212574" cy="1212574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560252B-29BE-8740-8A1C-BAAD806B74DC}"/>
                  </a:ext>
                </a:extLst>
              </p:cNvPr>
              <p:cNvSpPr/>
              <p:nvPr/>
            </p:nvSpPr>
            <p:spPr>
              <a:xfrm>
                <a:off x="15268713" y="3396486"/>
                <a:ext cx="1212574" cy="1212574"/>
              </a:xfrm>
              <a:prstGeom prst="ellipse">
                <a:avLst/>
              </a:prstGeom>
              <a:solidFill>
                <a:srgbClr val="E5FFE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Graphic 146">
                <a:extLst>
                  <a:ext uri="{FF2B5EF4-FFF2-40B4-BE49-F238E27FC236}">
                    <a16:creationId xmlns:a16="http://schemas.microsoft.com/office/drawing/2014/main" id="{856ECB38-A622-564E-9B73-7F6B7FDC4DC6}"/>
                  </a:ext>
                </a:extLst>
              </p:cNvPr>
              <p:cNvSpPr/>
              <p:nvPr/>
            </p:nvSpPr>
            <p:spPr>
              <a:xfrm>
                <a:off x="15552112" y="3758847"/>
                <a:ext cx="589147" cy="508810"/>
              </a:xfrm>
              <a:custGeom>
                <a:avLst/>
                <a:gdLst>
                  <a:gd name="connsiteX0" fmla="*/ 386530 w 378978"/>
                  <a:gd name="connsiteY0" fmla="*/ 50764 h 327299"/>
                  <a:gd name="connsiteX1" fmla="*/ 338435 w 378978"/>
                  <a:gd name="connsiteY1" fmla="*/ 2530 h 327299"/>
                  <a:gd name="connsiteX2" fmla="*/ 326254 w 378978"/>
                  <a:gd name="connsiteY2" fmla="*/ 2515 h 327299"/>
                  <a:gd name="connsiteX3" fmla="*/ 326238 w 378978"/>
                  <a:gd name="connsiteY3" fmla="*/ 2530 h 327299"/>
                  <a:gd name="connsiteX4" fmla="*/ 123106 w 378978"/>
                  <a:gd name="connsiteY4" fmla="*/ 205801 h 327299"/>
                  <a:gd name="connsiteX5" fmla="*/ 110925 w 378978"/>
                  <a:gd name="connsiteY5" fmla="*/ 205816 h 327299"/>
                  <a:gd name="connsiteX6" fmla="*/ 110910 w 378978"/>
                  <a:gd name="connsiteY6" fmla="*/ 205801 h 327299"/>
                  <a:gd name="connsiteX7" fmla="*/ 62814 w 378978"/>
                  <a:gd name="connsiteY7" fmla="*/ 157567 h 327299"/>
                  <a:gd name="connsiteX8" fmla="*/ 50633 w 378978"/>
                  <a:gd name="connsiteY8" fmla="*/ 157552 h 327299"/>
                  <a:gd name="connsiteX9" fmla="*/ 50618 w 378978"/>
                  <a:gd name="connsiteY9" fmla="*/ 157567 h 327299"/>
                  <a:gd name="connsiteX10" fmla="*/ 2522 w 378978"/>
                  <a:gd name="connsiteY10" fmla="*/ 205801 h 327299"/>
                  <a:gd name="connsiteX11" fmla="*/ 2522 w 378978"/>
                  <a:gd name="connsiteY11" fmla="*/ 217980 h 327299"/>
                  <a:gd name="connsiteX12" fmla="*/ 110910 w 378978"/>
                  <a:gd name="connsiteY12" fmla="*/ 326385 h 327299"/>
                  <a:gd name="connsiteX13" fmla="*/ 123090 w 378978"/>
                  <a:gd name="connsiteY13" fmla="*/ 326400 h 327299"/>
                  <a:gd name="connsiteX14" fmla="*/ 123106 w 378978"/>
                  <a:gd name="connsiteY14" fmla="*/ 326385 h 327299"/>
                  <a:gd name="connsiteX15" fmla="*/ 386530 w 378978"/>
                  <a:gd name="connsiteY15" fmla="*/ 62822 h 327299"/>
                  <a:gd name="connsiteX16" fmla="*/ 386530 w 378978"/>
                  <a:gd name="connsiteY16" fmla="*/ 50764 h 327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8978" h="327299">
                    <a:moveTo>
                      <a:pt x="386530" y="50764"/>
                    </a:moveTo>
                    <a:lnTo>
                      <a:pt x="338435" y="2530"/>
                    </a:lnTo>
                    <a:cubicBezTo>
                      <a:pt x="335075" y="-837"/>
                      <a:pt x="329622" y="-844"/>
                      <a:pt x="326254" y="2515"/>
                    </a:cubicBezTo>
                    <a:cubicBezTo>
                      <a:pt x="326249" y="2520"/>
                      <a:pt x="326243" y="2525"/>
                      <a:pt x="326238" y="2530"/>
                    </a:cubicBezTo>
                    <a:lnTo>
                      <a:pt x="123106" y="205801"/>
                    </a:lnTo>
                    <a:cubicBezTo>
                      <a:pt x="119746" y="209169"/>
                      <a:pt x="114293" y="209175"/>
                      <a:pt x="110925" y="205816"/>
                    </a:cubicBezTo>
                    <a:cubicBezTo>
                      <a:pt x="110920" y="205811"/>
                      <a:pt x="110915" y="205806"/>
                      <a:pt x="110910" y="205801"/>
                    </a:cubicBezTo>
                    <a:lnTo>
                      <a:pt x="62814" y="157567"/>
                    </a:lnTo>
                    <a:cubicBezTo>
                      <a:pt x="59454" y="154199"/>
                      <a:pt x="54001" y="154192"/>
                      <a:pt x="50633" y="157552"/>
                    </a:cubicBezTo>
                    <a:cubicBezTo>
                      <a:pt x="50628" y="157557"/>
                      <a:pt x="50623" y="157562"/>
                      <a:pt x="50618" y="157567"/>
                    </a:cubicBezTo>
                    <a:lnTo>
                      <a:pt x="2522" y="205801"/>
                    </a:lnTo>
                    <a:cubicBezTo>
                      <a:pt x="-841" y="209164"/>
                      <a:pt x="-841" y="214616"/>
                      <a:pt x="2522" y="217980"/>
                    </a:cubicBezTo>
                    <a:lnTo>
                      <a:pt x="110910" y="326385"/>
                    </a:lnTo>
                    <a:cubicBezTo>
                      <a:pt x="114269" y="329753"/>
                      <a:pt x="119723" y="329760"/>
                      <a:pt x="123090" y="326400"/>
                    </a:cubicBezTo>
                    <a:cubicBezTo>
                      <a:pt x="123096" y="326395"/>
                      <a:pt x="123101" y="326390"/>
                      <a:pt x="123106" y="326385"/>
                    </a:cubicBezTo>
                    <a:lnTo>
                      <a:pt x="386530" y="62822"/>
                    </a:lnTo>
                    <a:cubicBezTo>
                      <a:pt x="389813" y="59473"/>
                      <a:pt x="389813" y="54113"/>
                      <a:pt x="386530" y="507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0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/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10511909" y="6708139"/>
              <a:ext cx="12923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Connection</a:t>
              </a:r>
              <a:endParaRPr lang="en-US" sz="1800" b="1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13885504" y="8152611"/>
            <a:ext cx="2019696" cy="369332"/>
            <a:chOff x="10158054" y="7382491"/>
            <a:chExt cx="2019696" cy="369332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4714A49-0CDE-2F4B-B506-A1DD41745173}"/>
                </a:ext>
              </a:extLst>
            </p:cNvPr>
            <p:cNvGrpSpPr/>
            <p:nvPr/>
          </p:nvGrpSpPr>
          <p:grpSpPr>
            <a:xfrm>
              <a:off x="10158054" y="7393421"/>
              <a:ext cx="347472" cy="347472"/>
              <a:chOff x="15268713" y="3396486"/>
              <a:chExt cx="1212574" cy="1212574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560252B-29BE-8740-8A1C-BAAD806B74DC}"/>
                  </a:ext>
                </a:extLst>
              </p:cNvPr>
              <p:cNvSpPr/>
              <p:nvPr/>
            </p:nvSpPr>
            <p:spPr>
              <a:xfrm>
                <a:off x="15268713" y="3396486"/>
                <a:ext cx="1212574" cy="1212574"/>
              </a:xfrm>
              <a:prstGeom prst="ellipse">
                <a:avLst/>
              </a:prstGeom>
              <a:solidFill>
                <a:srgbClr val="E5FFE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Graphic 146">
                <a:extLst>
                  <a:ext uri="{FF2B5EF4-FFF2-40B4-BE49-F238E27FC236}">
                    <a16:creationId xmlns:a16="http://schemas.microsoft.com/office/drawing/2014/main" id="{856ECB38-A622-564E-9B73-7F6B7FDC4DC6}"/>
                  </a:ext>
                </a:extLst>
              </p:cNvPr>
              <p:cNvSpPr/>
              <p:nvPr/>
            </p:nvSpPr>
            <p:spPr>
              <a:xfrm>
                <a:off x="15552112" y="3758847"/>
                <a:ext cx="589147" cy="508810"/>
              </a:xfrm>
              <a:custGeom>
                <a:avLst/>
                <a:gdLst>
                  <a:gd name="connsiteX0" fmla="*/ 386530 w 378978"/>
                  <a:gd name="connsiteY0" fmla="*/ 50764 h 327299"/>
                  <a:gd name="connsiteX1" fmla="*/ 338435 w 378978"/>
                  <a:gd name="connsiteY1" fmla="*/ 2530 h 327299"/>
                  <a:gd name="connsiteX2" fmla="*/ 326254 w 378978"/>
                  <a:gd name="connsiteY2" fmla="*/ 2515 h 327299"/>
                  <a:gd name="connsiteX3" fmla="*/ 326238 w 378978"/>
                  <a:gd name="connsiteY3" fmla="*/ 2530 h 327299"/>
                  <a:gd name="connsiteX4" fmla="*/ 123106 w 378978"/>
                  <a:gd name="connsiteY4" fmla="*/ 205801 h 327299"/>
                  <a:gd name="connsiteX5" fmla="*/ 110925 w 378978"/>
                  <a:gd name="connsiteY5" fmla="*/ 205816 h 327299"/>
                  <a:gd name="connsiteX6" fmla="*/ 110910 w 378978"/>
                  <a:gd name="connsiteY6" fmla="*/ 205801 h 327299"/>
                  <a:gd name="connsiteX7" fmla="*/ 62814 w 378978"/>
                  <a:gd name="connsiteY7" fmla="*/ 157567 h 327299"/>
                  <a:gd name="connsiteX8" fmla="*/ 50633 w 378978"/>
                  <a:gd name="connsiteY8" fmla="*/ 157552 h 327299"/>
                  <a:gd name="connsiteX9" fmla="*/ 50618 w 378978"/>
                  <a:gd name="connsiteY9" fmla="*/ 157567 h 327299"/>
                  <a:gd name="connsiteX10" fmla="*/ 2522 w 378978"/>
                  <a:gd name="connsiteY10" fmla="*/ 205801 h 327299"/>
                  <a:gd name="connsiteX11" fmla="*/ 2522 w 378978"/>
                  <a:gd name="connsiteY11" fmla="*/ 217980 h 327299"/>
                  <a:gd name="connsiteX12" fmla="*/ 110910 w 378978"/>
                  <a:gd name="connsiteY12" fmla="*/ 326385 h 327299"/>
                  <a:gd name="connsiteX13" fmla="*/ 123090 w 378978"/>
                  <a:gd name="connsiteY13" fmla="*/ 326400 h 327299"/>
                  <a:gd name="connsiteX14" fmla="*/ 123106 w 378978"/>
                  <a:gd name="connsiteY14" fmla="*/ 326385 h 327299"/>
                  <a:gd name="connsiteX15" fmla="*/ 386530 w 378978"/>
                  <a:gd name="connsiteY15" fmla="*/ 62822 h 327299"/>
                  <a:gd name="connsiteX16" fmla="*/ 386530 w 378978"/>
                  <a:gd name="connsiteY16" fmla="*/ 50764 h 327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8978" h="327299">
                    <a:moveTo>
                      <a:pt x="386530" y="50764"/>
                    </a:moveTo>
                    <a:lnTo>
                      <a:pt x="338435" y="2530"/>
                    </a:lnTo>
                    <a:cubicBezTo>
                      <a:pt x="335075" y="-837"/>
                      <a:pt x="329622" y="-844"/>
                      <a:pt x="326254" y="2515"/>
                    </a:cubicBezTo>
                    <a:cubicBezTo>
                      <a:pt x="326249" y="2520"/>
                      <a:pt x="326243" y="2525"/>
                      <a:pt x="326238" y="2530"/>
                    </a:cubicBezTo>
                    <a:lnTo>
                      <a:pt x="123106" y="205801"/>
                    </a:lnTo>
                    <a:cubicBezTo>
                      <a:pt x="119746" y="209169"/>
                      <a:pt x="114293" y="209175"/>
                      <a:pt x="110925" y="205816"/>
                    </a:cubicBezTo>
                    <a:cubicBezTo>
                      <a:pt x="110920" y="205811"/>
                      <a:pt x="110915" y="205806"/>
                      <a:pt x="110910" y="205801"/>
                    </a:cubicBezTo>
                    <a:lnTo>
                      <a:pt x="62814" y="157567"/>
                    </a:lnTo>
                    <a:cubicBezTo>
                      <a:pt x="59454" y="154199"/>
                      <a:pt x="54001" y="154192"/>
                      <a:pt x="50633" y="157552"/>
                    </a:cubicBezTo>
                    <a:cubicBezTo>
                      <a:pt x="50628" y="157557"/>
                      <a:pt x="50623" y="157562"/>
                      <a:pt x="50618" y="157567"/>
                    </a:cubicBezTo>
                    <a:lnTo>
                      <a:pt x="2522" y="205801"/>
                    </a:lnTo>
                    <a:cubicBezTo>
                      <a:pt x="-841" y="209164"/>
                      <a:pt x="-841" y="214616"/>
                      <a:pt x="2522" y="217980"/>
                    </a:cubicBezTo>
                    <a:lnTo>
                      <a:pt x="110910" y="326385"/>
                    </a:lnTo>
                    <a:cubicBezTo>
                      <a:pt x="114269" y="329753"/>
                      <a:pt x="119723" y="329760"/>
                      <a:pt x="123090" y="326400"/>
                    </a:cubicBezTo>
                    <a:cubicBezTo>
                      <a:pt x="123096" y="326395"/>
                      <a:pt x="123101" y="326390"/>
                      <a:pt x="123106" y="326385"/>
                    </a:cubicBezTo>
                    <a:lnTo>
                      <a:pt x="386530" y="62822"/>
                    </a:lnTo>
                    <a:cubicBezTo>
                      <a:pt x="389813" y="59473"/>
                      <a:pt x="389813" y="54113"/>
                      <a:pt x="386530" y="507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0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/>
              </a:p>
            </p:txBody>
          </p:sp>
        </p:grpSp>
        <p:sp>
          <p:nvSpPr>
            <p:cNvPr id="54" name="TextBox 53"/>
            <p:cNvSpPr txBox="1"/>
            <p:nvPr/>
          </p:nvSpPr>
          <p:spPr>
            <a:xfrm>
              <a:off x="10511909" y="7382491"/>
              <a:ext cx="1665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Sales Analytics</a:t>
              </a:r>
              <a:endParaRPr lang="en-US" sz="1800" b="1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13885504" y="8820487"/>
            <a:ext cx="2146333" cy="369332"/>
            <a:chOff x="10158054" y="8059002"/>
            <a:chExt cx="2146333" cy="369332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04714A49-0CDE-2F4B-B506-A1DD41745173}"/>
                </a:ext>
              </a:extLst>
            </p:cNvPr>
            <p:cNvGrpSpPr/>
            <p:nvPr/>
          </p:nvGrpSpPr>
          <p:grpSpPr>
            <a:xfrm>
              <a:off x="10158054" y="8069932"/>
              <a:ext cx="347472" cy="347472"/>
              <a:chOff x="15268713" y="3396486"/>
              <a:chExt cx="1212574" cy="1212574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8560252B-29BE-8740-8A1C-BAAD806B74DC}"/>
                  </a:ext>
                </a:extLst>
              </p:cNvPr>
              <p:cNvSpPr/>
              <p:nvPr/>
            </p:nvSpPr>
            <p:spPr>
              <a:xfrm>
                <a:off x="15268713" y="3396486"/>
                <a:ext cx="1212574" cy="1212574"/>
              </a:xfrm>
              <a:prstGeom prst="ellipse">
                <a:avLst/>
              </a:prstGeom>
              <a:solidFill>
                <a:srgbClr val="E5FFE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Graphic 146">
                <a:extLst>
                  <a:ext uri="{FF2B5EF4-FFF2-40B4-BE49-F238E27FC236}">
                    <a16:creationId xmlns:a16="http://schemas.microsoft.com/office/drawing/2014/main" id="{856ECB38-A622-564E-9B73-7F6B7FDC4DC6}"/>
                  </a:ext>
                </a:extLst>
              </p:cNvPr>
              <p:cNvSpPr/>
              <p:nvPr/>
            </p:nvSpPr>
            <p:spPr>
              <a:xfrm>
                <a:off x="15552112" y="3758847"/>
                <a:ext cx="589147" cy="508810"/>
              </a:xfrm>
              <a:custGeom>
                <a:avLst/>
                <a:gdLst>
                  <a:gd name="connsiteX0" fmla="*/ 386530 w 378978"/>
                  <a:gd name="connsiteY0" fmla="*/ 50764 h 327299"/>
                  <a:gd name="connsiteX1" fmla="*/ 338435 w 378978"/>
                  <a:gd name="connsiteY1" fmla="*/ 2530 h 327299"/>
                  <a:gd name="connsiteX2" fmla="*/ 326254 w 378978"/>
                  <a:gd name="connsiteY2" fmla="*/ 2515 h 327299"/>
                  <a:gd name="connsiteX3" fmla="*/ 326238 w 378978"/>
                  <a:gd name="connsiteY3" fmla="*/ 2530 h 327299"/>
                  <a:gd name="connsiteX4" fmla="*/ 123106 w 378978"/>
                  <a:gd name="connsiteY4" fmla="*/ 205801 h 327299"/>
                  <a:gd name="connsiteX5" fmla="*/ 110925 w 378978"/>
                  <a:gd name="connsiteY5" fmla="*/ 205816 h 327299"/>
                  <a:gd name="connsiteX6" fmla="*/ 110910 w 378978"/>
                  <a:gd name="connsiteY6" fmla="*/ 205801 h 327299"/>
                  <a:gd name="connsiteX7" fmla="*/ 62814 w 378978"/>
                  <a:gd name="connsiteY7" fmla="*/ 157567 h 327299"/>
                  <a:gd name="connsiteX8" fmla="*/ 50633 w 378978"/>
                  <a:gd name="connsiteY8" fmla="*/ 157552 h 327299"/>
                  <a:gd name="connsiteX9" fmla="*/ 50618 w 378978"/>
                  <a:gd name="connsiteY9" fmla="*/ 157567 h 327299"/>
                  <a:gd name="connsiteX10" fmla="*/ 2522 w 378978"/>
                  <a:gd name="connsiteY10" fmla="*/ 205801 h 327299"/>
                  <a:gd name="connsiteX11" fmla="*/ 2522 w 378978"/>
                  <a:gd name="connsiteY11" fmla="*/ 217980 h 327299"/>
                  <a:gd name="connsiteX12" fmla="*/ 110910 w 378978"/>
                  <a:gd name="connsiteY12" fmla="*/ 326385 h 327299"/>
                  <a:gd name="connsiteX13" fmla="*/ 123090 w 378978"/>
                  <a:gd name="connsiteY13" fmla="*/ 326400 h 327299"/>
                  <a:gd name="connsiteX14" fmla="*/ 123106 w 378978"/>
                  <a:gd name="connsiteY14" fmla="*/ 326385 h 327299"/>
                  <a:gd name="connsiteX15" fmla="*/ 386530 w 378978"/>
                  <a:gd name="connsiteY15" fmla="*/ 62822 h 327299"/>
                  <a:gd name="connsiteX16" fmla="*/ 386530 w 378978"/>
                  <a:gd name="connsiteY16" fmla="*/ 50764 h 327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8978" h="327299">
                    <a:moveTo>
                      <a:pt x="386530" y="50764"/>
                    </a:moveTo>
                    <a:lnTo>
                      <a:pt x="338435" y="2530"/>
                    </a:lnTo>
                    <a:cubicBezTo>
                      <a:pt x="335075" y="-837"/>
                      <a:pt x="329622" y="-844"/>
                      <a:pt x="326254" y="2515"/>
                    </a:cubicBezTo>
                    <a:cubicBezTo>
                      <a:pt x="326249" y="2520"/>
                      <a:pt x="326243" y="2525"/>
                      <a:pt x="326238" y="2530"/>
                    </a:cubicBezTo>
                    <a:lnTo>
                      <a:pt x="123106" y="205801"/>
                    </a:lnTo>
                    <a:cubicBezTo>
                      <a:pt x="119746" y="209169"/>
                      <a:pt x="114293" y="209175"/>
                      <a:pt x="110925" y="205816"/>
                    </a:cubicBezTo>
                    <a:cubicBezTo>
                      <a:pt x="110920" y="205811"/>
                      <a:pt x="110915" y="205806"/>
                      <a:pt x="110910" y="205801"/>
                    </a:cubicBezTo>
                    <a:lnTo>
                      <a:pt x="62814" y="157567"/>
                    </a:lnTo>
                    <a:cubicBezTo>
                      <a:pt x="59454" y="154199"/>
                      <a:pt x="54001" y="154192"/>
                      <a:pt x="50633" y="157552"/>
                    </a:cubicBezTo>
                    <a:cubicBezTo>
                      <a:pt x="50628" y="157557"/>
                      <a:pt x="50623" y="157562"/>
                      <a:pt x="50618" y="157567"/>
                    </a:cubicBezTo>
                    <a:lnTo>
                      <a:pt x="2522" y="205801"/>
                    </a:lnTo>
                    <a:cubicBezTo>
                      <a:pt x="-841" y="209164"/>
                      <a:pt x="-841" y="214616"/>
                      <a:pt x="2522" y="217980"/>
                    </a:cubicBezTo>
                    <a:lnTo>
                      <a:pt x="110910" y="326385"/>
                    </a:lnTo>
                    <a:cubicBezTo>
                      <a:pt x="114269" y="329753"/>
                      <a:pt x="119723" y="329760"/>
                      <a:pt x="123090" y="326400"/>
                    </a:cubicBezTo>
                    <a:cubicBezTo>
                      <a:pt x="123096" y="326395"/>
                      <a:pt x="123101" y="326390"/>
                      <a:pt x="123106" y="326385"/>
                    </a:cubicBezTo>
                    <a:lnTo>
                      <a:pt x="386530" y="62822"/>
                    </a:lnTo>
                    <a:cubicBezTo>
                      <a:pt x="389813" y="59473"/>
                      <a:pt x="389813" y="54113"/>
                      <a:pt x="386530" y="507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0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/>
              </a:p>
            </p:txBody>
          </p:sp>
        </p:grpSp>
        <p:sp>
          <p:nvSpPr>
            <p:cNvPr id="59" name="TextBox 58"/>
            <p:cNvSpPr txBox="1"/>
            <p:nvPr/>
          </p:nvSpPr>
          <p:spPr>
            <a:xfrm>
              <a:off x="10511909" y="8059002"/>
              <a:ext cx="1792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Problem Solving</a:t>
              </a:r>
              <a:endParaRPr lang="en-US" sz="1800" b="1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088073" y="3103434"/>
            <a:ext cx="8097452" cy="6078662"/>
            <a:chOff x="1088073" y="3103434"/>
            <a:chExt cx="8097452" cy="6078662"/>
          </a:xfrm>
        </p:grpSpPr>
        <p:sp>
          <p:nvSpPr>
            <p:cNvPr id="62" name="Rounded Rectangle 61"/>
            <p:cNvSpPr/>
            <p:nvPr/>
          </p:nvSpPr>
          <p:spPr>
            <a:xfrm>
              <a:off x="1326355" y="3639216"/>
              <a:ext cx="7383885" cy="3712330"/>
            </a:xfrm>
            <a:prstGeom prst="roundRect">
              <a:avLst>
                <a:gd name="adj" fmla="val 2255"/>
              </a:avLst>
            </a:prstGeom>
            <a:solidFill>
              <a:schemeClr val="bg1"/>
            </a:solidFill>
            <a:ln>
              <a:noFill/>
            </a:ln>
            <a:effectLst>
              <a:outerShdw blurRad="355600" dist="38100" dir="5400000" algn="t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1088073" y="5183008"/>
              <a:ext cx="7860448" cy="808607"/>
            </a:xfrm>
            <a:prstGeom prst="roundRect">
              <a:avLst>
                <a:gd name="adj" fmla="val 6843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355600" dist="38100" dir="5400000" algn="t" rotWithShape="0">
                <a:schemeClr val="accent1">
                  <a:alpha val="3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F7B6F36A-5681-455D-ABC7-DE2371E2058D}"/>
                </a:ext>
              </a:extLst>
            </p:cNvPr>
            <p:cNvSpPr/>
            <p:nvPr/>
          </p:nvSpPr>
          <p:spPr>
            <a:xfrm>
              <a:off x="1621951" y="3134720"/>
              <a:ext cx="818632" cy="818630"/>
            </a:xfrm>
            <a:prstGeom prst="ellipse">
              <a:avLst/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2700000" scaled="1"/>
              <a:tileRect/>
            </a:gradFill>
            <a:ln cap="rnd">
              <a:noFill/>
              <a:round/>
            </a:ln>
            <a:effectLst>
              <a:outerShdw blurRad="355600" dist="266700" dir="5400000" sx="88000" sy="88000" algn="t" rotWithShape="0">
                <a:schemeClr val="accent4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11"/>
            <p:cNvSpPr>
              <a:spLocks noEditPoints="1"/>
            </p:cNvSpPr>
            <p:nvPr/>
          </p:nvSpPr>
          <p:spPr bwMode="auto">
            <a:xfrm>
              <a:off x="1872010" y="3370299"/>
              <a:ext cx="318515" cy="347472"/>
            </a:xfrm>
            <a:custGeom>
              <a:avLst/>
              <a:gdLst>
                <a:gd name="T0" fmla="*/ 32 w 121"/>
                <a:gd name="T1" fmla="*/ 132 h 132"/>
                <a:gd name="T2" fmla="*/ 0 w 121"/>
                <a:gd name="T3" fmla="*/ 132 h 132"/>
                <a:gd name="T4" fmla="*/ 0 w 121"/>
                <a:gd name="T5" fmla="*/ 36 h 132"/>
                <a:gd name="T6" fmla="*/ 32 w 121"/>
                <a:gd name="T7" fmla="*/ 36 h 132"/>
                <a:gd name="T8" fmla="*/ 32 w 121"/>
                <a:gd name="T9" fmla="*/ 132 h 132"/>
                <a:gd name="T10" fmla="*/ 77 w 121"/>
                <a:gd name="T11" fmla="*/ 132 h 132"/>
                <a:gd name="T12" fmla="*/ 45 w 121"/>
                <a:gd name="T13" fmla="*/ 132 h 132"/>
                <a:gd name="T14" fmla="*/ 45 w 121"/>
                <a:gd name="T15" fmla="*/ 61 h 132"/>
                <a:gd name="T16" fmla="*/ 77 w 121"/>
                <a:gd name="T17" fmla="*/ 61 h 132"/>
                <a:gd name="T18" fmla="*/ 77 w 121"/>
                <a:gd name="T19" fmla="*/ 132 h 132"/>
                <a:gd name="T20" fmla="*/ 121 w 121"/>
                <a:gd name="T21" fmla="*/ 132 h 132"/>
                <a:gd name="T22" fmla="*/ 89 w 121"/>
                <a:gd name="T23" fmla="*/ 132 h 132"/>
                <a:gd name="T24" fmla="*/ 89 w 121"/>
                <a:gd name="T25" fmla="*/ 0 h 132"/>
                <a:gd name="T26" fmla="*/ 121 w 121"/>
                <a:gd name="T27" fmla="*/ 0 h 132"/>
                <a:gd name="T28" fmla="*/ 121 w 121"/>
                <a:gd name="T2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1" h="132">
                  <a:moveTo>
                    <a:pt x="32" y="132"/>
                  </a:moveTo>
                  <a:lnTo>
                    <a:pt x="0" y="132"/>
                  </a:lnTo>
                  <a:lnTo>
                    <a:pt x="0" y="36"/>
                  </a:lnTo>
                  <a:lnTo>
                    <a:pt x="32" y="36"/>
                  </a:lnTo>
                  <a:lnTo>
                    <a:pt x="32" y="132"/>
                  </a:lnTo>
                  <a:close/>
                  <a:moveTo>
                    <a:pt x="77" y="132"/>
                  </a:moveTo>
                  <a:lnTo>
                    <a:pt x="45" y="132"/>
                  </a:lnTo>
                  <a:lnTo>
                    <a:pt x="45" y="61"/>
                  </a:lnTo>
                  <a:lnTo>
                    <a:pt x="77" y="61"/>
                  </a:lnTo>
                  <a:lnTo>
                    <a:pt x="77" y="132"/>
                  </a:lnTo>
                  <a:close/>
                  <a:moveTo>
                    <a:pt x="121" y="132"/>
                  </a:moveTo>
                  <a:lnTo>
                    <a:pt x="89" y="132"/>
                  </a:lnTo>
                  <a:lnTo>
                    <a:pt x="89" y="0"/>
                  </a:lnTo>
                  <a:lnTo>
                    <a:pt x="121" y="0"/>
                  </a:lnTo>
                  <a:lnTo>
                    <a:pt x="121" y="13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9060" tIns="49530" rIns="99060" bIns="49530" numCol="1" anchor="t" anchorCtr="0" compatLnSpc="1">
              <a:prstTxWarp prst="textNoShape">
                <a:avLst/>
              </a:prstTxWarp>
            </a:bodyPr>
            <a:lstStyle/>
            <a:p>
              <a:endParaRPr lang="en-US" sz="1716"/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5958276" y="5183009"/>
              <a:ext cx="2990245" cy="808607"/>
              <a:chOff x="5914767" y="7020669"/>
              <a:chExt cx="2990245" cy="808607"/>
            </a:xfrm>
          </p:grpSpPr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F4D93E69-1EFE-4F72-BD4F-5CA536EF1F0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005586" y="5929850"/>
                <a:ext cx="808607" cy="2990245"/>
              </a:xfrm>
              <a:custGeom>
                <a:avLst/>
                <a:gdLst>
                  <a:gd name="connsiteX0" fmla="*/ 0 w 808607"/>
                  <a:gd name="connsiteY0" fmla="*/ 2847288 h 2990245"/>
                  <a:gd name="connsiteX1" fmla="*/ 0 w 808607"/>
                  <a:gd name="connsiteY1" fmla="*/ 55333 h 2990245"/>
                  <a:gd name="connsiteX2" fmla="*/ 55333 w 808607"/>
                  <a:gd name="connsiteY2" fmla="*/ 0 h 2990245"/>
                  <a:gd name="connsiteX3" fmla="*/ 753274 w 808607"/>
                  <a:gd name="connsiteY3" fmla="*/ 0 h 2990245"/>
                  <a:gd name="connsiteX4" fmla="*/ 808607 w 808607"/>
                  <a:gd name="connsiteY4" fmla="*/ 55333 h 2990245"/>
                  <a:gd name="connsiteX5" fmla="*/ 808607 w 808607"/>
                  <a:gd name="connsiteY5" fmla="*/ 2850214 h 2990245"/>
                  <a:gd name="connsiteX6" fmla="*/ 800895 w 808607"/>
                  <a:gd name="connsiteY6" fmla="*/ 2853914 h 2990245"/>
                  <a:gd name="connsiteX7" fmla="*/ 623169 w 808607"/>
                  <a:gd name="connsiteY7" fmla="*/ 2939168 h 2990245"/>
                  <a:gd name="connsiteX8" fmla="*/ 191539 w 808607"/>
                  <a:gd name="connsiteY8" fmla="*/ 2939168 h 2990245"/>
                  <a:gd name="connsiteX9" fmla="*/ 3461 w 808607"/>
                  <a:gd name="connsiteY9" fmla="*/ 2848948 h 299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8607" h="2990245">
                    <a:moveTo>
                      <a:pt x="0" y="2847288"/>
                    </a:moveTo>
                    <a:lnTo>
                      <a:pt x="0" y="55333"/>
                    </a:lnTo>
                    <a:cubicBezTo>
                      <a:pt x="0" y="24773"/>
                      <a:pt x="24773" y="0"/>
                      <a:pt x="55333" y="0"/>
                    </a:cubicBezTo>
                    <a:lnTo>
                      <a:pt x="753274" y="0"/>
                    </a:lnTo>
                    <a:cubicBezTo>
                      <a:pt x="783834" y="0"/>
                      <a:pt x="808607" y="24773"/>
                      <a:pt x="808607" y="55333"/>
                    </a:cubicBezTo>
                    <a:lnTo>
                      <a:pt x="808607" y="2850214"/>
                    </a:lnTo>
                    <a:lnTo>
                      <a:pt x="800895" y="2853914"/>
                    </a:lnTo>
                    <a:cubicBezTo>
                      <a:pt x="743997" y="2881207"/>
                      <a:pt x="684786" y="2909611"/>
                      <a:pt x="623169" y="2939168"/>
                    </a:cubicBezTo>
                    <a:cubicBezTo>
                      <a:pt x="489755" y="3007271"/>
                      <a:pt x="324952" y="3007271"/>
                      <a:pt x="191539" y="2939168"/>
                    </a:cubicBezTo>
                    <a:cubicBezTo>
                      <a:pt x="191539" y="2939168"/>
                      <a:pt x="191539" y="2939168"/>
                      <a:pt x="3461" y="284894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3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sz="960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94F26F7C-EE4A-4680-9AFE-DC824A32C5BC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547941" y="6472206"/>
                <a:ext cx="808607" cy="1905533"/>
              </a:xfrm>
              <a:custGeom>
                <a:avLst/>
                <a:gdLst>
                  <a:gd name="connsiteX0" fmla="*/ 0 w 808607"/>
                  <a:gd name="connsiteY0" fmla="*/ 1762577 h 1905533"/>
                  <a:gd name="connsiteX1" fmla="*/ 0 w 808607"/>
                  <a:gd name="connsiteY1" fmla="*/ 55332 h 1905533"/>
                  <a:gd name="connsiteX2" fmla="*/ 16207 w 808607"/>
                  <a:gd name="connsiteY2" fmla="*/ 16205 h 1905533"/>
                  <a:gd name="connsiteX3" fmla="*/ 55331 w 808607"/>
                  <a:gd name="connsiteY3" fmla="*/ 0 h 1905533"/>
                  <a:gd name="connsiteX4" fmla="*/ 753277 w 808607"/>
                  <a:gd name="connsiteY4" fmla="*/ 0 h 1905533"/>
                  <a:gd name="connsiteX5" fmla="*/ 792401 w 808607"/>
                  <a:gd name="connsiteY5" fmla="*/ 16205 h 1905533"/>
                  <a:gd name="connsiteX6" fmla="*/ 808607 w 808607"/>
                  <a:gd name="connsiteY6" fmla="*/ 55332 h 1905533"/>
                  <a:gd name="connsiteX7" fmla="*/ 808607 w 808607"/>
                  <a:gd name="connsiteY7" fmla="*/ 1765505 h 1905533"/>
                  <a:gd name="connsiteX8" fmla="*/ 800896 w 808607"/>
                  <a:gd name="connsiteY8" fmla="*/ 1769204 h 1905533"/>
                  <a:gd name="connsiteX9" fmla="*/ 623170 w 808607"/>
                  <a:gd name="connsiteY9" fmla="*/ 1854458 h 1905533"/>
                  <a:gd name="connsiteX10" fmla="*/ 191540 w 808607"/>
                  <a:gd name="connsiteY10" fmla="*/ 1854458 h 1905533"/>
                  <a:gd name="connsiteX11" fmla="*/ 3463 w 808607"/>
                  <a:gd name="connsiteY11" fmla="*/ 1764238 h 1905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08607" h="1905533">
                    <a:moveTo>
                      <a:pt x="0" y="1762577"/>
                    </a:moveTo>
                    <a:lnTo>
                      <a:pt x="0" y="55332"/>
                    </a:lnTo>
                    <a:cubicBezTo>
                      <a:pt x="0" y="40052"/>
                      <a:pt x="6194" y="26219"/>
                      <a:pt x="16207" y="16205"/>
                    </a:cubicBezTo>
                    <a:lnTo>
                      <a:pt x="55331" y="0"/>
                    </a:lnTo>
                    <a:lnTo>
                      <a:pt x="753277" y="0"/>
                    </a:lnTo>
                    <a:lnTo>
                      <a:pt x="792401" y="16205"/>
                    </a:lnTo>
                    <a:cubicBezTo>
                      <a:pt x="802414" y="26219"/>
                      <a:pt x="808607" y="40052"/>
                      <a:pt x="808607" y="55332"/>
                    </a:cubicBezTo>
                    <a:lnTo>
                      <a:pt x="808607" y="1765505"/>
                    </a:lnTo>
                    <a:lnTo>
                      <a:pt x="800896" y="1769204"/>
                    </a:lnTo>
                    <a:cubicBezTo>
                      <a:pt x="743998" y="1796497"/>
                      <a:pt x="684787" y="1824900"/>
                      <a:pt x="623170" y="1854458"/>
                    </a:cubicBezTo>
                    <a:cubicBezTo>
                      <a:pt x="489756" y="1922559"/>
                      <a:pt x="324953" y="1922559"/>
                      <a:pt x="191540" y="1854458"/>
                    </a:cubicBezTo>
                    <a:cubicBezTo>
                      <a:pt x="191540" y="1854458"/>
                      <a:pt x="191540" y="1854458"/>
                      <a:pt x="3463" y="176423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3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sz="960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+mj-lt"/>
                </a:endParaRPr>
              </a:p>
            </p:txBody>
          </p:sp>
        </p:grpSp>
        <p:sp>
          <p:nvSpPr>
            <p:cNvPr id="63" name="TextBox 62"/>
            <p:cNvSpPr txBox="1"/>
            <p:nvPr/>
          </p:nvSpPr>
          <p:spPr>
            <a:xfrm>
              <a:off x="1922525" y="4241207"/>
              <a:ext cx="2004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>
                  <a:solidFill>
                    <a:schemeClr val="accent3"/>
                  </a:solidFill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Support Aplication</a:t>
              </a:r>
              <a:endParaRPr lang="en-US" sz="1800" b="1" dirty="0">
                <a:solidFill>
                  <a:schemeClr val="accent3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922525" y="4504359"/>
              <a:ext cx="333741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sz="140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Lorem Ipsum is simply dummy text.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514226" y="4241207"/>
              <a:ext cx="5998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800" b="1">
                  <a:solidFill>
                    <a:schemeClr val="accent3"/>
                  </a:solidFill>
                  <a:latin typeface="Poppins" panose="000005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-$6</a:t>
              </a:r>
              <a:endParaRPr lang="en-US" sz="1800" b="1" dirty="0">
                <a:solidFill>
                  <a:schemeClr val="accent3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922525" y="6304177"/>
              <a:ext cx="2004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>
                  <a:solidFill>
                    <a:schemeClr val="accent3"/>
                  </a:solidFill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Support Aplication</a:t>
              </a:r>
              <a:endParaRPr lang="en-US" sz="1800" b="1" dirty="0">
                <a:solidFill>
                  <a:schemeClr val="accent3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922525" y="6567329"/>
              <a:ext cx="333741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sz="1400">
                  <a:solidFill>
                    <a:schemeClr val="bg1">
                      <a:lumMod val="65000"/>
                    </a:schemeClr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Lorem Ipsum is simply dummy text.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220876" y="6304177"/>
              <a:ext cx="893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800" b="1">
                  <a:solidFill>
                    <a:schemeClr val="accent3"/>
                  </a:solidFill>
                  <a:latin typeface="Poppins" panose="000005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-$590</a:t>
              </a:r>
              <a:endParaRPr lang="en-US" sz="1800" b="1" dirty="0">
                <a:solidFill>
                  <a:schemeClr val="accent3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922525" y="5248664"/>
              <a:ext cx="2004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>
                  <a:solidFill>
                    <a:schemeClr val="bg1"/>
                  </a:solidFill>
                  <a:latin typeface="Titillium Web SemiBold" panose="000007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Support Aplication</a:t>
              </a:r>
              <a:endParaRPr lang="en-US" sz="1800" b="1" dirty="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922525" y="5511816"/>
              <a:ext cx="3337418" cy="3849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Lorem Ipsum is simply dummy text.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7296217" y="5248664"/>
              <a:ext cx="817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800" b="1">
                  <a:solidFill>
                    <a:schemeClr val="accent2">
                      <a:lumMod val="50000"/>
                    </a:schemeClr>
                  </a:solidFill>
                  <a:latin typeface="Poppins" panose="00000500000000000000" pitchFamily="2" charset="0"/>
                  <a:ea typeface="Roboto" panose="02000000000000000000" pitchFamily="2" charset="0"/>
                  <a:cs typeface="Poppins" panose="00000500000000000000" pitchFamily="2" charset="0"/>
                </a:rPr>
                <a:t>-$120</a:t>
              </a:r>
              <a:endParaRPr lang="en-US" sz="1800" b="1" dirty="0">
                <a:solidFill>
                  <a:schemeClr val="accent2">
                    <a:lumMod val="50000"/>
                  </a:schemeClr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9" name="Rectangle: Rounded Corners 142">
              <a:extLst>
                <a:ext uri="{FF2B5EF4-FFF2-40B4-BE49-F238E27FC236}">
                  <a16:creationId xmlns:a16="http://schemas.microsoft.com/office/drawing/2014/main" id="{E5440240-8800-456C-837C-31755130B0B5}"/>
                </a:ext>
              </a:extLst>
            </p:cNvPr>
            <p:cNvSpPr/>
            <p:nvPr/>
          </p:nvSpPr>
          <p:spPr>
            <a:xfrm>
              <a:off x="5140038" y="7657281"/>
              <a:ext cx="3549569" cy="1511798"/>
            </a:xfrm>
            <a:prstGeom prst="roundRect">
              <a:avLst>
                <a:gd name="adj" fmla="val 2606"/>
              </a:avLst>
            </a:prstGeom>
            <a:gradFill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355600" dist="266700" dir="5400000" sx="88000" sy="88000" algn="t" rotWithShape="0">
                <a:schemeClr val="accent4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00" b="1" dirty="0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  <p:grpSp>
          <p:nvGrpSpPr>
            <p:cNvPr id="92" name="Group 91"/>
            <p:cNvGrpSpPr/>
            <p:nvPr/>
          </p:nvGrpSpPr>
          <p:grpSpPr>
            <a:xfrm>
              <a:off x="7017647" y="7657279"/>
              <a:ext cx="1671960" cy="1511800"/>
              <a:chOff x="15072393" y="3848801"/>
              <a:chExt cx="1930873" cy="1745911"/>
            </a:xfrm>
          </p:grpSpPr>
          <p:sp>
            <p:nvSpPr>
              <p:cNvPr id="96" name="Freeform: Shape 143">
                <a:extLst>
                  <a:ext uri="{FF2B5EF4-FFF2-40B4-BE49-F238E27FC236}">
                    <a16:creationId xmlns:a16="http://schemas.microsoft.com/office/drawing/2014/main" id="{F4D93E69-1EFE-4F72-BD4F-5CA536EF1F0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5164874" y="3756320"/>
                <a:ext cx="1745911" cy="1930873"/>
              </a:xfrm>
              <a:custGeom>
                <a:avLst/>
                <a:gdLst>
                  <a:gd name="connsiteX0" fmla="*/ 0 w 1482338"/>
                  <a:gd name="connsiteY0" fmla="*/ 1355533 h 1700566"/>
                  <a:gd name="connsiteX1" fmla="*/ 0 w 1482338"/>
                  <a:gd name="connsiteY1" fmla="*/ 38630 h 1700566"/>
                  <a:gd name="connsiteX2" fmla="*/ 38630 w 1482338"/>
                  <a:gd name="connsiteY2" fmla="*/ 0 h 1700566"/>
                  <a:gd name="connsiteX3" fmla="*/ 1443708 w 1482338"/>
                  <a:gd name="connsiteY3" fmla="*/ 0 h 1700566"/>
                  <a:gd name="connsiteX4" fmla="*/ 1482338 w 1482338"/>
                  <a:gd name="connsiteY4" fmla="*/ 38630 h 1700566"/>
                  <a:gd name="connsiteX5" fmla="*/ 1482338 w 1482338"/>
                  <a:gd name="connsiteY5" fmla="*/ 1367645 h 1700566"/>
                  <a:gd name="connsiteX6" fmla="*/ 1455444 w 1482338"/>
                  <a:gd name="connsiteY6" fmla="*/ 1381028 h 1700566"/>
                  <a:gd name="connsiteX7" fmla="*/ 871659 w 1482338"/>
                  <a:gd name="connsiteY7" fmla="*/ 1671519 h 1700566"/>
                  <a:gd name="connsiteX8" fmla="*/ 635021 w 1482338"/>
                  <a:gd name="connsiteY8" fmla="*/ 1671519 h 1700566"/>
                  <a:gd name="connsiteX9" fmla="*/ 55671 w 1482338"/>
                  <a:gd name="connsiteY9" fmla="*/ 1383234 h 1700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2338" h="1700566">
                    <a:moveTo>
                      <a:pt x="0" y="1355533"/>
                    </a:moveTo>
                    <a:lnTo>
                      <a:pt x="0" y="38630"/>
                    </a:lnTo>
                    <a:cubicBezTo>
                      <a:pt x="0" y="17295"/>
                      <a:pt x="17295" y="0"/>
                      <a:pt x="38630" y="0"/>
                    </a:cubicBezTo>
                    <a:lnTo>
                      <a:pt x="1443708" y="0"/>
                    </a:lnTo>
                    <a:cubicBezTo>
                      <a:pt x="1465043" y="0"/>
                      <a:pt x="1482338" y="17295"/>
                      <a:pt x="1482338" y="38630"/>
                    </a:cubicBezTo>
                    <a:lnTo>
                      <a:pt x="1482338" y="1367645"/>
                    </a:lnTo>
                    <a:lnTo>
                      <a:pt x="1455444" y="1381028"/>
                    </a:lnTo>
                    <a:cubicBezTo>
                      <a:pt x="1327708" y="1444589"/>
                      <a:pt x="1141910" y="1537042"/>
                      <a:pt x="871659" y="1671519"/>
                    </a:cubicBezTo>
                    <a:cubicBezTo>
                      <a:pt x="798516" y="1710249"/>
                      <a:pt x="708164" y="1710249"/>
                      <a:pt x="635021" y="1671519"/>
                    </a:cubicBezTo>
                    <a:cubicBezTo>
                      <a:pt x="635021" y="1671519"/>
                      <a:pt x="635021" y="1671519"/>
                      <a:pt x="55671" y="138323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3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sz="960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97" name="Freeform: Shape 144">
                <a:extLst>
                  <a:ext uri="{FF2B5EF4-FFF2-40B4-BE49-F238E27FC236}">
                    <a16:creationId xmlns:a16="http://schemas.microsoft.com/office/drawing/2014/main" id="{94F26F7C-EE4A-4680-9AFE-DC824A32C5BC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5515086" y="4106533"/>
                <a:ext cx="1745911" cy="1230448"/>
              </a:xfrm>
              <a:custGeom>
                <a:avLst/>
                <a:gdLst>
                  <a:gd name="connsiteX0" fmla="*/ 0 w 1482338"/>
                  <a:gd name="connsiteY0" fmla="*/ 738652 h 1083685"/>
                  <a:gd name="connsiteX1" fmla="*/ 0 w 1482338"/>
                  <a:gd name="connsiteY1" fmla="*/ 38630 h 1083685"/>
                  <a:gd name="connsiteX2" fmla="*/ 38630 w 1482338"/>
                  <a:gd name="connsiteY2" fmla="*/ 0 h 1083685"/>
                  <a:gd name="connsiteX3" fmla="*/ 1443708 w 1482338"/>
                  <a:gd name="connsiteY3" fmla="*/ 0 h 1083685"/>
                  <a:gd name="connsiteX4" fmla="*/ 1482338 w 1482338"/>
                  <a:gd name="connsiteY4" fmla="*/ 38630 h 1083685"/>
                  <a:gd name="connsiteX5" fmla="*/ 1482338 w 1482338"/>
                  <a:gd name="connsiteY5" fmla="*/ 750764 h 1083685"/>
                  <a:gd name="connsiteX6" fmla="*/ 1455444 w 1482338"/>
                  <a:gd name="connsiteY6" fmla="*/ 764147 h 1083685"/>
                  <a:gd name="connsiteX7" fmla="*/ 871659 w 1482338"/>
                  <a:gd name="connsiteY7" fmla="*/ 1054639 h 1083685"/>
                  <a:gd name="connsiteX8" fmla="*/ 635021 w 1482338"/>
                  <a:gd name="connsiteY8" fmla="*/ 1054639 h 1083685"/>
                  <a:gd name="connsiteX9" fmla="*/ 55671 w 1482338"/>
                  <a:gd name="connsiteY9" fmla="*/ 766354 h 108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2338" h="1083685">
                    <a:moveTo>
                      <a:pt x="0" y="738652"/>
                    </a:moveTo>
                    <a:lnTo>
                      <a:pt x="0" y="38630"/>
                    </a:lnTo>
                    <a:cubicBezTo>
                      <a:pt x="0" y="17295"/>
                      <a:pt x="17295" y="0"/>
                      <a:pt x="38630" y="0"/>
                    </a:cubicBezTo>
                    <a:lnTo>
                      <a:pt x="1443708" y="0"/>
                    </a:lnTo>
                    <a:cubicBezTo>
                      <a:pt x="1465043" y="0"/>
                      <a:pt x="1482338" y="17295"/>
                      <a:pt x="1482338" y="38630"/>
                    </a:cubicBezTo>
                    <a:lnTo>
                      <a:pt x="1482338" y="750764"/>
                    </a:lnTo>
                    <a:lnTo>
                      <a:pt x="1455444" y="764147"/>
                    </a:lnTo>
                    <a:cubicBezTo>
                      <a:pt x="1327708" y="827709"/>
                      <a:pt x="1141910" y="920162"/>
                      <a:pt x="871659" y="1054639"/>
                    </a:cubicBezTo>
                    <a:cubicBezTo>
                      <a:pt x="798516" y="1093368"/>
                      <a:pt x="708164" y="1093368"/>
                      <a:pt x="635021" y="1054639"/>
                    </a:cubicBezTo>
                    <a:cubicBezTo>
                      <a:pt x="635021" y="1054639"/>
                      <a:pt x="635021" y="1054639"/>
                      <a:pt x="55671" y="7663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3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sz="960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+mj-lt"/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5383874" y="7819691"/>
              <a:ext cx="3126608" cy="1186979"/>
              <a:chOff x="2350267" y="2085762"/>
              <a:chExt cx="3126608" cy="1186979"/>
            </a:xfrm>
          </p:grpSpPr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7D86A663-5F7A-4B9E-92FE-072E40C44494}"/>
                  </a:ext>
                </a:extLst>
              </p:cNvPr>
              <p:cNvSpPr txBox="1"/>
              <p:nvPr/>
            </p:nvSpPr>
            <p:spPr>
              <a:xfrm>
                <a:off x="2350268" y="2085762"/>
                <a:ext cx="845923" cy="350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id-ID"/>
                </a:defPPr>
                <a:lvl1pPr>
                  <a:lnSpc>
                    <a:spcPct val="120000"/>
                  </a:lnSpc>
                  <a:defRPr sz="120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r>
                  <a:rPr lang="id-ID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 Light" panose="020B0306030504020204" pitchFamily="34" charset="0"/>
                    <a:cs typeface="Poppins" panose="00000500000000000000" pitchFamily="2" charset="0"/>
                  </a:rPr>
                  <a:t>Earned</a:t>
                </a:r>
                <a:endParaRPr lang="en-US" sz="1400" dirty="0">
                  <a:solidFill>
                    <a:schemeClr val="bg1"/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82F27B04-BC4E-4CDE-AC3B-DFD6A57A96E1}"/>
                  </a:ext>
                </a:extLst>
              </p:cNvPr>
              <p:cNvSpPr txBox="1"/>
              <p:nvPr/>
            </p:nvSpPr>
            <p:spPr>
              <a:xfrm>
                <a:off x="2350267" y="2423738"/>
                <a:ext cx="19857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800" b="1" i="1" spc="100" dirty="0">
                    <a:solidFill>
                      <a:schemeClr val="accent4">
                        <a:lumMod val="50000"/>
                      </a:schemeClr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$2899 </a:t>
                </a:r>
                <a:r>
                  <a:rPr lang="id-ID" sz="1600" i="1" spc="100" dirty="0">
                    <a:solidFill>
                      <a:schemeClr val="accent4">
                        <a:lumMod val="50000"/>
                      </a:schemeClr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USD</a:t>
                </a:r>
                <a:endParaRPr lang="id-ID" sz="2800" i="1" spc="100" dirty="0">
                  <a:solidFill>
                    <a:schemeClr val="accent4">
                      <a:lumMod val="50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4B886A3-F63C-4335-A662-488F0217B9E7}"/>
                  </a:ext>
                </a:extLst>
              </p:cNvPr>
              <p:cNvSpPr txBox="1"/>
              <p:nvPr/>
            </p:nvSpPr>
            <p:spPr>
              <a:xfrm>
                <a:off x="2350267" y="2995742"/>
                <a:ext cx="31266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id-ID" sz="1000" i="1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 Light" panose="020B0306030504020204" pitchFamily="34" charset="0"/>
                    <a:cs typeface="Poppins" panose="00000500000000000000" pitchFamily="2" charset="0"/>
                  </a:rPr>
                  <a:t>*</a:t>
                </a:r>
                <a:r>
                  <a:rPr lang="en-US" sz="1000" i="1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 Light" panose="020B0306030504020204" pitchFamily="34" charset="0"/>
                    <a:cs typeface="Poppins" panose="00000500000000000000" pitchFamily="2" charset="0"/>
                  </a:rPr>
                  <a:t>Far </a:t>
                </a:r>
                <a:r>
                  <a:rPr lang="en-US" sz="1000" i="1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Open Sans Light" panose="020B0306030504020204" pitchFamily="34" charset="0"/>
                    <a:cs typeface="Poppins" panose="00000500000000000000" pitchFamily="2" charset="0"/>
                  </a:rPr>
                  <a:t>far</a:t>
                </a:r>
                <a:r>
                  <a:rPr lang="en-US" sz="1000" i="1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 Light" panose="020B0306030504020204" pitchFamily="34" charset="0"/>
                    <a:cs typeface="Poppins" panose="00000500000000000000" pitchFamily="2" charset="0"/>
                  </a:rPr>
                  <a:t> away, </a:t>
                </a:r>
                <a:r>
                  <a:rPr lang="en-US" sz="1000" i="1">
                    <a:solidFill>
                      <a:schemeClr val="bg1"/>
                    </a:solidFill>
                    <a:latin typeface="Poppins" panose="00000500000000000000" pitchFamily="2" charset="0"/>
                    <a:ea typeface="Open Sans Light" panose="020B0306030504020204" pitchFamily="34" charset="0"/>
                    <a:cs typeface="Poppins" panose="00000500000000000000" pitchFamily="2" charset="0"/>
                  </a:rPr>
                  <a:t>behind the word mountains</a:t>
                </a:r>
                <a:r>
                  <a:rPr lang="en-US" sz="1000" i="1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 Light" panose="020B0306030504020204" pitchFamily="34" charset="0"/>
                    <a:cs typeface="Poppins" panose="00000500000000000000" pitchFamily="2" charset="0"/>
                  </a:rPr>
                  <a:t>, far</a:t>
                </a:r>
                <a:endParaRPr lang="id-ID" sz="1000" i="1" dirty="0">
                  <a:solidFill>
                    <a:schemeClr val="bg1"/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108" name="Freeform 97"/>
            <p:cNvSpPr>
              <a:spLocks/>
            </p:cNvSpPr>
            <p:nvPr/>
          </p:nvSpPr>
          <p:spPr bwMode="auto">
            <a:xfrm>
              <a:off x="8017048" y="7897829"/>
              <a:ext cx="366711" cy="347999"/>
            </a:xfrm>
            <a:custGeom>
              <a:avLst/>
              <a:gdLst>
                <a:gd name="T0" fmla="*/ 147 w 147"/>
                <a:gd name="T1" fmla="*/ 74 h 140"/>
                <a:gd name="T2" fmla="*/ 143 w 147"/>
                <a:gd name="T3" fmla="*/ 83 h 140"/>
                <a:gd name="T4" fmla="*/ 136 w 147"/>
                <a:gd name="T5" fmla="*/ 90 h 140"/>
                <a:gd name="T6" fmla="*/ 128 w 147"/>
                <a:gd name="T7" fmla="*/ 93 h 140"/>
                <a:gd name="T8" fmla="*/ 119 w 147"/>
                <a:gd name="T9" fmla="*/ 90 h 140"/>
                <a:gd name="T10" fmla="*/ 91 w 147"/>
                <a:gd name="T11" fmla="*/ 62 h 140"/>
                <a:gd name="T12" fmla="*/ 91 w 147"/>
                <a:gd name="T13" fmla="*/ 129 h 140"/>
                <a:gd name="T14" fmla="*/ 88 w 147"/>
                <a:gd name="T15" fmla="*/ 136 h 140"/>
                <a:gd name="T16" fmla="*/ 79 w 147"/>
                <a:gd name="T17" fmla="*/ 140 h 140"/>
                <a:gd name="T18" fmla="*/ 67 w 147"/>
                <a:gd name="T19" fmla="*/ 140 h 140"/>
                <a:gd name="T20" fmla="*/ 59 w 147"/>
                <a:gd name="T21" fmla="*/ 136 h 140"/>
                <a:gd name="T22" fmla="*/ 55 w 147"/>
                <a:gd name="T23" fmla="*/ 129 h 140"/>
                <a:gd name="T24" fmla="*/ 55 w 147"/>
                <a:gd name="T25" fmla="*/ 62 h 140"/>
                <a:gd name="T26" fmla="*/ 27 w 147"/>
                <a:gd name="T27" fmla="*/ 90 h 140"/>
                <a:gd name="T28" fmla="*/ 19 w 147"/>
                <a:gd name="T29" fmla="*/ 93 h 140"/>
                <a:gd name="T30" fmla="*/ 10 w 147"/>
                <a:gd name="T31" fmla="*/ 90 h 140"/>
                <a:gd name="T32" fmla="*/ 3 w 147"/>
                <a:gd name="T33" fmla="*/ 83 h 140"/>
                <a:gd name="T34" fmla="*/ 0 w 147"/>
                <a:gd name="T35" fmla="*/ 74 h 140"/>
                <a:gd name="T36" fmla="*/ 3 w 147"/>
                <a:gd name="T37" fmla="*/ 65 h 140"/>
                <a:gd name="T38" fmla="*/ 65 w 147"/>
                <a:gd name="T39" fmla="*/ 4 h 140"/>
                <a:gd name="T40" fmla="*/ 73 w 147"/>
                <a:gd name="T41" fmla="*/ 0 h 140"/>
                <a:gd name="T42" fmla="*/ 82 w 147"/>
                <a:gd name="T43" fmla="*/ 4 h 140"/>
                <a:gd name="T44" fmla="*/ 143 w 147"/>
                <a:gd name="T45" fmla="*/ 65 h 140"/>
                <a:gd name="T46" fmla="*/ 147 w 147"/>
                <a:gd name="T47" fmla="*/ 7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7" h="140">
                  <a:moveTo>
                    <a:pt x="147" y="74"/>
                  </a:moveTo>
                  <a:cubicBezTo>
                    <a:pt x="147" y="77"/>
                    <a:pt x="146" y="80"/>
                    <a:pt x="143" y="83"/>
                  </a:cubicBezTo>
                  <a:cubicBezTo>
                    <a:pt x="136" y="90"/>
                    <a:pt x="136" y="90"/>
                    <a:pt x="136" y="90"/>
                  </a:cubicBezTo>
                  <a:cubicBezTo>
                    <a:pt x="134" y="92"/>
                    <a:pt x="131" y="93"/>
                    <a:pt x="128" y="93"/>
                  </a:cubicBezTo>
                  <a:cubicBezTo>
                    <a:pt x="124" y="93"/>
                    <a:pt x="121" y="92"/>
                    <a:pt x="119" y="90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129"/>
                    <a:pt x="91" y="129"/>
                    <a:pt x="91" y="129"/>
                  </a:cubicBezTo>
                  <a:cubicBezTo>
                    <a:pt x="91" y="132"/>
                    <a:pt x="90" y="134"/>
                    <a:pt x="88" y="136"/>
                  </a:cubicBezTo>
                  <a:cubicBezTo>
                    <a:pt x="85" y="139"/>
                    <a:pt x="83" y="140"/>
                    <a:pt x="79" y="140"/>
                  </a:cubicBezTo>
                  <a:cubicBezTo>
                    <a:pt x="67" y="140"/>
                    <a:pt x="67" y="140"/>
                    <a:pt x="67" y="140"/>
                  </a:cubicBezTo>
                  <a:cubicBezTo>
                    <a:pt x="64" y="140"/>
                    <a:pt x="61" y="139"/>
                    <a:pt x="59" y="136"/>
                  </a:cubicBezTo>
                  <a:cubicBezTo>
                    <a:pt x="56" y="134"/>
                    <a:pt x="55" y="132"/>
                    <a:pt x="55" y="129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25" y="92"/>
                    <a:pt x="22" y="93"/>
                    <a:pt x="19" y="93"/>
                  </a:cubicBezTo>
                  <a:cubicBezTo>
                    <a:pt x="15" y="93"/>
                    <a:pt x="13" y="92"/>
                    <a:pt x="10" y="90"/>
                  </a:cubicBezTo>
                  <a:cubicBezTo>
                    <a:pt x="3" y="83"/>
                    <a:pt x="3" y="83"/>
                    <a:pt x="3" y="83"/>
                  </a:cubicBezTo>
                  <a:cubicBezTo>
                    <a:pt x="1" y="80"/>
                    <a:pt x="0" y="77"/>
                    <a:pt x="0" y="74"/>
                  </a:cubicBezTo>
                  <a:cubicBezTo>
                    <a:pt x="0" y="71"/>
                    <a:pt x="1" y="68"/>
                    <a:pt x="3" y="65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7" y="2"/>
                    <a:pt x="70" y="0"/>
                    <a:pt x="73" y="0"/>
                  </a:cubicBezTo>
                  <a:cubicBezTo>
                    <a:pt x="77" y="0"/>
                    <a:pt x="80" y="2"/>
                    <a:pt x="82" y="4"/>
                  </a:cubicBezTo>
                  <a:cubicBezTo>
                    <a:pt x="143" y="65"/>
                    <a:pt x="143" y="65"/>
                    <a:pt x="143" y="65"/>
                  </a:cubicBezTo>
                  <a:cubicBezTo>
                    <a:pt x="146" y="68"/>
                    <a:pt x="147" y="71"/>
                    <a:pt x="147" y="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9060" tIns="49530" rIns="99060" bIns="49530" numCol="1" anchor="t" anchorCtr="0" compatLnSpc="1">
              <a:prstTxWarp prst="textNoShape">
                <a:avLst/>
              </a:prstTxWarp>
            </a:bodyPr>
            <a:lstStyle/>
            <a:p>
              <a:endParaRPr lang="en-US" sz="1716"/>
            </a:p>
          </p:txBody>
        </p:sp>
        <p:sp>
          <p:nvSpPr>
            <p:cNvPr id="109" name="Rectangle: Rounded Corners 142">
              <a:extLst>
                <a:ext uri="{FF2B5EF4-FFF2-40B4-BE49-F238E27FC236}">
                  <a16:creationId xmlns:a16="http://schemas.microsoft.com/office/drawing/2014/main" id="{E5440240-8800-456C-837C-31755130B0B5}"/>
                </a:ext>
              </a:extLst>
            </p:cNvPr>
            <p:cNvSpPr/>
            <p:nvPr/>
          </p:nvSpPr>
          <p:spPr>
            <a:xfrm>
              <a:off x="1297287" y="7670298"/>
              <a:ext cx="3549569" cy="1511798"/>
            </a:xfrm>
            <a:prstGeom prst="roundRect">
              <a:avLst>
                <a:gd name="adj" fmla="val 2606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355600" dist="266700" dir="5400000" sx="88000" sy="88000" algn="t" rotWithShape="0">
                <a:schemeClr val="accent1">
                  <a:alpha val="23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800" b="1" dirty="0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  <p:grpSp>
          <p:nvGrpSpPr>
            <p:cNvPr id="110" name="Group 109"/>
            <p:cNvGrpSpPr/>
            <p:nvPr/>
          </p:nvGrpSpPr>
          <p:grpSpPr>
            <a:xfrm>
              <a:off x="3174896" y="7670296"/>
              <a:ext cx="1671960" cy="1511800"/>
              <a:chOff x="15072393" y="3848801"/>
              <a:chExt cx="1930873" cy="1745911"/>
            </a:xfrm>
          </p:grpSpPr>
          <p:sp>
            <p:nvSpPr>
              <p:cNvPr id="111" name="Freeform: Shape 143">
                <a:extLst>
                  <a:ext uri="{FF2B5EF4-FFF2-40B4-BE49-F238E27FC236}">
                    <a16:creationId xmlns:a16="http://schemas.microsoft.com/office/drawing/2014/main" id="{F4D93E69-1EFE-4F72-BD4F-5CA536EF1F0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5164874" y="3756320"/>
                <a:ext cx="1745911" cy="1930873"/>
              </a:xfrm>
              <a:custGeom>
                <a:avLst/>
                <a:gdLst>
                  <a:gd name="connsiteX0" fmla="*/ 0 w 1482338"/>
                  <a:gd name="connsiteY0" fmla="*/ 1355533 h 1700566"/>
                  <a:gd name="connsiteX1" fmla="*/ 0 w 1482338"/>
                  <a:gd name="connsiteY1" fmla="*/ 38630 h 1700566"/>
                  <a:gd name="connsiteX2" fmla="*/ 38630 w 1482338"/>
                  <a:gd name="connsiteY2" fmla="*/ 0 h 1700566"/>
                  <a:gd name="connsiteX3" fmla="*/ 1443708 w 1482338"/>
                  <a:gd name="connsiteY3" fmla="*/ 0 h 1700566"/>
                  <a:gd name="connsiteX4" fmla="*/ 1482338 w 1482338"/>
                  <a:gd name="connsiteY4" fmla="*/ 38630 h 1700566"/>
                  <a:gd name="connsiteX5" fmla="*/ 1482338 w 1482338"/>
                  <a:gd name="connsiteY5" fmla="*/ 1367645 h 1700566"/>
                  <a:gd name="connsiteX6" fmla="*/ 1455444 w 1482338"/>
                  <a:gd name="connsiteY6" fmla="*/ 1381028 h 1700566"/>
                  <a:gd name="connsiteX7" fmla="*/ 871659 w 1482338"/>
                  <a:gd name="connsiteY7" fmla="*/ 1671519 h 1700566"/>
                  <a:gd name="connsiteX8" fmla="*/ 635021 w 1482338"/>
                  <a:gd name="connsiteY8" fmla="*/ 1671519 h 1700566"/>
                  <a:gd name="connsiteX9" fmla="*/ 55671 w 1482338"/>
                  <a:gd name="connsiteY9" fmla="*/ 1383234 h 1700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2338" h="1700566">
                    <a:moveTo>
                      <a:pt x="0" y="1355533"/>
                    </a:moveTo>
                    <a:lnTo>
                      <a:pt x="0" y="38630"/>
                    </a:lnTo>
                    <a:cubicBezTo>
                      <a:pt x="0" y="17295"/>
                      <a:pt x="17295" y="0"/>
                      <a:pt x="38630" y="0"/>
                    </a:cubicBezTo>
                    <a:lnTo>
                      <a:pt x="1443708" y="0"/>
                    </a:lnTo>
                    <a:cubicBezTo>
                      <a:pt x="1465043" y="0"/>
                      <a:pt x="1482338" y="17295"/>
                      <a:pt x="1482338" y="38630"/>
                    </a:cubicBezTo>
                    <a:lnTo>
                      <a:pt x="1482338" y="1367645"/>
                    </a:lnTo>
                    <a:lnTo>
                      <a:pt x="1455444" y="1381028"/>
                    </a:lnTo>
                    <a:cubicBezTo>
                      <a:pt x="1327708" y="1444589"/>
                      <a:pt x="1141910" y="1537042"/>
                      <a:pt x="871659" y="1671519"/>
                    </a:cubicBezTo>
                    <a:cubicBezTo>
                      <a:pt x="798516" y="1710249"/>
                      <a:pt x="708164" y="1710249"/>
                      <a:pt x="635021" y="1671519"/>
                    </a:cubicBezTo>
                    <a:cubicBezTo>
                      <a:pt x="635021" y="1671519"/>
                      <a:pt x="635021" y="1671519"/>
                      <a:pt x="55671" y="138323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3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sz="960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112" name="Freeform: Shape 144">
                <a:extLst>
                  <a:ext uri="{FF2B5EF4-FFF2-40B4-BE49-F238E27FC236}">
                    <a16:creationId xmlns:a16="http://schemas.microsoft.com/office/drawing/2014/main" id="{94F26F7C-EE4A-4680-9AFE-DC824A32C5BC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5515086" y="4106533"/>
                <a:ext cx="1745911" cy="1230448"/>
              </a:xfrm>
              <a:custGeom>
                <a:avLst/>
                <a:gdLst>
                  <a:gd name="connsiteX0" fmla="*/ 0 w 1482338"/>
                  <a:gd name="connsiteY0" fmla="*/ 738652 h 1083685"/>
                  <a:gd name="connsiteX1" fmla="*/ 0 w 1482338"/>
                  <a:gd name="connsiteY1" fmla="*/ 38630 h 1083685"/>
                  <a:gd name="connsiteX2" fmla="*/ 38630 w 1482338"/>
                  <a:gd name="connsiteY2" fmla="*/ 0 h 1083685"/>
                  <a:gd name="connsiteX3" fmla="*/ 1443708 w 1482338"/>
                  <a:gd name="connsiteY3" fmla="*/ 0 h 1083685"/>
                  <a:gd name="connsiteX4" fmla="*/ 1482338 w 1482338"/>
                  <a:gd name="connsiteY4" fmla="*/ 38630 h 1083685"/>
                  <a:gd name="connsiteX5" fmla="*/ 1482338 w 1482338"/>
                  <a:gd name="connsiteY5" fmla="*/ 750764 h 1083685"/>
                  <a:gd name="connsiteX6" fmla="*/ 1455444 w 1482338"/>
                  <a:gd name="connsiteY6" fmla="*/ 764147 h 1083685"/>
                  <a:gd name="connsiteX7" fmla="*/ 871659 w 1482338"/>
                  <a:gd name="connsiteY7" fmla="*/ 1054639 h 1083685"/>
                  <a:gd name="connsiteX8" fmla="*/ 635021 w 1482338"/>
                  <a:gd name="connsiteY8" fmla="*/ 1054639 h 1083685"/>
                  <a:gd name="connsiteX9" fmla="*/ 55671 w 1482338"/>
                  <a:gd name="connsiteY9" fmla="*/ 766354 h 1083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2338" h="1083685">
                    <a:moveTo>
                      <a:pt x="0" y="738652"/>
                    </a:moveTo>
                    <a:lnTo>
                      <a:pt x="0" y="38630"/>
                    </a:lnTo>
                    <a:cubicBezTo>
                      <a:pt x="0" y="17295"/>
                      <a:pt x="17295" y="0"/>
                      <a:pt x="38630" y="0"/>
                    </a:cubicBezTo>
                    <a:lnTo>
                      <a:pt x="1443708" y="0"/>
                    </a:lnTo>
                    <a:cubicBezTo>
                      <a:pt x="1465043" y="0"/>
                      <a:pt x="1482338" y="17295"/>
                      <a:pt x="1482338" y="38630"/>
                    </a:cubicBezTo>
                    <a:lnTo>
                      <a:pt x="1482338" y="750764"/>
                    </a:lnTo>
                    <a:lnTo>
                      <a:pt x="1455444" y="764147"/>
                    </a:lnTo>
                    <a:cubicBezTo>
                      <a:pt x="1327708" y="827709"/>
                      <a:pt x="1141910" y="920162"/>
                      <a:pt x="871659" y="1054639"/>
                    </a:cubicBezTo>
                    <a:cubicBezTo>
                      <a:pt x="798516" y="1093368"/>
                      <a:pt x="708164" y="1093368"/>
                      <a:pt x="635021" y="1054639"/>
                    </a:cubicBezTo>
                    <a:cubicBezTo>
                      <a:pt x="635021" y="1054639"/>
                      <a:pt x="635021" y="1054639"/>
                      <a:pt x="55671" y="76635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alpha val="34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id-ID" sz="9600" b="1">
                  <a:solidFill>
                    <a:schemeClr val="bg1">
                      <a:lumMod val="95000"/>
                      <a:alpha val="40000"/>
                    </a:schemeClr>
                  </a:solidFill>
                  <a:latin typeface="+mj-lt"/>
                </a:endParaRPr>
              </a:p>
            </p:txBody>
          </p:sp>
        </p:grpSp>
        <p:grpSp>
          <p:nvGrpSpPr>
            <p:cNvPr id="113" name="Group 112"/>
            <p:cNvGrpSpPr/>
            <p:nvPr/>
          </p:nvGrpSpPr>
          <p:grpSpPr>
            <a:xfrm>
              <a:off x="1541123" y="7832708"/>
              <a:ext cx="3126608" cy="1186979"/>
              <a:chOff x="2350267" y="2085762"/>
              <a:chExt cx="3126608" cy="1186979"/>
            </a:xfrm>
          </p:grpSpPr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7D86A663-5F7A-4B9E-92FE-072E40C44494}"/>
                  </a:ext>
                </a:extLst>
              </p:cNvPr>
              <p:cNvSpPr txBox="1"/>
              <p:nvPr/>
            </p:nvSpPr>
            <p:spPr>
              <a:xfrm>
                <a:off x="2350268" y="2085762"/>
                <a:ext cx="845923" cy="336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id-ID"/>
                </a:defPPr>
                <a:lvl1pPr>
                  <a:lnSpc>
                    <a:spcPct val="120000"/>
                  </a:lnSpc>
                  <a:defRPr sz="1200">
                    <a:solidFill>
                      <a:schemeClr val="bg1">
                        <a:lumMod val="6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r>
                  <a:rPr lang="id-ID" sz="1400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 Light" panose="020B0306030504020204" pitchFamily="34" charset="0"/>
                    <a:cs typeface="Poppins" panose="00000500000000000000" pitchFamily="2" charset="0"/>
                  </a:rPr>
                  <a:t>Earned</a:t>
                </a:r>
                <a:endParaRPr lang="en-US" sz="1400" dirty="0">
                  <a:solidFill>
                    <a:schemeClr val="bg1"/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2F27B04-BC4E-4CDE-AC3B-DFD6A57A96E1}"/>
                  </a:ext>
                </a:extLst>
              </p:cNvPr>
              <p:cNvSpPr txBox="1"/>
              <p:nvPr/>
            </p:nvSpPr>
            <p:spPr>
              <a:xfrm>
                <a:off x="2350267" y="2423738"/>
                <a:ext cx="19857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800" b="1" i="1" spc="1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$2899 </a:t>
                </a:r>
                <a:r>
                  <a:rPr lang="id-ID" sz="1600" i="1" spc="100" dirty="0">
                    <a:solidFill>
                      <a:schemeClr val="bg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USD</a:t>
                </a:r>
                <a:endParaRPr lang="id-ID" sz="2800" i="1" spc="1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4B886A3-F63C-4335-A662-488F0217B9E7}"/>
                  </a:ext>
                </a:extLst>
              </p:cNvPr>
              <p:cNvSpPr txBox="1"/>
              <p:nvPr/>
            </p:nvSpPr>
            <p:spPr>
              <a:xfrm>
                <a:off x="2350267" y="2995742"/>
                <a:ext cx="312660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id-ID" sz="1000" i="1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 Light" panose="020B0306030504020204" pitchFamily="34" charset="0"/>
                    <a:cs typeface="Poppins" panose="00000500000000000000" pitchFamily="2" charset="0"/>
                  </a:rPr>
                  <a:t>*</a:t>
                </a:r>
                <a:r>
                  <a:rPr lang="en-US" sz="1000" i="1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 Light" panose="020B0306030504020204" pitchFamily="34" charset="0"/>
                    <a:cs typeface="Poppins" panose="00000500000000000000" pitchFamily="2" charset="0"/>
                  </a:rPr>
                  <a:t>Far </a:t>
                </a:r>
                <a:r>
                  <a:rPr lang="en-US" sz="1000" i="1" dirty="0" err="1">
                    <a:solidFill>
                      <a:schemeClr val="bg1"/>
                    </a:solidFill>
                    <a:latin typeface="Poppins" panose="00000500000000000000" pitchFamily="2" charset="0"/>
                    <a:ea typeface="Open Sans Light" panose="020B0306030504020204" pitchFamily="34" charset="0"/>
                    <a:cs typeface="Poppins" panose="00000500000000000000" pitchFamily="2" charset="0"/>
                  </a:rPr>
                  <a:t>far</a:t>
                </a:r>
                <a:r>
                  <a:rPr lang="en-US" sz="1000" i="1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 Light" panose="020B0306030504020204" pitchFamily="34" charset="0"/>
                    <a:cs typeface="Poppins" panose="00000500000000000000" pitchFamily="2" charset="0"/>
                  </a:rPr>
                  <a:t> away, </a:t>
                </a:r>
                <a:r>
                  <a:rPr lang="en-US" sz="1000" i="1">
                    <a:solidFill>
                      <a:schemeClr val="bg1"/>
                    </a:solidFill>
                    <a:latin typeface="Poppins" panose="00000500000000000000" pitchFamily="2" charset="0"/>
                    <a:ea typeface="Open Sans Light" panose="020B0306030504020204" pitchFamily="34" charset="0"/>
                    <a:cs typeface="Poppins" panose="00000500000000000000" pitchFamily="2" charset="0"/>
                  </a:rPr>
                  <a:t>behind the word mountains</a:t>
                </a:r>
                <a:r>
                  <a:rPr lang="en-US" sz="1000" i="1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 Light" panose="020B0306030504020204" pitchFamily="34" charset="0"/>
                    <a:cs typeface="Poppins" panose="00000500000000000000" pitchFamily="2" charset="0"/>
                  </a:rPr>
                  <a:t>, far</a:t>
                </a:r>
                <a:endParaRPr lang="id-ID" sz="1000" i="1" dirty="0">
                  <a:solidFill>
                    <a:schemeClr val="bg1"/>
                  </a:solidFill>
                  <a:latin typeface="Poppins" panose="00000500000000000000" pitchFamily="2" charset="0"/>
                  <a:ea typeface="Open Sans Light" panose="020B0306030504020204" pitchFamily="34" charset="0"/>
                  <a:cs typeface="Poppins" panose="00000500000000000000" pitchFamily="2" charset="0"/>
                </a:endParaRPr>
              </a:p>
            </p:txBody>
          </p:sp>
        </p:grpSp>
        <p:sp>
          <p:nvSpPr>
            <p:cNvPr id="117" name="Freeform 97"/>
            <p:cNvSpPr>
              <a:spLocks/>
            </p:cNvSpPr>
            <p:nvPr/>
          </p:nvSpPr>
          <p:spPr bwMode="auto">
            <a:xfrm flipV="1">
              <a:off x="4174297" y="7910846"/>
              <a:ext cx="366711" cy="347999"/>
            </a:xfrm>
            <a:custGeom>
              <a:avLst/>
              <a:gdLst>
                <a:gd name="T0" fmla="*/ 147 w 147"/>
                <a:gd name="T1" fmla="*/ 74 h 140"/>
                <a:gd name="T2" fmla="*/ 143 w 147"/>
                <a:gd name="T3" fmla="*/ 83 h 140"/>
                <a:gd name="T4" fmla="*/ 136 w 147"/>
                <a:gd name="T5" fmla="*/ 90 h 140"/>
                <a:gd name="T6" fmla="*/ 128 w 147"/>
                <a:gd name="T7" fmla="*/ 93 h 140"/>
                <a:gd name="T8" fmla="*/ 119 w 147"/>
                <a:gd name="T9" fmla="*/ 90 h 140"/>
                <a:gd name="T10" fmla="*/ 91 w 147"/>
                <a:gd name="T11" fmla="*/ 62 h 140"/>
                <a:gd name="T12" fmla="*/ 91 w 147"/>
                <a:gd name="T13" fmla="*/ 129 h 140"/>
                <a:gd name="T14" fmla="*/ 88 w 147"/>
                <a:gd name="T15" fmla="*/ 136 h 140"/>
                <a:gd name="T16" fmla="*/ 79 w 147"/>
                <a:gd name="T17" fmla="*/ 140 h 140"/>
                <a:gd name="T18" fmla="*/ 67 w 147"/>
                <a:gd name="T19" fmla="*/ 140 h 140"/>
                <a:gd name="T20" fmla="*/ 59 w 147"/>
                <a:gd name="T21" fmla="*/ 136 h 140"/>
                <a:gd name="T22" fmla="*/ 55 w 147"/>
                <a:gd name="T23" fmla="*/ 129 h 140"/>
                <a:gd name="T24" fmla="*/ 55 w 147"/>
                <a:gd name="T25" fmla="*/ 62 h 140"/>
                <a:gd name="T26" fmla="*/ 27 w 147"/>
                <a:gd name="T27" fmla="*/ 90 h 140"/>
                <a:gd name="T28" fmla="*/ 19 w 147"/>
                <a:gd name="T29" fmla="*/ 93 h 140"/>
                <a:gd name="T30" fmla="*/ 10 w 147"/>
                <a:gd name="T31" fmla="*/ 90 h 140"/>
                <a:gd name="T32" fmla="*/ 3 w 147"/>
                <a:gd name="T33" fmla="*/ 83 h 140"/>
                <a:gd name="T34" fmla="*/ 0 w 147"/>
                <a:gd name="T35" fmla="*/ 74 h 140"/>
                <a:gd name="T36" fmla="*/ 3 w 147"/>
                <a:gd name="T37" fmla="*/ 65 h 140"/>
                <a:gd name="T38" fmla="*/ 65 w 147"/>
                <a:gd name="T39" fmla="*/ 4 h 140"/>
                <a:gd name="T40" fmla="*/ 73 w 147"/>
                <a:gd name="T41" fmla="*/ 0 h 140"/>
                <a:gd name="T42" fmla="*/ 82 w 147"/>
                <a:gd name="T43" fmla="*/ 4 h 140"/>
                <a:gd name="T44" fmla="*/ 143 w 147"/>
                <a:gd name="T45" fmla="*/ 65 h 140"/>
                <a:gd name="T46" fmla="*/ 147 w 147"/>
                <a:gd name="T47" fmla="*/ 74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7" h="140">
                  <a:moveTo>
                    <a:pt x="147" y="74"/>
                  </a:moveTo>
                  <a:cubicBezTo>
                    <a:pt x="147" y="77"/>
                    <a:pt x="146" y="80"/>
                    <a:pt x="143" y="83"/>
                  </a:cubicBezTo>
                  <a:cubicBezTo>
                    <a:pt x="136" y="90"/>
                    <a:pt x="136" y="90"/>
                    <a:pt x="136" y="90"/>
                  </a:cubicBezTo>
                  <a:cubicBezTo>
                    <a:pt x="134" y="92"/>
                    <a:pt x="131" y="93"/>
                    <a:pt x="128" y="93"/>
                  </a:cubicBezTo>
                  <a:cubicBezTo>
                    <a:pt x="124" y="93"/>
                    <a:pt x="121" y="92"/>
                    <a:pt x="119" y="90"/>
                  </a:cubicBezTo>
                  <a:cubicBezTo>
                    <a:pt x="91" y="62"/>
                    <a:pt x="91" y="62"/>
                    <a:pt x="91" y="62"/>
                  </a:cubicBezTo>
                  <a:cubicBezTo>
                    <a:pt x="91" y="129"/>
                    <a:pt x="91" y="129"/>
                    <a:pt x="91" y="129"/>
                  </a:cubicBezTo>
                  <a:cubicBezTo>
                    <a:pt x="91" y="132"/>
                    <a:pt x="90" y="134"/>
                    <a:pt x="88" y="136"/>
                  </a:cubicBezTo>
                  <a:cubicBezTo>
                    <a:pt x="85" y="139"/>
                    <a:pt x="83" y="140"/>
                    <a:pt x="79" y="140"/>
                  </a:cubicBezTo>
                  <a:cubicBezTo>
                    <a:pt x="67" y="140"/>
                    <a:pt x="67" y="140"/>
                    <a:pt x="67" y="140"/>
                  </a:cubicBezTo>
                  <a:cubicBezTo>
                    <a:pt x="64" y="140"/>
                    <a:pt x="61" y="139"/>
                    <a:pt x="59" y="136"/>
                  </a:cubicBezTo>
                  <a:cubicBezTo>
                    <a:pt x="56" y="134"/>
                    <a:pt x="55" y="132"/>
                    <a:pt x="55" y="129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25" y="92"/>
                    <a:pt x="22" y="93"/>
                    <a:pt x="19" y="93"/>
                  </a:cubicBezTo>
                  <a:cubicBezTo>
                    <a:pt x="15" y="93"/>
                    <a:pt x="13" y="92"/>
                    <a:pt x="10" y="90"/>
                  </a:cubicBezTo>
                  <a:cubicBezTo>
                    <a:pt x="3" y="83"/>
                    <a:pt x="3" y="83"/>
                    <a:pt x="3" y="83"/>
                  </a:cubicBezTo>
                  <a:cubicBezTo>
                    <a:pt x="1" y="80"/>
                    <a:pt x="0" y="77"/>
                    <a:pt x="0" y="74"/>
                  </a:cubicBezTo>
                  <a:cubicBezTo>
                    <a:pt x="0" y="71"/>
                    <a:pt x="1" y="68"/>
                    <a:pt x="3" y="65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7" y="2"/>
                    <a:pt x="70" y="0"/>
                    <a:pt x="73" y="0"/>
                  </a:cubicBezTo>
                  <a:cubicBezTo>
                    <a:pt x="77" y="0"/>
                    <a:pt x="80" y="2"/>
                    <a:pt x="82" y="4"/>
                  </a:cubicBezTo>
                  <a:cubicBezTo>
                    <a:pt x="143" y="65"/>
                    <a:pt x="143" y="65"/>
                    <a:pt x="143" y="65"/>
                  </a:cubicBezTo>
                  <a:cubicBezTo>
                    <a:pt x="146" y="68"/>
                    <a:pt x="147" y="71"/>
                    <a:pt x="147" y="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9060" tIns="49530" rIns="99060" bIns="49530" numCol="1" anchor="t" anchorCtr="0" compatLnSpc="1">
              <a:prstTxWarp prst="textNoShape">
                <a:avLst/>
              </a:prstTxWarp>
            </a:bodyPr>
            <a:lstStyle/>
            <a:p>
              <a:endParaRPr lang="en-US" sz="1716"/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3895339" y="3103434"/>
              <a:ext cx="5290186" cy="865660"/>
              <a:chOff x="1297287" y="1611941"/>
              <a:chExt cx="5290186" cy="865660"/>
            </a:xfrm>
          </p:grpSpPr>
          <p:sp>
            <p:nvSpPr>
              <p:cNvPr id="124" name="Rounded Rectangle 123"/>
              <p:cNvSpPr/>
              <p:nvPr/>
            </p:nvSpPr>
            <p:spPr>
              <a:xfrm>
                <a:off x="1297287" y="1611941"/>
                <a:ext cx="5290186" cy="865660"/>
              </a:xfrm>
              <a:prstGeom prst="roundRect">
                <a:avLst>
                  <a:gd name="adj" fmla="val 43398"/>
                </a:avLst>
              </a:prstGeom>
              <a:gradFill>
                <a:gsLst>
                  <a:gs pos="84000">
                    <a:srgbClr val="E5FAFF"/>
                  </a:gs>
                  <a:gs pos="0">
                    <a:schemeClr val="bg1"/>
                  </a:gs>
                </a:gsLst>
                <a:lin ang="2700000" scaled="0"/>
              </a:gradFill>
              <a:ln>
                <a:noFill/>
              </a:ln>
              <a:effectLst>
                <a:outerShdw blurRad="355600" dist="38100" dir="5400000" algn="t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ounded Rectangle 126"/>
              <p:cNvSpPr/>
              <p:nvPr/>
            </p:nvSpPr>
            <p:spPr>
              <a:xfrm>
                <a:off x="1466833" y="1792115"/>
                <a:ext cx="4951095" cy="505312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108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1621951" y="1837022"/>
                <a:ext cx="1843062" cy="372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sz="1400" i="1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Lato" panose="020F0502020204030203" pitchFamily="34" charset="0"/>
                    <a:ea typeface="Roboto Light" panose="02000000000000000000" pitchFamily="2" charset="0"/>
                    <a:cs typeface="Poppins" panose="00000500000000000000" pitchFamily="2" charset="0"/>
                  </a:rPr>
                  <a:t>Type Keyword Here</a:t>
                </a:r>
              </a:p>
            </p:txBody>
          </p:sp>
          <p:sp>
            <p:nvSpPr>
              <p:cNvPr id="125" name="Freeform 31"/>
              <p:cNvSpPr>
                <a:spLocks noEditPoints="1"/>
              </p:cNvSpPr>
              <p:nvPr/>
            </p:nvSpPr>
            <p:spPr bwMode="auto">
              <a:xfrm>
                <a:off x="5784540" y="1871035"/>
                <a:ext cx="347472" cy="347472"/>
              </a:xfrm>
              <a:custGeom>
                <a:avLst/>
                <a:gdLst>
                  <a:gd name="T0" fmla="*/ 166 w 262"/>
                  <a:gd name="T1" fmla="*/ 192 h 262"/>
                  <a:gd name="T2" fmla="*/ 104 w 262"/>
                  <a:gd name="T3" fmla="*/ 169 h 262"/>
                  <a:gd name="T4" fmla="*/ 86 w 262"/>
                  <a:gd name="T5" fmla="*/ 212 h 262"/>
                  <a:gd name="T6" fmla="*/ 41 w 262"/>
                  <a:gd name="T7" fmla="*/ 257 h 262"/>
                  <a:gd name="T8" fmla="*/ 26 w 262"/>
                  <a:gd name="T9" fmla="*/ 262 h 262"/>
                  <a:gd name="T10" fmla="*/ 0 w 262"/>
                  <a:gd name="T11" fmla="*/ 236 h 262"/>
                  <a:gd name="T12" fmla="*/ 5 w 262"/>
                  <a:gd name="T13" fmla="*/ 220 h 262"/>
                  <a:gd name="T14" fmla="*/ 49 w 262"/>
                  <a:gd name="T15" fmla="*/ 176 h 262"/>
                  <a:gd name="T16" fmla="*/ 93 w 262"/>
                  <a:gd name="T17" fmla="*/ 158 h 262"/>
                  <a:gd name="T18" fmla="*/ 70 w 262"/>
                  <a:gd name="T19" fmla="*/ 95 h 262"/>
                  <a:gd name="T20" fmla="*/ 166 w 262"/>
                  <a:gd name="T21" fmla="*/ 0 h 262"/>
                  <a:gd name="T22" fmla="*/ 262 w 262"/>
                  <a:gd name="T23" fmla="*/ 95 h 262"/>
                  <a:gd name="T24" fmla="*/ 234 w 262"/>
                  <a:gd name="T25" fmla="*/ 163 h 262"/>
                  <a:gd name="T26" fmla="*/ 166 w 262"/>
                  <a:gd name="T27" fmla="*/ 192 h 262"/>
                  <a:gd name="T28" fmla="*/ 166 w 262"/>
                  <a:gd name="T29" fmla="*/ 155 h 262"/>
                  <a:gd name="T30" fmla="*/ 225 w 262"/>
                  <a:gd name="T31" fmla="*/ 95 h 262"/>
                  <a:gd name="T32" fmla="*/ 166 w 262"/>
                  <a:gd name="T33" fmla="*/ 37 h 262"/>
                  <a:gd name="T34" fmla="*/ 107 w 262"/>
                  <a:gd name="T35" fmla="*/ 95 h 262"/>
                  <a:gd name="T36" fmla="*/ 124 w 262"/>
                  <a:gd name="T37" fmla="*/ 138 h 262"/>
                  <a:gd name="T38" fmla="*/ 166 w 262"/>
                  <a:gd name="T39" fmla="*/ 155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62" h="262">
                    <a:moveTo>
                      <a:pt x="166" y="192"/>
                    </a:moveTo>
                    <a:cubicBezTo>
                      <a:pt x="144" y="192"/>
                      <a:pt x="122" y="184"/>
                      <a:pt x="104" y="169"/>
                    </a:cubicBezTo>
                    <a:cubicBezTo>
                      <a:pt x="86" y="212"/>
                      <a:pt x="86" y="212"/>
                      <a:pt x="86" y="212"/>
                    </a:cubicBezTo>
                    <a:cubicBezTo>
                      <a:pt x="41" y="257"/>
                      <a:pt x="41" y="257"/>
                      <a:pt x="41" y="257"/>
                    </a:cubicBezTo>
                    <a:cubicBezTo>
                      <a:pt x="36" y="260"/>
                      <a:pt x="31" y="262"/>
                      <a:pt x="26" y="262"/>
                    </a:cubicBezTo>
                    <a:cubicBezTo>
                      <a:pt x="11" y="262"/>
                      <a:pt x="0" y="250"/>
                      <a:pt x="0" y="236"/>
                    </a:cubicBezTo>
                    <a:cubicBezTo>
                      <a:pt x="0" y="230"/>
                      <a:pt x="2" y="225"/>
                      <a:pt x="5" y="220"/>
                    </a:cubicBezTo>
                    <a:cubicBezTo>
                      <a:pt x="49" y="176"/>
                      <a:pt x="49" y="176"/>
                      <a:pt x="49" y="176"/>
                    </a:cubicBezTo>
                    <a:cubicBezTo>
                      <a:pt x="93" y="158"/>
                      <a:pt x="93" y="158"/>
                      <a:pt x="93" y="158"/>
                    </a:cubicBezTo>
                    <a:cubicBezTo>
                      <a:pt x="78" y="140"/>
                      <a:pt x="70" y="117"/>
                      <a:pt x="70" y="95"/>
                    </a:cubicBezTo>
                    <a:cubicBezTo>
                      <a:pt x="70" y="43"/>
                      <a:pt x="114" y="0"/>
                      <a:pt x="166" y="0"/>
                    </a:cubicBezTo>
                    <a:cubicBezTo>
                      <a:pt x="218" y="0"/>
                      <a:pt x="262" y="44"/>
                      <a:pt x="262" y="95"/>
                    </a:cubicBezTo>
                    <a:cubicBezTo>
                      <a:pt x="262" y="120"/>
                      <a:pt x="253" y="145"/>
                      <a:pt x="234" y="163"/>
                    </a:cubicBezTo>
                    <a:cubicBezTo>
                      <a:pt x="215" y="182"/>
                      <a:pt x="191" y="192"/>
                      <a:pt x="166" y="192"/>
                    </a:cubicBezTo>
                    <a:close/>
                    <a:moveTo>
                      <a:pt x="166" y="155"/>
                    </a:moveTo>
                    <a:cubicBezTo>
                      <a:pt x="198" y="155"/>
                      <a:pt x="225" y="128"/>
                      <a:pt x="225" y="95"/>
                    </a:cubicBezTo>
                    <a:cubicBezTo>
                      <a:pt x="225" y="64"/>
                      <a:pt x="198" y="37"/>
                      <a:pt x="166" y="37"/>
                    </a:cubicBezTo>
                    <a:cubicBezTo>
                      <a:pt x="134" y="37"/>
                      <a:pt x="107" y="64"/>
                      <a:pt x="107" y="95"/>
                    </a:cubicBezTo>
                    <a:cubicBezTo>
                      <a:pt x="107" y="111"/>
                      <a:pt x="113" y="126"/>
                      <a:pt x="124" y="138"/>
                    </a:cubicBezTo>
                    <a:cubicBezTo>
                      <a:pt x="136" y="149"/>
                      <a:pt x="151" y="155"/>
                      <a:pt x="166" y="15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9060" tIns="49530" rIns="99060" bIns="4953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716"/>
              </a:p>
            </p:txBody>
          </p:sp>
        </p:grpSp>
      </p:grp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06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42">
            <a:extLst>
              <a:ext uri="{FF2B5EF4-FFF2-40B4-BE49-F238E27FC236}">
                <a16:creationId xmlns:a16="http://schemas.microsoft.com/office/drawing/2014/main" id="{C691D109-F90F-4558-8D9A-7DBFF558AED4}"/>
              </a:ext>
            </a:extLst>
          </p:cNvPr>
          <p:cNvSpPr/>
          <p:nvPr/>
        </p:nvSpPr>
        <p:spPr>
          <a:xfrm>
            <a:off x="10203657" y="0"/>
            <a:ext cx="8084343" cy="10287000"/>
          </a:xfrm>
          <a:custGeom>
            <a:avLst/>
            <a:gdLst>
              <a:gd name="connsiteX0" fmla="*/ 1922459 w 5389562"/>
              <a:gd name="connsiteY0" fmla="*/ 0 h 6858000"/>
              <a:gd name="connsiteX1" fmla="*/ 5389562 w 5389562"/>
              <a:gd name="connsiteY1" fmla="*/ 0 h 6858000"/>
              <a:gd name="connsiteX2" fmla="*/ 5389562 w 5389562"/>
              <a:gd name="connsiteY2" fmla="*/ 6858000 h 6858000"/>
              <a:gd name="connsiteX3" fmla="*/ 1922459 w 5389562"/>
              <a:gd name="connsiteY3" fmla="*/ 6858000 h 6858000"/>
              <a:gd name="connsiteX4" fmla="*/ 1771547 w 5389562"/>
              <a:gd name="connsiteY4" fmla="*/ 6761242 h 6858000"/>
              <a:gd name="connsiteX5" fmla="*/ 0 w 5389562"/>
              <a:gd name="connsiteY5" fmla="*/ 3429000 h 6858000"/>
              <a:gd name="connsiteX6" fmla="*/ 1771547 w 5389562"/>
              <a:gd name="connsiteY6" fmla="*/ 9675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89562" h="6858000">
                <a:moveTo>
                  <a:pt x="1922459" y="0"/>
                </a:moveTo>
                <a:lnTo>
                  <a:pt x="5389562" y="0"/>
                </a:lnTo>
                <a:lnTo>
                  <a:pt x="5389562" y="6858000"/>
                </a:lnTo>
                <a:lnTo>
                  <a:pt x="1922459" y="6858000"/>
                </a:lnTo>
                <a:lnTo>
                  <a:pt x="1771547" y="6761242"/>
                </a:lnTo>
                <a:cubicBezTo>
                  <a:pt x="702723" y="6039080"/>
                  <a:pt x="0" y="4816114"/>
                  <a:pt x="0" y="3429000"/>
                </a:cubicBezTo>
                <a:cubicBezTo>
                  <a:pt x="0" y="2041886"/>
                  <a:pt x="702723" y="818920"/>
                  <a:pt x="1771547" y="96758"/>
                </a:cubicBezTo>
                <a:close/>
              </a:path>
            </a:pathLst>
          </a:custGeom>
          <a:gradFill>
            <a:gsLst>
              <a:gs pos="100000">
                <a:srgbClr val="00CCFF"/>
              </a:gs>
              <a:gs pos="21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Rectangle: Rounded Corners 20">
            <a:extLst>
              <a:ext uri="{FF2B5EF4-FFF2-40B4-BE49-F238E27FC236}">
                <a16:creationId xmlns:a16="http://schemas.microsoft.com/office/drawing/2014/main" id="{37E02F62-458E-4BBE-9377-77E4B847E3FC}"/>
              </a:ext>
            </a:extLst>
          </p:cNvPr>
          <p:cNvSpPr/>
          <p:nvPr/>
        </p:nvSpPr>
        <p:spPr>
          <a:xfrm>
            <a:off x="8581146" y="2811381"/>
            <a:ext cx="2438005" cy="2845848"/>
          </a:xfrm>
          <a:prstGeom prst="roundRect">
            <a:avLst>
              <a:gd name="adj" fmla="val 2767"/>
            </a:avLst>
          </a:prstGeom>
          <a:gradFill>
            <a:gsLst>
              <a:gs pos="0">
                <a:srgbClr val="E5FAFF"/>
              </a:gs>
              <a:gs pos="84000">
                <a:schemeClr val="bg1"/>
              </a:gs>
            </a:gsLst>
            <a:lin ang="2700000" scaled="0"/>
          </a:gradFill>
          <a:ln>
            <a:noFill/>
          </a:ln>
          <a:effectLst>
            <a:outerShdw blurRad="355600" dist="2286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20">
            <a:extLst>
              <a:ext uri="{FF2B5EF4-FFF2-40B4-BE49-F238E27FC236}">
                <a16:creationId xmlns:a16="http://schemas.microsoft.com/office/drawing/2014/main" id="{37E02F62-458E-4BBE-9377-77E4B847E3FC}"/>
              </a:ext>
            </a:extLst>
          </p:cNvPr>
          <p:cNvSpPr/>
          <p:nvPr/>
        </p:nvSpPr>
        <p:spPr>
          <a:xfrm>
            <a:off x="8581146" y="6343872"/>
            <a:ext cx="2438005" cy="2845848"/>
          </a:xfrm>
          <a:prstGeom prst="roundRect">
            <a:avLst>
              <a:gd name="adj" fmla="val 2767"/>
            </a:avLst>
          </a:prstGeom>
          <a:gradFill>
            <a:gsLst>
              <a:gs pos="0">
                <a:srgbClr val="E5FAFF"/>
              </a:gs>
              <a:gs pos="84000">
                <a:schemeClr val="bg1"/>
              </a:gs>
            </a:gsLst>
            <a:lin ang="2700000" scaled="0"/>
          </a:gradFill>
          <a:ln>
            <a:noFill/>
          </a:ln>
          <a:effectLst>
            <a:outerShdw blurRad="355600" dist="2286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20">
            <a:extLst>
              <a:ext uri="{FF2B5EF4-FFF2-40B4-BE49-F238E27FC236}">
                <a16:creationId xmlns:a16="http://schemas.microsoft.com/office/drawing/2014/main" id="{37E02F62-458E-4BBE-9377-77E4B847E3FC}"/>
              </a:ext>
            </a:extLst>
          </p:cNvPr>
          <p:cNvSpPr/>
          <p:nvPr/>
        </p:nvSpPr>
        <p:spPr>
          <a:xfrm>
            <a:off x="11666931" y="1445830"/>
            <a:ext cx="2438005" cy="2845848"/>
          </a:xfrm>
          <a:prstGeom prst="roundRect">
            <a:avLst>
              <a:gd name="adj" fmla="val 2767"/>
            </a:avLst>
          </a:prstGeom>
          <a:gradFill>
            <a:gsLst>
              <a:gs pos="0">
                <a:srgbClr val="E5FAFF"/>
              </a:gs>
              <a:gs pos="84000">
                <a:schemeClr val="bg1"/>
              </a:gs>
            </a:gsLst>
            <a:lin ang="2700000" scaled="0"/>
          </a:gradFill>
          <a:ln>
            <a:noFill/>
          </a:ln>
          <a:effectLst>
            <a:outerShdw blurRad="355600" dist="2286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20">
            <a:extLst>
              <a:ext uri="{FF2B5EF4-FFF2-40B4-BE49-F238E27FC236}">
                <a16:creationId xmlns:a16="http://schemas.microsoft.com/office/drawing/2014/main" id="{37E02F62-458E-4BBE-9377-77E4B847E3FC}"/>
              </a:ext>
            </a:extLst>
          </p:cNvPr>
          <p:cNvSpPr/>
          <p:nvPr/>
        </p:nvSpPr>
        <p:spPr>
          <a:xfrm>
            <a:off x="11666931" y="4978320"/>
            <a:ext cx="2438005" cy="2845848"/>
          </a:xfrm>
          <a:prstGeom prst="roundRect">
            <a:avLst>
              <a:gd name="adj" fmla="val 2767"/>
            </a:avLst>
          </a:prstGeom>
          <a:gradFill>
            <a:gsLst>
              <a:gs pos="0">
                <a:srgbClr val="E5FAFF"/>
              </a:gs>
              <a:gs pos="84000">
                <a:schemeClr val="bg1"/>
              </a:gs>
            </a:gsLst>
            <a:lin ang="2700000" scaled="0"/>
          </a:gradFill>
          <a:ln>
            <a:noFill/>
          </a:ln>
          <a:effectLst>
            <a:outerShdw blurRad="355600" dist="2286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20">
            <a:extLst>
              <a:ext uri="{FF2B5EF4-FFF2-40B4-BE49-F238E27FC236}">
                <a16:creationId xmlns:a16="http://schemas.microsoft.com/office/drawing/2014/main" id="{37E02F62-458E-4BBE-9377-77E4B847E3FC}"/>
              </a:ext>
            </a:extLst>
          </p:cNvPr>
          <p:cNvSpPr/>
          <p:nvPr/>
        </p:nvSpPr>
        <p:spPr>
          <a:xfrm>
            <a:off x="14752717" y="2811381"/>
            <a:ext cx="2438005" cy="2845848"/>
          </a:xfrm>
          <a:prstGeom prst="roundRect">
            <a:avLst>
              <a:gd name="adj" fmla="val 2767"/>
            </a:avLst>
          </a:prstGeom>
          <a:gradFill>
            <a:gsLst>
              <a:gs pos="0">
                <a:srgbClr val="E5FAFF"/>
              </a:gs>
              <a:gs pos="84000">
                <a:schemeClr val="bg1"/>
              </a:gs>
            </a:gsLst>
            <a:lin ang="2700000" scaled="0"/>
          </a:gradFill>
          <a:ln>
            <a:noFill/>
          </a:ln>
          <a:effectLst>
            <a:outerShdw blurRad="355600" dist="2286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20">
            <a:extLst>
              <a:ext uri="{FF2B5EF4-FFF2-40B4-BE49-F238E27FC236}">
                <a16:creationId xmlns:a16="http://schemas.microsoft.com/office/drawing/2014/main" id="{37E02F62-458E-4BBE-9377-77E4B847E3FC}"/>
              </a:ext>
            </a:extLst>
          </p:cNvPr>
          <p:cNvSpPr/>
          <p:nvPr/>
        </p:nvSpPr>
        <p:spPr>
          <a:xfrm>
            <a:off x="14752717" y="6343872"/>
            <a:ext cx="2438005" cy="2845848"/>
          </a:xfrm>
          <a:prstGeom prst="roundRect">
            <a:avLst>
              <a:gd name="adj" fmla="val 2767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  <a:ln>
            <a:noFill/>
          </a:ln>
          <a:effectLst>
            <a:outerShdw blurRad="355600" dist="2286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097280" y="5051210"/>
            <a:ext cx="3709670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Company</a:t>
            </a:r>
            <a:endParaRPr lang="en-US" sz="3200" b="1"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Best Services.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79" y="7644806"/>
            <a:ext cx="64207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79" y="7313701"/>
            <a:ext cx="1773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Why choose us?</a:t>
            </a:r>
            <a:endParaRPr lang="en-US" sz="1800" b="1">
              <a:solidFill>
                <a:schemeClr val="tx1">
                  <a:lumMod val="50000"/>
                  <a:lumOff val="50000"/>
                </a:schemeClr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424778" y="2575802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3468415" y="1036515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6608751" y="2402066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3535146" y="4738548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424778" y="6108293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 332"/>
          <p:cNvSpPr>
            <a:spLocks noEditPoints="1"/>
          </p:cNvSpPr>
          <p:nvPr/>
        </p:nvSpPr>
        <p:spPr bwMode="auto">
          <a:xfrm>
            <a:off x="15670679" y="1006840"/>
            <a:ext cx="289757" cy="289754"/>
          </a:xfrm>
          <a:custGeom>
            <a:avLst/>
            <a:gdLst>
              <a:gd name="T0" fmla="*/ 38 w 38"/>
              <a:gd name="T1" fmla="*/ 21 h 38"/>
              <a:gd name="T2" fmla="*/ 35 w 38"/>
              <a:gd name="T3" fmla="*/ 23 h 38"/>
              <a:gd name="T4" fmla="*/ 33 w 38"/>
              <a:gd name="T5" fmla="*/ 23 h 38"/>
              <a:gd name="T6" fmla="*/ 20 w 38"/>
              <a:gd name="T7" fmla="*/ 33 h 38"/>
              <a:gd name="T8" fmla="*/ 19 w 38"/>
              <a:gd name="T9" fmla="*/ 36 h 38"/>
              <a:gd name="T10" fmla="*/ 17 w 38"/>
              <a:gd name="T11" fmla="*/ 38 h 38"/>
              <a:gd name="T12" fmla="*/ 15 w 38"/>
              <a:gd name="T13" fmla="*/ 35 h 38"/>
              <a:gd name="T14" fmla="*/ 15 w 38"/>
              <a:gd name="T15" fmla="*/ 33 h 38"/>
              <a:gd name="T16" fmla="*/ 5 w 38"/>
              <a:gd name="T17" fmla="*/ 20 h 38"/>
              <a:gd name="T18" fmla="*/ 2 w 38"/>
              <a:gd name="T19" fmla="*/ 19 h 38"/>
              <a:gd name="T20" fmla="*/ 0 w 38"/>
              <a:gd name="T21" fmla="*/ 17 h 38"/>
              <a:gd name="T22" fmla="*/ 0 w 38"/>
              <a:gd name="T23" fmla="*/ 17 h 38"/>
              <a:gd name="T24" fmla="*/ 3 w 38"/>
              <a:gd name="T25" fmla="*/ 15 h 38"/>
              <a:gd name="T26" fmla="*/ 5 w 38"/>
              <a:gd name="T27" fmla="*/ 15 h 38"/>
              <a:gd name="T28" fmla="*/ 18 w 38"/>
              <a:gd name="T29" fmla="*/ 5 h 38"/>
              <a:gd name="T30" fmla="*/ 19 w 38"/>
              <a:gd name="T31" fmla="*/ 2 h 38"/>
              <a:gd name="T32" fmla="*/ 21 w 38"/>
              <a:gd name="T33" fmla="*/ 0 h 38"/>
              <a:gd name="T34" fmla="*/ 23 w 38"/>
              <a:gd name="T35" fmla="*/ 3 h 38"/>
              <a:gd name="T36" fmla="*/ 23 w 38"/>
              <a:gd name="T37" fmla="*/ 5 h 38"/>
              <a:gd name="T38" fmla="*/ 33 w 38"/>
              <a:gd name="T39" fmla="*/ 18 h 38"/>
              <a:gd name="T40" fmla="*/ 36 w 38"/>
              <a:gd name="T41" fmla="*/ 18 h 38"/>
              <a:gd name="T42" fmla="*/ 38 w 38"/>
              <a:gd name="T43" fmla="*/ 21 h 38"/>
              <a:gd name="T44" fmla="*/ 18 w 38"/>
              <a:gd name="T45" fmla="*/ 25 h 38"/>
              <a:gd name="T46" fmla="*/ 25 w 38"/>
              <a:gd name="T47" fmla="*/ 20 h 38"/>
              <a:gd name="T48" fmla="*/ 20 w 38"/>
              <a:gd name="T49" fmla="*/ 13 h 38"/>
              <a:gd name="T50" fmla="*/ 13 w 38"/>
              <a:gd name="T51" fmla="*/ 18 h 38"/>
              <a:gd name="T52" fmla="*/ 18 w 38"/>
              <a:gd name="T53" fmla="*/ 25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8" h="38">
                <a:moveTo>
                  <a:pt x="38" y="21"/>
                </a:moveTo>
                <a:cubicBezTo>
                  <a:pt x="38" y="22"/>
                  <a:pt x="36" y="23"/>
                  <a:pt x="35" y="23"/>
                </a:cubicBezTo>
                <a:cubicBezTo>
                  <a:pt x="33" y="23"/>
                  <a:pt x="33" y="23"/>
                  <a:pt x="33" y="23"/>
                </a:cubicBezTo>
                <a:cubicBezTo>
                  <a:pt x="27" y="23"/>
                  <a:pt x="21" y="27"/>
                  <a:pt x="20" y="33"/>
                </a:cubicBezTo>
                <a:cubicBezTo>
                  <a:pt x="19" y="36"/>
                  <a:pt x="19" y="36"/>
                  <a:pt x="19" y="36"/>
                </a:cubicBezTo>
                <a:cubicBezTo>
                  <a:pt x="19" y="37"/>
                  <a:pt x="18" y="38"/>
                  <a:pt x="17" y="38"/>
                </a:cubicBezTo>
                <a:cubicBezTo>
                  <a:pt x="16" y="37"/>
                  <a:pt x="15" y="36"/>
                  <a:pt x="15" y="35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26"/>
                  <a:pt x="11" y="21"/>
                  <a:pt x="5" y="20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18"/>
                  <a:pt x="0" y="17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5"/>
                  <a:pt x="2" y="14"/>
                  <a:pt x="3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11" y="15"/>
                  <a:pt x="17" y="11"/>
                  <a:pt x="18" y="5"/>
                </a:cubicBezTo>
                <a:cubicBezTo>
                  <a:pt x="19" y="2"/>
                  <a:pt x="19" y="2"/>
                  <a:pt x="19" y="2"/>
                </a:cubicBezTo>
                <a:cubicBezTo>
                  <a:pt x="19" y="1"/>
                  <a:pt x="20" y="0"/>
                  <a:pt x="21" y="0"/>
                </a:cubicBezTo>
                <a:cubicBezTo>
                  <a:pt x="23" y="0"/>
                  <a:pt x="23" y="1"/>
                  <a:pt x="23" y="3"/>
                </a:cubicBezTo>
                <a:cubicBezTo>
                  <a:pt x="23" y="5"/>
                  <a:pt x="23" y="5"/>
                  <a:pt x="23" y="5"/>
                </a:cubicBezTo>
                <a:cubicBezTo>
                  <a:pt x="23" y="11"/>
                  <a:pt x="27" y="17"/>
                  <a:pt x="33" y="18"/>
                </a:cubicBezTo>
                <a:cubicBezTo>
                  <a:pt x="36" y="18"/>
                  <a:pt x="36" y="18"/>
                  <a:pt x="36" y="18"/>
                </a:cubicBezTo>
                <a:cubicBezTo>
                  <a:pt x="37" y="19"/>
                  <a:pt x="38" y="20"/>
                  <a:pt x="38" y="21"/>
                </a:cubicBezTo>
                <a:close/>
                <a:moveTo>
                  <a:pt x="18" y="25"/>
                </a:moveTo>
                <a:cubicBezTo>
                  <a:pt x="20" y="23"/>
                  <a:pt x="23" y="21"/>
                  <a:pt x="25" y="20"/>
                </a:cubicBezTo>
                <a:cubicBezTo>
                  <a:pt x="23" y="18"/>
                  <a:pt x="21" y="15"/>
                  <a:pt x="20" y="13"/>
                </a:cubicBezTo>
                <a:cubicBezTo>
                  <a:pt x="18" y="15"/>
                  <a:pt x="16" y="17"/>
                  <a:pt x="13" y="18"/>
                </a:cubicBezTo>
                <a:cubicBezTo>
                  <a:pt x="15" y="20"/>
                  <a:pt x="17" y="22"/>
                  <a:pt x="18" y="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sp>
        <p:nvSpPr>
          <p:cNvPr id="36" name="Freeform 333"/>
          <p:cNvSpPr>
            <a:spLocks noEditPoints="1"/>
          </p:cNvSpPr>
          <p:nvPr/>
        </p:nvSpPr>
        <p:spPr bwMode="auto">
          <a:xfrm>
            <a:off x="17656159" y="2102500"/>
            <a:ext cx="261182" cy="269887"/>
          </a:xfrm>
          <a:custGeom>
            <a:avLst/>
            <a:gdLst>
              <a:gd name="T0" fmla="*/ 32 w 33"/>
              <a:gd name="T1" fmla="*/ 19 h 34"/>
              <a:gd name="T2" fmla="*/ 15 w 33"/>
              <a:gd name="T3" fmla="*/ 33 h 34"/>
              <a:gd name="T4" fmla="*/ 1 w 33"/>
              <a:gd name="T5" fmla="*/ 15 h 34"/>
              <a:gd name="T6" fmla="*/ 19 w 33"/>
              <a:gd name="T7" fmla="*/ 1 h 34"/>
              <a:gd name="T8" fmla="*/ 32 w 33"/>
              <a:gd name="T9" fmla="*/ 19 h 34"/>
              <a:gd name="T10" fmla="*/ 6 w 33"/>
              <a:gd name="T11" fmla="*/ 16 h 34"/>
              <a:gd name="T12" fmla="*/ 15 w 33"/>
              <a:gd name="T13" fmla="*/ 28 h 34"/>
              <a:gd name="T14" fmla="*/ 27 w 33"/>
              <a:gd name="T15" fmla="*/ 18 h 34"/>
              <a:gd name="T16" fmla="*/ 18 w 33"/>
              <a:gd name="T17" fmla="*/ 6 h 34"/>
              <a:gd name="T18" fmla="*/ 6 w 33"/>
              <a:gd name="T19" fmla="*/ 16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" h="34">
                <a:moveTo>
                  <a:pt x="32" y="19"/>
                </a:moveTo>
                <a:cubicBezTo>
                  <a:pt x="31" y="27"/>
                  <a:pt x="23" y="34"/>
                  <a:pt x="15" y="33"/>
                </a:cubicBezTo>
                <a:cubicBezTo>
                  <a:pt x="6" y="31"/>
                  <a:pt x="0" y="24"/>
                  <a:pt x="1" y="15"/>
                </a:cubicBezTo>
                <a:cubicBezTo>
                  <a:pt x="2" y="6"/>
                  <a:pt x="10" y="0"/>
                  <a:pt x="19" y="1"/>
                </a:cubicBezTo>
                <a:cubicBezTo>
                  <a:pt x="27" y="2"/>
                  <a:pt x="33" y="10"/>
                  <a:pt x="32" y="19"/>
                </a:cubicBezTo>
                <a:close/>
                <a:moveTo>
                  <a:pt x="6" y="16"/>
                </a:moveTo>
                <a:cubicBezTo>
                  <a:pt x="5" y="22"/>
                  <a:pt x="9" y="27"/>
                  <a:pt x="15" y="28"/>
                </a:cubicBezTo>
                <a:cubicBezTo>
                  <a:pt x="21" y="28"/>
                  <a:pt x="27" y="24"/>
                  <a:pt x="27" y="18"/>
                </a:cubicBezTo>
                <a:cubicBezTo>
                  <a:pt x="28" y="12"/>
                  <a:pt x="24" y="7"/>
                  <a:pt x="18" y="6"/>
                </a:cubicBezTo>
                <a:cubicBezTo>
                  <a:pt x="12" y="5"/>
                  <a:pt x="7" y="10"/>
                  <a:pt x="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sp>
        <p:nvSpPr>
          <p:cNvPr id="37" name="Freeform 36"/>
          <p:cNvSpPr>
            <a:spLocks/>
          </p:cNvSpPr>
          <p:nvPr/>
        </p:nvSpPr>
        <p:spPr bwMode="auto">
          <a:xfrm>
            <a:off x="12848349" y="8988844"/>
            <a:ext cx="223416" cy="219460"/>
          </a:xfrm>
          <a:custGeom>
            <a:avLst/>
            <a:gdLst>
              <a:gd name="connsiteX0" fmla="*/ 179530 w 408994"/>
              <a:gd name="connsiteY0" fmla="*/ 235253 h 401753"/>
              <a:gd name="connsiteX1" fmla="*/ 198560 w 408994"/>
              <a:gd name="connsiteY1" fmla="*/ 240705 h 401753"/>
              <a:gd name="connsiteX2" fmla="*/ 212888 w 408994"/>
              <a:gd name="connsiteY2" fmla="*/ 280967 h 401753"/>
              <a:gd name="connsiteX3" fmla="*/ 169904 w 408994"/>
              <a:gd name="connsiteY3" fmla="*/ 374912 h 401753"/>
              <a:gd name="connsiteX4" fmla="*/ 126918 w 408994"/>
              <a:gd name="connsiteY4" fmla="*/ 401753 h 401753"/>
              <a:gd name="connsiteX5" fmla="*/ 98262 w 408994"/>
              <a:gd name="connsiteY5" fmla="*/ 361491 h 401753"/>
              <a:gd name="connsiteX6" fmla="*/ 141246 w 408994"/>
              <a:gd name="connsiteY6" fmla="*/ 254125 h 401753"/>
              <a:gd name="connsiteX7" fmla="*/ 179530 w 408994"/>
              <a:gd name="connsiteY7" fmla="*/ 235253 h 401753"/>
              <a:gd name="connsiteX8" fmla="*/ 272582 w 408994"/>
              <a:gd name="connsiteY8" fmla="*/ 190276 h 401753"/>
              <a:gd name="connsiteX9" fmla="*/ 282648 w 408994"/>
              <a:gd name="connsiteY9" fmla="*/ 196097 h 401753"/>
              <a:gd name="connsiteX10" fmla="*/ 390014 w 408994"/>
              <a:gd name="connsiteY10" fmla="*/ 239082 h 401753"/>
              <a:gd name="connsiteX11" fmla="*/ 403436 w 408994"/>
              <a:gd name="connsiteY11" fmla="*/ 282067 h 401753"/>
              <a:gd name="connsiteX12" fmla="*/ 363172 w 408994"/>
              <a:gd name="connsiteY12" fmla="*/ 296396 h 401753"/>
              <a:gd name="connsiteX13" fmla="*/ 255806 w 408994"/>
              <a:gd name="connsiteY13" fmla="*/ 253411 h 401753"/>
              <a:gd name="connsiteX14" fmla="*/ 242386 w 408994"/>
              <a:gd name="connsiteY14" fmla="*/ 210426 h 401753"/>
              <a:gd name="connsiteX15" fmla="*/ 272582 w 408994"/>
              <a:gd name="connsiteY15" fmla="*/ 190276 h 401753"/>
              <a:gd name="connsiteX16" fmla="*/ 34182 w 408994"/>
              <a:gd name="connsiteY16" fmla="*/ 98754 h 401753"/>
              <a:gd name="connsiteX17" fmla="*/ 46246 w 408994"/>
              <a:gd name="connsiteY17" fmla="*/ 104232 h 401753"/>
              <a:gd name="connsiteX18" fmla="*/ 154612 w 408994"/>
              <a:gd name="connsiteY18" fmla="*/ 144688 h 401753"/>
              <a:gd name="connsiteX19" fmla="*/ 168158 w 408994"/>
              <a:gd name="connsiteY19" fmla="*/ 185144 h 401753"/>
              <a:gd name="connsiteX20" fmla="*/ 127520 w 408994"/>
              <a:gd name="connsiteY20" fmla="*/ 198629 h 401753"/>
              <a:gd name="connsiteX21" fmla="*/ 19156 w 408994"/>
              <a:gd name="connsiteY21" fmla="*/ 158173 h 401753"/>
              <a:gd name="connsiteX22" fmla="*/ 5610 w 408994"/>
              <a:gd name="connsiteY22" fmla="*/ 117717 h 401753"/>
              <a:gd name="connsiteX23" fmla="*/ 34182 w 408994"/>
              <a:gd name="connsiteY23" fmla="*/ 98754 h 401753"/>
              <a:gd name="connsiteX24" fmla="*/ 273358 w 408994"/>
              <a:gd name="connsiteY24" fmla="*/ 106 h 401753"/>
              <a:gd name="connsiteX25" fmla="*/ 291268 w 408994"/>
              <a:gd name="connsiteY25" fmla="*/ 5558 h 401753"/>
              <a:gd name="connsiteX26" fmla="*/ 304754 w 408994"/>
              <a:gd name="connsiteY26" fmla="*/ 45820 h 401753"/>
              <a:gd name="connsiteX27" fmla="*/ 264298 w 408994"/>
              <a:gd name="connsiteY27" fmla="*/ 139765 h 401753"/>
              <a:gd name="connsiteX28" fmla="*/ 223842 w 408994"/>
              <a:gd name="connsiteY28" fmla="*/ 166606 h 401753"/>
              <a:gd name="connsiteX29" fmla="*/ 196872 w 408994"/>
              <a:gd name="connsiteY29" fmla="*/ 112923 h 401753"/>
              <a:gd name="connsiteX30" fmla="*/ 237328 w 408994"/>
              <a:gd name="connsiteY30" fmla="*/ 18978 h 401753"/>
              <a:gd name="connsiteX31" fmla="*/ 259240 w 408994"/>
              <a:gd name="connsiteY31" fmla="*/ 2203 h 401753"/>
              <a:gd name="connsiteX32" fmla="*/ 273358 w 408994"/>
              <a:gd name="connsiteY32" fmla="*/ 106 h 40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08994" h="401753">
                <a:moveTo>
                  <a:pt x="179530" y="235253"/>
                </a:moveTo>
                <a:cubicBezTo>
                  <a:pt x="185128" y="235672"/>
                  <a:pt x="191396" y="237350"/>
                  <a:pt x="198560" y="240705"/>
                </a:cubicBezTo>
                <a:cubicBezTo>
                  <a:pt x="212888" y="240705"/>
                  <a:pt x="227218" y="267546"/>
                  <a:pt x="212888" y="280967"/>
                </a:cubicBezTo>
                <a:cubicBezTo>
                  <a:pt x="169904" y="374912"/>
                  <a:pt x="169904" y="374912"/>
                  <a:pt x="169904" y="374912"/>
                </a:cubicBezTo>
                <a:cubicBezTo>
                  <a:pt x="155576" y="401753"/>
                  <a:pt x="141246" y="401753"/>
                  <a:pt x="126918" y="401753"/>
                </a:cubicBezTo>
                <a:cubicBezTo>
                  <a:pt x="98262" y="388332"/>
                  <a:pt x="98262" y="374912"/>
                  <a:pt x="98262" y="361491"/>
                </a:cubicBezTo>
                <a:cubicBezTo>
                  <a:pt x="141246" y="254125"/>
                  <a:pt x="141246" y="254125"/>
                  <a:pt x="141246" y="254125"/>
                </a:cubicBezTo>
                <a:cubicBezTo>
                  <a:pt x="151994" y="244060"/>
                  <a:pt x="162740" y="233994"/>
                  <a:pt x="179530" y="235253"/>
                </a:cubicBezTo>
                <a:close/>
                <a:moveTo>
                  <a:pt x="272582" y="190276"/>
                </a:moveTo>
                <a:cubicBezTo>
                  <a:pt x="275938" y="190724"/>
                  <a:pt x="279294" y="192515"/>
                  <a:pt x="282648" y="196097"/>
                </a:cubicBezTo>
                <a:cubicBezTo>
                  <a:pt x="390014" y="239082"/>
                  <a:pt x="390014" y="239082"/>
                  <a:pt x="390014" y="239082"/>
                </a:cubicBezTo>
                <a:cubicBezTo>
                  <a:pt x="403436" y="239082"/>
                  <a:pt x="416856" y="267739"/>
                  <a:pt x="403436" y="282067"/>
                </a:cubicBezTo>
                <a:cubicBezTo>
                  <a:pt x="403436" y="296396"/>
                  <a:pt x="376594" y="310724"/>
                  <a:pt x="363172" y="296396"/>
                </a:cubicBezTo>
                <a:cubicBezTo>
                  <a:pt x="255806" y="253411"/>
                  <a:pt x="255806" y="253411"/>
                  <a:pt x="255806" y="253411"/>
                </a:cubicBezTo>
                <a:cubicBezTo>
                  <a:pt x="242386" y="253411"/>
                  <a:pt x="242386" y="224754"/>
                  <a:pt x="242386" y="210426"/>
                </a:cubicBezTo>
                <a:cubicBezTo>
                  <a:pt x="252452" y="199679"/>
                  <a:pt x="262518" y="188933"/>
                  <a:pt x="272582" y="190276"/>
                </a:cubicBezTo>
                <a:close/>
                <a:moveTo>
                  <a:pt x="34182" y="98754"/>
                </a:moveTo>
                <a:cubicBezTo>
                  <a:pt x="38626" y="99175"/>
                  <a:pt x="42860" y="100861"/>
                  <a:pt x="46246" y="104232"/>
                </a:cubicBezTo>
                <a:cubicBezTo>
                  <a:pt x="154612" y="144688"/>
                  <a:pt x="154612" y="144688"/>
                  <a:pt x="154612" y="144688"/>
                </a:cubicBezTo>
                <a:cubicBezTo>
                  <a:pt x="168158" y="144688"/>
                  <a:pt x="181702" y="171658"/>
                  <a:pt x="168158" y="185144"/>
                </a:cubicBezTo>
                <a:cubicBezTo>
                  <a:pt x="168158" y="198629"/>
                  <a:pt x="141066" y="212114"/>
                  <a:pt x="127520" y="198629"/>
                </a:cubicBezTo>
                <a:cubicBezTo>
                  <a:pt x="19156" y="158173"/>
                  <a:pt x="19156" y="158173"/>
                  <a:pt x="19156" y="158173"/>
                </a:cubicBezTo>
                <a:cubicBezTo>
                  <a:pt x="5610" y="158173"/>
                  <a:pt x="-7936" y="131203"/>
                  <a:pt x="5610" y="117717"/>
                </a:cubicBezTo>
                <a:cubicBezTo>
                  <a:pt x="5610" y="107603"/>
                  <a:pt x="20848" y="97490"/>
                  <a:pt x="34182" y="98754"/>
                </a:cubicBezTo>
                <a:close/>
                <a:moveTo>
                  <a:pt x="273358" y="106"/>
                </a:moveTo>
                <a:cubicBezTo>
                  <a:pt x="278626" y="526"/>
                  <a:pt x="284526" y="2203"/>
                  <a:pt x="291268" y="5558"/>
                </a:cubicBezTo>
                <a:cubicBezTo>
                  <a:pt x="304754" y="5558"/>
                  <a:pt x="318238" y="18978"/>
                  <a:pt x="304754" y="45820"/>
                </a:cubicBezTo>
                <a:cubicBezTo>
                  <a:pt x="264298" y="139765"/>
                  <a:pt x="264298" y="139765"/>
                  <a:pt x="264298" y="139765"/>
                </a:cubicBezTo>
                <a:cubicBezTo>
                  <a:pt x="250812" y="166606"/>
                  <a:pt x="237328" y="166606"/>
                  <a:pt x="223842" y="166606"/>
                </a:cubicBezTo>
                <a:cubicBezTo>
                  <a:pt x="196872" y="153185"/>
                  <a:pt x="196872" y="139765"/>
                  <a:pt x="196872" y="112923"/>
                </a:cubicBezTo>
                <a:cubicBezTo>
                  <a:pt x="237328" y="18978"/>
                  <a:pt x="237328" y="18978"/>
                  <a:pt x="237328" y="18978"/>
                </a:cubicBezTo>
                <a:cubicBezTo>
                  <a:pt x="244070" y="12268"/>
                  <a:pt x="250812" y="5558"/>
                  <a:pt x="259240" y="2203"/>
                </a:cubicBezTo>
                <a:cubicBezTo>
                  <a:pt x="263454" y="526"/>
                  <a:pt x="268090" y="-313"/>
                  <a:pt x="273358" y="1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013"/>
          </a:p>
        </p:txBody>
      </p:sp>
      <p:sp>
        <p:nvSpPr>
          <p:cNvPr id="38" name="Freeform 332"/>
          <p:cNvSpPr>
            <a:spLocks noEditPoints="1"/>
          </p:cNvSpPr>
          <p:nvPr/>
        </p:nvSpPr>
        <p:spPr bwMode="auto">
          <a:xfrm>
            <a:off x="17574294" y="5729391"/>
            <a:ext cx="289757" cy="289754"/>
          </a:xfrm>
          <a:custGeom>
            <a:avLst/>
            <a:gdLst>
              <a:gd name="T0" fmla="*/ 38 w 38"/>
              <a:gd name="T1" fmla="*/ 21 h 38"/>
              <a:gd name="T2" fmla="*/ 35 w 38"/>
              <a:gd name="T3" fmla="*/ 23 h 38"/>
              <a:gd name="T4" fmla="*/ 33 w 38"/>
              <a:gd name="T5" fmla="*/ 23 h 38"/>
              <a:gd name="T6" fmla="*/ 20 w 38"/>
              <a:gd name="T7" fmla="*/ 33 h 38"/>
              <a:gd name="T8" fmla="*/ 19 w 38"/>
              <a:gd name="T9" fmla="*/ 36 h 38"/>
              <a:gd name="T10" fmla="*/ 17 w 38"/>
              <a:gd name="T11" fmla="*/ 38 h 38"/>
              <a:gd name="T12" fmla="*/ 15 w 38"/>
              <a:gd name="T13" fmla="*/ 35 h 38"/>
              <a:gd name="T14" fmla="*/ 15 w 38"/>
              <a:gd name="T15" fmla="*/ 33 h 38"/>
              <a:gd name="T16" fmla="*/ 5 w 38"/>
              <a:gd name="T17" fmla="*/ 20 h 38"/>
              <a:gd name="T18" fmla="*/ 2 w 38"/>
              <a:gd name="T19" fmla="*/ 19 h 38"/>
              <a:gd name="T20" fmla="*/ 0 w 38"/>
              <a:gd name="T21" fmla="*/ 17 h 38"/>
              <a:gd name="T22" fmla="*/ 0 w 38"/>
              <a:gd name="T23" fmla="*/ 17 h 38"/>
              <a:gd name="T24" fmla="*/ 3 w 38"/>
              <a:gd name="T25" fmla="*/ 15 h 38"/>
              <a:gd name="T26" fmla="*/ 5 w 38"/>
              <a:gd name="T27" fmla="*/ 15 h 38"/>
              <a:gd name="T28" fmla="*/ 18 w 38"/>
              <a:gd name="T29" fmla="*/ 5 h 38"/>
              <a:gd name="T30" fmla="*/ 19 w 38"/>
              <a:gd name="T31" fmla="*/ 2 h 38"/>
              <a:gd name="T32" fmla="*/ 21 w 38"/>
              <a:gd name="T33" fmla="*/ 0 h 38"/>
              <a:gd name="T34" fmla="*/ 23 w 38"/>
              <a:gd name="T35" fmla="*/ 3 h 38"/>
              <a:gd name="T36" fmla="*/ 23 w 38"/>
              <a:gd name="T37" fmla="*/ 5 h 38"/>
              <a:gd name="T38" fmla="*/ 33 w 38"/>
              <a:gd name="T39" fmla="*/ 18 h 38"/>
              <a:gd name="T40" fmla="*/ 36 w 38"/>
              <a:gd name="T41" fmla="*/ 18 h 38"/>
              <a:gd name="T42" fmla="*/ 38 w 38"/>
              <a:gd name="T43" fmla="*/ 21 h 38"/>
              <a:gd name="T44" fmla="*/ 18 w 38"/>
              <a:gd name="T45" fmla="*/ 25 h 38"/>
              <a:gd name="T46" fmla="*/ 25 w 38"/>
              <a:gd name="T47" fmla="*/ 20 h 38"/>
              <a:gd name="T48" fmla="*/ 20 w 38"/>
              <a:gd name="T49" fmla="*/ 13 h 38"/>
              <a:gd name="T50" fmla="*/ 13 w 38"/>
              <a:gd name="T51" fmla="*/ 18 h 38"/>
              <a:gd name="T52" fmla="*/ 18 w 38"/>
              <a:gd name="T53" fmla="*/ 25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8" h="38">
                <a:moveTo>
                  <a:pt x="38" y="21"/>
                </a:moveTo>
                <a:cubicBezTo>
                  <a:pt x="38" y="22"/>
                  <a:pt x="36" y="23"/>
                  <a:pt x="35" y="23"/>
                </a:cubicBezTo>
                <a:cubicBezTo>
                  <a:pt x="33" y="23"/>
                  <a:pt x="33" y="23"/>
                  <a:pt x="33" y="23"/>
                </a:cubicBezTo>
                <a:cubicBezTo>
                  <a:pt x="27" y="23"/>
                  <a:pt x="21" y="27"/>
                  <a:pt x="20" y="33"/>
                </a:cubicBezTo>
                <a:cubicBezTo>
                  <a:pt x="19" y="36"/>
                  <a:pt x="19" y="36"/>
                  <a:pt x="19" y="36"/>
                </a:cubicBezTo>
                <a:cubicBezTo>
                  <a:pt x="19" y="37"/>
                  <a:pt x="18" y="38"/>
                  <a:pt x="17" y="38"/>
                </a:cubicBezTo>
                <a:cubicBezTo>
                  <a:pt x="16" y="37"/>
                  <a:pt x="15" y="36"/>
                  <a:pt x="15" y="35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26"/>
                  <a:pt x="11" y="21"/>
                  <a:pt x="5" y="20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18"/>
                  <a:pt x="0" y="17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5"/>
                  <a:pt x="2" y="14"/>
                  <a:pt x="3" y="15"/>
                </a:cubicBezTo>
                <a:cubicBezTo>
                  <a:pt x="5" y="15"/>
                  <a:pt x="5" y="15"/>
                  <a:pt x="5" y="15"/>
                </a:cubicBezTo>
                <a:cubicBezTo>
                  <a:pt x="11" y="15"/>
                  <a:pt x="17" y="11"/>
                  <a:pt x="18" y="5"/>
                </a:cubicBezTo>
                <a:cubicBezTo>
                  <a:pt x="19" y="2"/>
                  <a:pt x="19" y="2"/>
                  <a:pt x="19" y="2"/>
                </a:cubicBezTo>
                <a:cubicBezTo>
                  <a:pt x="19" y="1"/>
                  <a:pt x="20" y="0"/>
                  <a:pt x="21" y="0"/>
                </a:cubicBezTo>
                <a:cubicBezTo>
                  <a:pt x="23" y="0"/>
                  <a:pt x="23" y="1"/>
                  <a:pt x="23" y="3"/>
                </a:cubicBezTo>
                <a:cubicBezTo>
                  <a:pt x="23" y="5"/>
                  <a:pt x="23" y="5"/>
                  <a:pt x="23" y="5"/>
                </a:cubicBezTo>
                <a:cubicBezTo>
                  <a:pt x="23" y="11"/>
                  <a:pt x="27" y="17"/>
                  <a:pt x="33" y="18"/>
                </a:cubicBezTo>
                <a:cubicBezTo>
                  <a:pt x="36" y="18"/>
                  <a:pt x="36" y="18"/>
                  <a:pt x="36" y="18"/>
                </a:cubicBezTo>
                <a:cubicBezTo>
                  <a:pt x="37" y="19"/>
                  <a:pt x="38" y="20"/>
                  <a:pt x="38" y="21"/>
                </a:cubicBezTo>
                <a:close/>
                <a:moveTo>
                  <a:pt x="18" y="25"/>
                </a:moveTo>
                <a:cubicBezTo>
                  <a:pt x="20" y="23"/>
                  <a:pt x="23" y="21"/>
                  <a:pt x="25" y="20"/>
                </a:cubicBezTo>
                <a:cubicBezTo>
                  <a:pt x="23" y="18"/>
                  <a:pt x="21" y="15"/>
                  <a:pt x="20" y="13"/>
                </a:cubicBezTo>
                <a:cubicBezTo>
                  <a:pt x="18" y="15"/>
                  <a:pt x="16" y="17"/>
                  <a:pt x="13" y="18"/>
                </a:cubicBezTo>
                <a:cubicBezTo>
                  <a:pt x="15" y="20"/>
                  <a:pt x="17" y="22"/>
                  <a:pt x="18" y="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sp>
        <p:nvSpPr>
          <p:cNvPr id="40" name="Freeform 39"/>
          <p:cNvSpPr>
            <a:spLocks/>
          </p:cNvSpPr>
          <p:nvPr/>
        </p:nvSpPr>
        <p:spPr bwMode="auto">
          <a:xfrm>
            <a:off x="12774225" y="644032"/>
            <a:ext cx="223416" cy="219460"/>
          </a:xfrm>
          <a:custGeom>
            <a:avLst/>
            <a:gdLst>
              <a:gd name="connsiteX0" fmla="*/ 179530 w 408994"/>
              <a:gd name="connsiteY0" fmla="*/ 235253 h 401753"/>
              <a:gd name="connsiteX1" fmla="*/ 198560 w 408994"/>
              <a:gd name="connsiteY1" fmla="*/ 240705 h 401753"/>
              <a:gd name="connsiteX2" fmla="*/ 212888 w 408994"/>
              <a:gd name="connsiteY2" fmla="*/ 280967 h 401753"/>
              <a:gd name="connsiteX3" fmla="*/ 169904 w 408994"/>
              <a:gd name="connsiteY3" fmla="*/ 374912 h 401753"/>
              <a:gd name="connsiteX4" fmla="*/ 126918 w 408994"/>
              <a:gd name="connsiteY4" fmla="*/ 401753 h 401753"/>
              <a:gd name="connsiteX5" fmla="*/ 98262 w 408994"/>
              <a:gd name="connsiteY5" fmla="*/ 361491 h 401753"/>
              <a:gd name="connsiteX6" fmla="*/ 141246 w 408994"/>
              <a:gd name="connsiteY6" fmla="*/ 254125 h 401753"/>
              <a:gd name="connsiteX7" fmla="*/ 179530 w 408994"/>
              <a:gd name="connsiteY7" fmla="*/ 235253 h 401753"/>
              <a:gd name="connsiteX8" fmla="*/ 272582 w 408994"/>
              <a:gd name="connsiteY8" fmla="*/ 190276 h 401753"/>
              <a:gd name="connsiteX9" fmla="*/ 282648 w 408994"/>
              <a:gd name="connsiteY9" fmla="*/ 196097 h 401753"/>
              <a:gd name="connsiteX10" fmla="*/ 390014 w 408994"/>
              <a:gd name="connsiteY10" fmla="*/ 239082 h 401753"/>
              <a:gd name="connsiteX11" fmla="*/ 403436 w 408994"/>
              <a:gd name="connsiteY11" fmla="*/ 282067 h 401753"/>
              <a:gd name="connsiteX12" fmla="*/ 363172 w 408994"/>
              <a:gd name="connsiteY12" fmla="*/ 296396 h 401753"/>
              <a:gd name="connsiteX13" fmla="*/ 255806 w 408994"/>
              <a:gd name="connsiteY13" fmla="*/ 253411 h 401753"/>
              <a:gd name="connsiteX14" fmla="*/ 242386 w 408994"/>
              <a:gd name="connsiteY14" fmla="*/ 210426 h 401753"/>
              <a:gd name="connsiteX15" fmla="*/ 272582 w 408994"/>
              <a:gd name="connsiteY15" fmla="*/ 190276 h 401753"/>
              <a:gd name="connsiteX16" fmla="*/ 34182 w 408994"/>
              <a:gd name="connsiteY16" fmla="*/ 98754 h 401753"/>
              <a:gd name="connsiteX17" fmla="*/ 46246 w 408994"/>
              <a:gd name="connsiteY17" fmla="*/ 104232 h 401753"/>
              <a:gd name="connsiteX18" fmla="*/ 154612 w 408994"/>
              <a:gd name="connsiteY18" fmla="*/ 144688 h 401753"/>
              <a:gd name="connsiteX19" fmla="*/ 168158 w 408994"/>
              <a:gd name="connsiteY19" fmla="*/ 185144 h 401753"/>
              <a:gd name="connsiteX20" fmla="*/ 127520 w 408994"/>
              <a:gd name="connsiteY20" fmla="*/ 198629 h 401753"/>
              <a:gd name="connsiteX21" fmla="*/ 19156 w 408994"/>
              <a:gd name="connsiteY21" fmla="*/ 158173 h 401753"/>
              <a:gd name="connsiteX22" fmla="*/ 5610 w 408994"/>
              <a:gd name="connsiteY22" fmla="*/ 117717 h 401753"/>
              <a:gd name="connsiteX23" fmla="*/ 34182 w 408994"/>
              <a:gd name="connsiteY23" fmla="*/ 98754 h 401753"/>
              <a:gd name="connsiteX24" fmla="*/ 273358 w 408994"/>
              <a:gd name="connsiteY24" fmla="*/ 106 h 401753"/>
              <a:gd name="connsiteX25" fmla="*/ 291268 w 408994"/>
              <a:gd name="connsiteY25" fmla="*/ 5558 h 401753"/>
              <a:gd name="connsiteX26" fmla="*/ 304754 w 408994"/>
              <a:gd name="connsiteY26" fmla="*/ 45820 h 401753"/>
              <a:gd name="connsiteX27" fmla="*/ 264298 w 408994"/>
              <a:gd name="connsiteY27" fmla="*/ 139765 h 401753"/>
              <a:gd name="connsiteX28" fmla="*/ 223842 w 408994"/>
              <a:gd name="connsiteY28" fmla="*/ 166606 h 401753"/>
              <a:gd name="connsiteX29" fmla="*/ 196872 w 408994"/>
              <a:gd name="connsiteY29" fmla="*/ 112923 h 401753"/>
              <a:gd name="connsiteX30" fmla="*/ 237328 w 408994"/>
              <a:gd name="connsiteY30" fmla="*/ 18978 h 401753"/>
              <a:gd name="connsiteX31" fmla="*/ 259240 w 408994"/>
              <a:gd name="connsiteY31" fmla="*/ 2203 h 401753"/>
              <a:gd name="connsiteX32" fmla="*/ 273358 w 408994"/>
              <a:gd name="connsiteY32" fmla="*/ 106 h 40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408994" h="401753">
                <a:moveTo>
                  <a:pt x="179530" y="235253"/>
                </a:moveTo>
                <a:cubicBezTo>
                  <a:pt x="185128" y="235672"/>
                  <a:pt x="191396" y="237350"/>
                  <a:pt x="198560" y="240705"/>
                </a:cubicBezTo>
                <a:cubicBezTo>
                  <a:pt x="212888" y="240705"/>
                  <a:pt x="227218" y="267546"/>
                  <a:pt x="212888" y="280967"/>
                </a:cubicBezTo>
                <a:cubicBezTo>
                  <a:pt x="169904" y="374912"/>
                  <a:pt x="169904" y="374912"/>
                  <a:pt x="169904" y="374912"/>
                </a:cubicBezTo>
                <a:cubicBezTo>
                  <a:pt x="155576" y="401753"/>
                  <a:pt x="141246" y="401753"/>
                  <a:pt x="126918" y="401753"/>
                </a:cubicBezTo>
                <a:cubicBezTo>
                  <a:pt x="98262" y="388332"/>
                  <a:pt x="98262" y="374912"/>
                  <a:pt x="98262" y="361491"/>
                </a:cubicBezTo>
                <a:cubicBezTo>
                  <a:pt x="141246" y="254125"/>
                  <a:pt x="141246" y="254125"/>
                  <a:pt x="141246" y="254125"/>
                </a:cubicBezTo>
                <a:cubicBezTo>
                  <a:pt x="151994" y="244060"/>
                  <a:pt x="162740" y="233994"/>
                  <a:pt x="179530" y="235253"/>
                </a:cubicBezTo>
                <a:close/>
                <a:moveTo>
                  <a:pt x="272582" y="190276"/>
                </a:moveTo>
                <a:cubicBezTo>
                  <a:pt x="275938" y="190724"/>
                  <a:pt x="279294" y="192515"/>
                  <a:pt x="282648" y="196097"/>
                </a:cubicBezTo>
                <a:cubicBezTo>
                  <a:pt x="390014" y="239082"/>
                  <a:pt x="390014" y="239082"/>
                  <a:pt x="390014" y="239082"/>
                </a:cubicBezTo>
                <a:cubicBezTo>
                  <a:pt x="403436" y="239082"/>
                  <a:pt x="416856" y="267739"/>
                  <a:pt x="403436" y="282067"/>
                </a:cubicBezTo>
                <a:cubicBezTo>
                  <a:pt x="403436" y="296396"/>
                  <a:pt x="376594" y="310724"/>
                  <a:pt x="363172" y="296396"/>
                </a:cubicBezTo>
                <a:cubicBezTo>
                  <a:pt x="255806" y="253411"/>
                  <a:pt x="255806" y="253411"/>
                  <a:pt x="255806" y="253411"/>
                </a:cubicBezTo>
                <a:cubicBezTo>
                  <a:pt x="242386" y="253411"/>
                  <a:pt x="242386" y="224754"/>
                  <a:pt x="242386" y="210426"/>
                </a:cubicBezTo>
                <a:cubicBezTo>
                  <a:pt x="252452" y="199679"/>
                  <a:pt x="262518" y="188933"/>
                  <a:pt x="272582" y="190276"/>
                </a:cubicBezTo>
                <a:close/>
                <a:moveTo>
                  <a:pt x="34182" y="98754"/>
                </a:moveTo>
                <a:cubicBezTo>
                  <a:pt x="38626" y="99175"/>
                  <a:pt x="42860" y="100861"/>
                  <a:pt x="46246" y="104232"/>
                </a:cubicBezTo>
                <a:cubicBezTo>
                  <a:pt x="154612" y="144688"/>
                  <a:pt x="154612" y="144688"/>
                  <a:pt x="154612" y="144688"/>
                </a:cubicBezTo>
                <a:cubicBezTo>
                  <a:pt x="168158" y="144688"/>
                  <a:pt x="181702" y="171658"/>
                  <a:pt x="168158" y="185144"/>
                </a:cubicBezTo>
                <a:cubicBezTo>
                  <a:pt x="168158" y="198629"/>
                  <a:pt x="141066" y="212114"/>
                  <a:pt x="127520" y="198629"/>
                </a:cubicBezTo>
                <a:cubicBezTo>
                  <a:pt x="19156" y="158173"/>
                  <a:pt x="19156" y="158173"/>
                  <a:pt x="19156" y="158173"/>
                </a:cubicBezTo>
                <a:cubicBezTo>
                  <a:pt x="5610" y="158173"/>
                  <a:pt x="-7936" y="131203"/>
                  <a:pt x="5610" y="117717"/>
                </a:cubicBezTo>
                <a:cubicBezTo>
                  <a:pt x="5610" y="107603"/>
                  <a:pt x="20848" y="97490"/>
                  <a:pt x="34182" y="98754"/>
                </a:cubicBezTo>
                <a:close/>
                <a:moveTo>
                  <a:pt x="273358" y="106"/>
                </a:moveTo>
                <a:cubicBezTo>
                  <a:pt x="278626" y="526"/>
                  <a:pt x="284526" y="2203"/>
                  <a:pt x="291268" y="5558"/>
                </a:cubicBezTo>
                <a:cubicBezTo>
                  <a:pt x="304754" y="5558"/>
                  <a:pt x="318238" y="18978"/>
                  <a:pt x="304754" y="45820"/>
                </a:cubicBezTo>
                <a:cubicBezTo>
                  <a:pt x="264298" y="139765"/>
                  <a:pt x="264298" y="139765"/>
                  <a:pt x="264298" y="139765"/>
                </a:cubicBezTo>
                <a:cubicBezTo>
                  <a:pt x="250812" y="166606"/>
                  <a:pt x="237328" y="166606"/>
                  <a:pt x="223842" y="166606"/>
                </a:cubicBezTo>
                <a:cubicBezTo>
                  <a:pt x="196872" y="153185"/>
                  <a:pt x="196872" y="139765"/>
                  <a:pt x="196872" y="112923"/>
                </a:cubicBezTo>
                <a:cubicBezTo>
                  <a:pt x="237328" y="18978"/>
                  <a:pt x="237328" y="18978"/>
                  <a:pt x="237328" y="18978"/>
                </a:cubicBezTo>
                <a:cubicBezTo>
                  <a:pt x="244070" y="12268"/>
                  <a:pt x="250812" y="5558"/>
                  <a:pt x="259240" y="2203"/>
                </a:cubicBezTo>
                <a:cubicBezTo>
                  <a:pt x="263454" y="526"/>
                  <a:pt x="268090" y="-313"/>
                  <a:pt x="273358" y="10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013"/>
          </a:p>
        </p:txBody>
      </p:sp>
      <p:sp>
        <p:nvSpPr>
          <p:cNvPr id="42" name="Freeform 333"/>
          <p:cNvSpPr>
            <a:spLocks noEditPoints="1"/>
          </p:cNvSpPr>
          <p:nvPr/>
        </p:nvSpPr>
        <p:spPr bwMode="auto">
          <a:xfrm>
            <a:off x="16563431" y="9741419"/>
            <a:ext cx="261182" cy="269887"/>
          </a:xfrm>
          <a:custGeom>
            <a:avLst/>
            <a:gdLst>
              <a:gd name="T0" fmla="*/ 32 w 33"/>
              <a:gd name="T1" fmla="*/ 19 h 34"/>
              <a:gd name="T2" fmla="*/ 15 w 33"/>
              <a:gd name="T3" fmla="*/ 33 h 34"/>
              <a:gd name="T4" fmla="*/ 1 w 33"/>
              <a:gd name="T5" fmla="*/ 15 h 34"/>
              <a:gd name="T6" fmla="*/ 19 w 33"/>
              <a:gd name="T7" fmla="*/ 1 h 34"/>
              <a:gd name="T8" fmla="*/ 32 w 33"/>
              <a:gd name="T9" fmla="*/ 19 h 34"/>
              <a:gd name="T10" fmla="*/ 6 w 33"/>
              <a:gd name="T11" fmla="*/ 16 h 34"/>
              <a:gd name="T12" fmla="*/ 15 w 33"/>
              <a:gd name="T13" fmla="*/ 28 h 34"/>
              <a:gd name="T14" fmla="*/ 27 w 33"/>
              <a:gd name="T15" fmla="*/ 18 h 34"/>
              <a:gd name="T16" fmla="*/ 18 w 33"/>
              <a:gd name="T17" fmla="*/ 6 h 34"/>
              <a:gd name="T18" fmla="*/ 6 w 33"/>
              <a:gd name="T19" fmla="*/ 16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" h="34">
                <a:moveTo>
                  <a:pt x="32" y="19"/>
                </a:moveTo>
                <a:cubicBezTo>
                  <a:pt x="31" y="27"/>
                  <a:pt x="23" y="34"/>
                  <a:pt x="15" y="33"/>
                </a:cubicBezTo>
                <a:cubicBezTo>
                  <a:pt x="6" y="31"/>
                  <a:pt x="0" y="24"/>
                  <a:pt x="1" y="15"/>
                </a:cubicBezTo>
                <a:cubicBezTo>
                  <a:pt x="2" y="6"/>
                  <a:pt x="10" y="0"/>
                  <a:pt x="19" y="1"/>
                </a:cubicBezTo>
                <a:cubicBezTo>
                  <a:pt x="27" y="2"/>
                  <a:pt x="33" y="10"/>
                  <a:pt x="32" y="19"/>
                </a:cubicBezTo>
                <a:close/>
                <a:moveTo>
                  <a:pt x="6" y="16"/>
                </a:moveTo>
                <a:cubicBezTo>
                  <a:pt x="5" y="22"/>
                  <a:pt x="9" y="27"/>
                  <a:pt x="15" y="28"/>
                </a:cubicBezTo>
                <a:cubicBezTo>
                  <a:pt x="21" y="28"/>
                  <a:pt x="27" y="24"/>
                  <a:pt x="27" y="18"/>
                </a:cubicBezTo>
                <a:cubicBezTo>
                  <a:pt x="28" y="12"/>
                  <a:pt x="24" y="7"/>
                  <a:pt x="18" y="6"/>
                </a:cubicBezTo>
                <a:cubicBezTo>
                  <a:pt x="12" y="5"/>
                  <a:pt x="7" y="10"/>
                  <a:pt x="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013"/>
          </a:p>
        </p:txBody>
      </p:sp>
      <p:sp>
        <p:nvSpPr>
          <p:cNvPr id="43" name="Freeform 20"/>
          <p:cNvSpPr>
            <a:spLocks noEditPoints="1"/>
          </p:cNvSpPr>
          <p:nvPr/>
        </p:nvSpPr>
        <p:spPr bwMode="auto">
          <a:xfrm>
            <a:off x="10660358" y="2811381"/>
            <a:ext cx="347472" cy="347472"/>
          </a:xfrm>
          <a:custGeom>
            <a:avLst/>
            <a:gdLst>
              <a:gd name="T0" fmla="*/ 208 w 208"/>
              <a:gd name="T1" fmla="*/ 187 h 208"/>
              <a:gd name="T2" fmla="*/ 32 w 208"/>
              <a:gd name="T3" fmla="*/ 21 h 208"/>
              <a:gd name="T4" fmla="*/ 32 w 208"/>
              <a:gd name="T5" fmla="*/ 62 h 208"/>
              <a:gd name="T6" fmla="*/ 32 w 208"/>
              <a:gd name="T7" fmla="*/ 104 h 208"/>
              <a:gd name="T8" fmla="*/ 35 w 208"/>
              <a:gd name="T9" fmla="*/ 127 h 208"/>
              <a:gd name="T10" fmla="*/ 102 w 208"/>
              <a:gd name="T11" fmla="*/ 83 h 208"/>
              <a:gd name="T12" fmla="*/ 123 w 208"/>
              <a:gd name="T13" fmla="*/ 104 h 208"/>
              <a:gd name="T14" fmla="*/ 196 w 208"/>
              <a:gd name="T15" fmla="*/ 38 h 208"/>
              <a:gd name="T16" fmla="*/ 208 w 208"/>
              <a:gd name="T17" fmla="*/ 43 h 208"/>
              <a:gd name="T18" fmla="*/ 42 w 208"/>
              <a:gd name="T19" fmla="*/ 21 h 208"/>
              <a:gd name="T20" fmla="*/ 42 w 208"/>
              <a:gd name="T21" fmla="*/ 62 h 208"/>
              <a:gd name="T22" fmla="*/ 42 w 208"/>
              <a:gd name="T23" fmla="*/ 104 h 208"/>
              <a:gd name="T24" fmla="*/ 52 w 208"/>
              <a:gd name="T25" fmla="*/ 21 h 208"/>
              <a:gd name="T26" fmla="*/ 52 w 208"/>
              <a:gd name="T27" fmla="*/ 62 h 208"/>
              <a:gd name="T28" fmla="*/ 52 w 208"/>
              <a:gd name="T29" fmla="*/ 104 h 208"/>
              <a:gd name="T30" fmla="*/ 63 w 208"/>
              <a:gd name="T31" fmla="*/ 10 h 208"/>
              <a:gd name="T32" fmla="*/ 63 w 208"/>
              <a:gd name="T33" fmla="*/ 21 h 208"/>
              <a:gd name="T34" fmla="*/ 63 w 208"/>
              <a:gd name="T35" fmla="*/ 31 h 208"/>
              <a:gd name="T36" fmla="*/ 63 w 208"/>
              <a:gd name="T37" fmla="*/ 41 h 208"/>
              <a:gd name="T38" fmla="*/ 63 w 208"/>
              <a:gd name="T39" fmla="*/ 52 h 208"/>
              <a:gd name="T40" fmla="*/ 63 w 208"/>
              <a:gd name="T41" fmla="*/ 62 h 208"/>
              <a:gd name="T42" fmla="*/ 63 w 208"/>
              <a:gd name="T43" fmla="*/ 72 h 208"/>
              <a:gd name="T44" fmla="*/ 63 w 208"/>
              <a:gd name="T45" fmla="*/ 83 h 208"/>
              <a:gd name="T46" fmla="*/ 63 w 208"/>
              <a:gd name="T47" fmla="*/ 93 h 208"/>
              <a:gd name="T48" fmla="*/ 73 w 208"/>
              <a:gd name="T49" fmla="*/ 21 h 208"/>
              <a:gd name="T50" fmla="*/ 73 w 208"/>
              <a:gd name="T51" fmla="*/ 62 h 208"/>
              <a:gd name="T52" fmla="*/ 84 w 208"/>
              <a:gd name="T53" fmla="*/ 21 h 208"/>
              <a:gd name="T54" fmla="*/ 84 w 208"/>
              <a:gd name="T55" fmla="*/ 62 h 208"/>
              <a:gd name="T56" fmla="*/ 94 w 208"/>
              <a:gd name="T57" fmla="*/ 21 h 208"/>
              <a:gd name="T58" fmla="*/ 94 w 208"/>
              <a:gd name="T59" fmla="*/ 62 h 208"/>
              <a:gd name="T60" fmla="*/ 104 w 208"/>
              <a:gd name="T61" fmla="*/ 10 h 208"/>
              <a:gd name="T62" fmla="*/ 104 w 208"/>
              <a:gd name="T63" fmla="*/ 21 h 208"/>
              <a:gd name="T64" fmla="*/ 104 w 208"/>
              <a:gd name="T65" fmla="*/ 31 h 208"/>
              <a:gd name="T66" fmla="*/ 104 w 208"/>
              <a:gd name="T67" fmla="*/ 41 h 208"/>
              <a:gd name="T68" fmla="*/ 104 w 208"/>
              <a:gd name="T69" fmla="*/ 52 h 208"/>
              <a:gd name="T70" fmla="*/ 104 w 208"/>
              <a:gd name="T71" fmla="*/ 62 h 208"/>
              <a:gd name="T72" fmla="*/ 104 w 208"/>
              <a:gd name="T73" fmla="*/ 72 h 208"/>
              <a:gd name="T74" fmla="*/ 115 w 208"/>
              <a:gd name="T75" fmla="*/ 21 h 208"/>
              <a:gd name="T76" fmla="*/ 115 w 208"/>
              <a:gd name="T77" fmla="*/ 62 h 208"/>
              <a:gd name="T78" fmla="*/ 125 w 208"/>
              <a:gd name="T79" fmla="*/ 21 h 208"/>
              <a:gd name="T80" fmla="*/ 125 w 208"/>
              <a:gd name="T81" fmla="*/ 62 h 208"/>
              <a:gd name="T82" fmla="*/ 136 w 208"/>
              <a:gd name="T83" fmla="*/ 21 h 208"/>
              <a:gd name="T84" fmla="*/ 136 w 208"/>
              <a:gd name="T85" fmla="*/ 62 h 208"/>
              <a:gd name="T86" fmla="*/ 146 w 208"/>
              <a:gd name="T87" fmla="*/ 10 h 208"/>
              <a:gd name="T88" fmla="*/ 146 w 208"/>
              <a:gd name="T89" fmla="*/ 21 h 208"/>
              <a:gd name="T90" fmla="*/ 146 w 208"/>
              <a:gd name="T91" fmla="*/ 31 h 208"/>
              <a:gd name="T92" fmla="*/ 146 w 208"/>
              <a:gd name="T93" fmla="*/ 41 h 208"/>
              <a:gd name="T94" fmla="*/ 146 w 208"/>
              <a:gd name="T95" fmla="*/ 52 h 208"/>
              <a:gd name="T96" fmla="*/ 146 w 208"/>
              <a:gd name="T97" fmla="*/ 62 h 208"/>
              <a:gd name="T98" fmla="*/ 146 w 208"/>
              <a:gd name="T99" fmla="*/ 72 h 208"/>
              <a:gd name="T100" fmla="*/ 146 w 208"/>
              <a:gd name="T101" fmla="*/ 83 h 208"/>
              <a:gd name="T102" fmla="*/ 156 w 208"/>
              <a:gd name="T103" fmla="*/ 21 h 208"/>
              <a:gd name="T104" fmla="*/ 156 w 208"/>
              <a:gd name="T105" fmla="*/ 62 h 208"/>
              <a:gd name="T106" fmla="*/ 167 w 208"/>
              <a:gd name="T107" fmla="*/ 21 h 208"/>
              <a:gd name="T108" fmla="*/ 167 w 208"/>
              <a:gd name="T109" fmla="*/ 62 h 208"/>
              <a:gd name="T110" fmla="*/ 177 w 208"/>
              <a:gd name="T111" fmla="*/ 21 h 208"/>
              <a:gd name="T112" fmla="*/ 187 w 208"/>
              <a:gd name="T113" fmla="*/ 10 h 208"/>
              <a:gd name="T114" fmla="*/ 187 w 208"/>
              <a:gd name="T115" fmla="*/ 21 h 208"/>
              <a:gd name="T116" fmla="*/ 187 w 208"/>
              <a:gd name="T117" fmla="*/ 31 h 208"/>
              <a:gd name="T118" fmla="*/ 187 w 208"/>
              <a:gd name="T119" fmla="*/ 41 h 208"/>
              <a:gd name="T120" fmla="*/ 198 w 208"/>
              <a:gd name="T121" fmla="*/ 21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208" h="208">
                <a:moveTo>
                  <a:pt x="0" y="208"/>
                </a:moveTo>
                <a:cubicBezTo>
                  <a:pt x="0" y="0"/>
                  <a:pt x="0" y="0"/>
                  <a:pt x="0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1" y="187"/>
                  <a:pt x="21" y="187"/>
                  <a:pt x="21" y="187"/>
                </a:cubicBezTo>
                <a:cubicBezTo>
                  <a:pt x="208" y="187"/>
                  <a:pt x="208" y="187"/>
                  <a:pt x="208" y="187"/>
                </a:cubicBezTo>
                <a:cubicBezTo>
                  <a:pt x="208" y="208"/>
                  <a:pt x="208" y="208"/>
                  <a:pt x="208" y="208"/>
                </a:cubicBezTo>
                <a:lnTo>
                  <a:pt x="0" y="208"/>
                </a:lnTo>
                <a:close/>
                <a:moveTo>
                  <a:pt x="29" y="23"/>
                </a:moveTo>
                <a:cubicBezTo>
                  <a:pt x="29" y="21"/>
                  <a:pt x="29" y="21"/>
                  <a:pt x="29" y="21"/>
                </a:cubicBezTo>
                <a:cubicBezTo>
                  <a:pt x="32" y="21"/>
                  <a:pt x="32" y="21"/>
                  <a:pt x="32" y="21"/>
                </a:cubicBezTo>
                <a:cubicBezTo>
                  <a:pt x="32" y="23"/>
                  <a:pt x="32" y="23"/>
                  <a:pt x="32" y="23"/>
                </a:cubicBezTo>
                <a:lnTo>
                  <a:pt x="29" y="23"/>
                </a:lnTo>
                <a:close/>
                <a:moveTo>
                  <a:pt x="29" y="65"/>
                </a:moveTo>
                <a:cubicBezTo>
                  <a:pt x="29" y="62"/>
                  <a:pt x="29" y="62"/>
                  <a:pt x="29" y="62"/>
                </a:cubicBezTo>
                <a:cubicBezTo>
                  <a:pt x="32" y="62"/>
                  <a:pt x="32" y="62"/>
                  <a:pt x="32" y="62"/>
                </a:cubicBezTo>
                <a:cubicBezTo>
                  <a:pt x="32" y="65"/>
                  <a:pt x="32" y="65"/>
                  <a:pt x="32" y="65"/>
                </a:cubicBezTo>
                <a:lnTo>
                  <a:pt x="29" y="65"/>
                </a:lnTo>
                <a:close/>
                <a:moveTo>
                  <a:pt x="29" y="106"/>
                </a:moveTo>
                <a:cubicBezTo>
                  <a:pt x="29" y="104"/>
                  <a:pt x="29" y="104"/>
                  <a:pt x="29" y="104"/>
                </a:cubicBezTo>
                <a:cubicBezTo>
                  <a:pt x="32" y="104"/>
                  <a:pt x="32" y="104"/>
                  <a:pt x="32" y="104"/>
                </a:cubicBezTo>
                <a:cubicBezTo>
                  <a:pt x="32" y="106"/>
                  <a:pt x="32" y="106"/>
                  <a:pt x="32" y="106"/>
                </a:cubicBezTo>
                <a:lnTo>
                  <a:pt x="29" y="106"/>
                </a:lnTo>
                <a:close/>
                <a:moveTo>
                  <a:pt x="32" y="176"/>
                </a:moveTo>
                <a:cubicBezTo>
                  <a:pt x="32" y="133"/>
                  <a:pt x="32" y="133"/>
                  <a:pt x="32" y="133"/>
                </a:cubicBezTo>
                <a:cubicBezTo>
                  <a:pt x="32" y="130"/>
                  <a:pt x="33" y="128"/>
                  <a:pt x="35" y="127"/>
                </a:cubicBezTo>
                <a:cubicBezTo>
                  <a:pt x="83" y="79"/>
                  <a:pt x="83" y="79"/>
                  <a:pt x="83" y="79"/>
                </a:cubicBezTo>
                <a:cubicBezTo>
                  <a:pt x="84" y="77"/>
                  <a:pt x="86" y="75"/>
                  <a:pt x="89" y="75"/>
                </a:cubicBezTo>
                <a:cubicBezTo>
                  <a:pt x="91" y="75"/>
                  <a:pt x="93" y="76"/>
                  <a:pt x="95" y="78"/>
                </a:cubicBezTo>
                <a:cubicBezTo>
                  <a:pt x="102" y="85"/>
                  <a:pt x="102" y="85"/>
                  <a:pt x="102" y="85"/>
                </a:cubicBezTo>
                <a:cubicBezTo>
                  <a:pt x="102" y="83"/>
                  <a:pt x="102" y="83"/>
                  <a:pt x="102" y="83"/>
                </a:cubicBezTo>
                <a:cubicBezTo>
                  <a:pt x="104" y="83"/>
                  <a:pt x="104" y="83"/>
                  <a:pt x="104" y="83"/>
                </a:cubicBezTo>
                <a:cubicBezTo>
                  <a:pt x="104" y="85"/>
                  <a:pt x="104" y="85"/>
                  <a:pt x="104" y="85"/>
                </a:cubicBezTo>
                <a:cubicBezTo>
                  <a:pt x="102" y="85"/>
                  <a:pt x="102" y="85"/>
                  <a:pt x="102" y="85"/>
                </a:cubicBezTo>
                <a:cubicBezTo>
                  <a:pt x="123" y="106"/>
                  <a:pt x="123" y="106"/>
                  <a:pt x="123" y="106"/>
                </a:cubicBezTo>
                <a:cubicBezTo>
                  <a:pt x="123" y="104"/>
                  <a:pt x="123" y="104"/>
                  <a:pt x="123" y="104"/>
                </a:cubicBezTo>
                <a:cubicBezTo>
                  <a:pt x="125" y="104"/>
                  <a:pt x="125" y="104"/>
                  <a:pt x="125" y="104"/>
                </a:cubicBezTo>
                <a:cubicBezTo>
                  <a:pt x="125" y="106"/>
                  <a:pt x="125" y="106"/>
                  <a:pt x="125" y="106"/>
                </a:cubicBezTo>
                <a:cubicBezTo>
                  <a:pt x="123" y="106"/>
                  <a:pt x="123" y="106"/>
                  <a:pt x="123" y="106"/>
                </a:cubicBezTo>
                <a:cubicBezTo>
                  <a:pt x="125" y="109"/>
                  <a:pt x="125" y="109"/>
                  <a:pt x="125" y="109"/>
                </a:cubicBezTo>
                <a:cubicBezTo>
                  <a:pt x="196" y="38"/>
                  <a:pt x="196" y="38"/>
                  <a:pt x="196" y="38"/>
                </a:cubicBezTo>
                <a:cubicBezTo>
                  <a:pt x="197" y="37"/>
                  <a:pt x="198" y="36"/>
                  <a:pt x="200" y="36"/>
                </a:cubicBezTo>
                <a:cubicBezTo>
                  <a:pt x="201" y="36"/>
                  <a:pt x="203" y="36"/>
                  <a:pt x="204" y="36"/>
                </a:cubicBezTo>
                <a:cubicBezTo>
                  <a:pt x="205" y="37"/>
                  <a:pt x="206" y="38"/>
                  <a:pt x="207" y="39"/>
                </a:cubicBezTo>
                <a:cubicBezTo>
                  <a:pt x="208" y="40"/>
                  <a:pt x="208" y="41"/>
                  <a:pt x="208" y="43"/>
                </a:cubicBezTo>
                <a:cubicBezTo>
                  <a:pt x="208" y="43"/>
                  <a:pt x="208" y="43"/>
                  <a:pt x="208" y="43"/>
                </a:cubicBezTo>
                <a:cubicBezTo>
                  <a:pt x="208" y="176"/>
                  <a:pt x="208" y="176"/>
                  <a:pt x="208" y="176"/>
                </a:cubicBezTo>
                <a:lnTo>
                  <a:pt x="32" y="176"/>
                </a:lnTo>
                <a:close/>
                <a:moveTo>
                  <a:pt x="40" y="23"/>
                </a:moveTo>
                <a:cubicBezTo>
                  <a:pt x="40" y="21"/>
                  <a:pt x="40" y="21"/>
                  <a:pt x="40" y="21"/>
                </a:cubicBezTo>
                <a:cubicBezTo>
                  <a:pt x="42" y="21"/>
                  <a:pt x="42" y="21"/>
                  <a:pt x="42" y="21"/>
                </a:cubicBezTo>
                <a:cubicBezTo>
                  <a:pt x="42" y="23"/>
                  <a:pt x="42" y="23"/>
                  <a:pt x="42" y="23"/>
                </a:cubicBezTo>
                <a:lnTo>
                  <a:pt x="40" y="23"/>
                </a:lnTo>
                <a:close/>
                <a:moveTo>
                  <a:pt x="40" y="65"/>
                </a:moveTo>
                <a:cubicBezTo>
                  <a:pt x="40" y="62"/>
                  <a:pt x="40" y="62"/>
                  <a:pt x="40" y="62"/>
                </a:cubicBezTo>
                <a:cubicBezTo>
                  <a:pt x="42" y="62"/>
                  <a:pt x="42" y="62"/>
                  <a:pt x="42" y="62"/>
                </a:cubicBezTo>
                <a:cubicBezTo>
                  <a:pt x="42" y="65"/>
                  <a:pt x="42" y="65"/>
                  <a:pt x="42" y="65"/>
                </a:cubicBezTo>
                <a:lnTo>
                  <a:pt x="40" y="65"/>
                </a:lnTo>
                <a:close/>
                <a:moveTo>
                  <a:pt x="40" y="106"/>
                </a:moveTo>
                <a:cubicBezTo>
                  <a:pt x="40" y="104"/>
                  <a:pt x="40" y="104"/>
                  <a:pt x="40" y="104"/>
                </a:cubicBezTo>
                <a:cubicBezTo>
                  <a:pt x="42" y="104"/>
                  <a:pt x="42" y="104"/>
                  <a:pt x="42" y="104"/>
                </a:cubicBezTo>
                <a:cubicBezTo>
                  <a:pt x="42" y="106"/>
                  <a:pt x="42" y="106"/>
                  <a:pt x="42" y="106"/>
                </a:cubicBezTo>
                <a:lnTo>
                  <a:pt x="40" y="106"/>
                </a:lnTo>
                <a:close/>
                <a:moveTo>
                  <a:pt x="50" y="23"/>
                </a:moveTo>
                <a:cubicBezTo>
                  <a:pt x="50" y="21"/>
                  <a:pt x="50" y="21"/>
                  <a:pt x="50" y="21"/>
                </a:cubicBezTo>
                <a:cubicBezTo>
                  <a:pt x="52" y="21"/>
                  <a:pt x="52" y="21"/>
                  <a:pt x="52" y="21"/>
                </a:cubicBezTo>
                <a:cubicBezTo>
                  <a:pt x="52" y="23"/>
                  <a:pt x="52" y="23"/>
                  <a:pt x="52" y="23"/>
                </a:cubicBezTo>
                <a:lnTo>
                  <a:pt x="50" y="23"/>
                </a:lnTo>
                <a:close/>
                <a:moveTo>
                  <a:pt x="50" y="65"/>
                </a:moveTo>
                <a:cubicBezTo>
                  <a:pt x="50" y="62"/>
                  <a:pt x="50" y="62"/>
                  <a:pt x="50" y="62"/>
                </a:cubicBezTo>
                <a:cubicBezTo>
                  <a:pt x="52" y="62"/>
                  <a:pt x="52" y="62"/>
                  <a:pt x="52" y="62"/>
                </a:cubicBezTo>
                <a:cubicBezTo>
                  <a:pt x="52" y="65"/>
                  <a:pt x="52" y="65"/>
                  <a:pt x="52" y="65"/>
                </a:cubicBezTo>
                <a:lnTo>
                  <a:pt x="50" y="65"/>
                </a:lnTo>
                <a:close/>
                <a:moveTo>
                  <a:pt x="50" y="106"/>
                </a:moveTo>
                <a:cubicBezTo>
                  <a:pt x="50" y="104"/>
                  <a:pt x="50" y="104"/>
                  <a:pt x="50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52" y="106"/>
                  <a:pt x="52" y="106"/>
                  <a:pt x="52" y="106"/>
                </a:cubicBezTo>
                <a:lnTo>
                  <a:pt x="50" y="106"/>
                </a:lnTo>
                <a:close/>
                <a:moveTo>
                  <a:pt x="60" y="13"/>
                </a:moveTo>
                <a:cubicBezTo>
                  <a:pt x="60" y="10"/>
                  <a:pt x="60" y="10"/>
                  <a:pt x="60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3"/>
                  <a:pt x="63" y="13"/>
                  <a:pt x="63" y="13"/>
                </a:cubicBezTo>
                <a:lnTo>
                  <a:pt x="60" y="13"/>
                </a:lnTo>
                <a:close/>
                <a:moveTo>
                  <a:pt x="60" y="23"/>
                </a:moveTo>
                <a:cubicBezTo>
                  <a:pt x="60" y="21"/>
                  <a:pt x="60" y="21"/>
                  <a:pt x="60" y="21"/>
                </a:cubicBezTo>
                <a:cubicBezTo>
                  <a:pt x="63" y="21"/>
                  <a:pt x="63" y="21"/>
                  <a:pt x="63" y="21"/>
                </a:cubicBezTo>
                <a:cubicBezTo>
                  <a:pt x="63" y="23"/>
                  <a:pt x="63" y="23"/>
                  <a:pt x="63" y="23"/>
                </a:cubicBezTo>
                <a:lnTo>
                  <a:pt x="60" y="23"/>
                </a:lnTo>
                <a:close/>
                <a:moveTo>
                  <a:pt x="60" y="34"/>
                </a:moveTo>
                <a:cubicBezTo>
                  <a:pt x="60" y="31"/>
                  <a:pt x="60" y="31"/>
                  <a:pt x="60" y="31"/>
                </a:cubicBezTo>
                <a:cubicBezTo>
                  <a:pt x="63" y="31"/>
                  <a:pt x="63" y="31"/>
                  <a:pt x="63" y="31"/>
                </a:cubicBezTo>
                <a:cubicBezTo>
                  <a:pt x="63" y="34"/>
                  <a:pt x="63" y="34"/>
                  <a:pt x="63" y="34"/>
                </a:cubicBezTo>
                <a:lnTo>
                  <a:pt x="60" y="34"/>
                </a:lnTo>
                <a:close/>
                <a:moveTo>
                  <a:pt x="60" y="44"/>
                </a:moveTo>
                <a:cubicBezTo>
                  <a:pt x="60" y="41"/>
                  <a:pt x="60" y="41"/>
                  <a:pt x="60" y="41"/>
                </a:cubicBezTo>
                <a:cubicBezTo>
                  <a:pt x="63" y="41"/>
                  <a:pt x="63" y="41"/>
                  <a:pt x="63" y="41"/>
                </a:cubicBezTo>
                <a:cubicBezTo>
                  <a:pt x="63" y="44"/>
                  <a:pt x="63" y="44"/>
                  <a:pt x="63" y="44"/>
                </a:cubicBezTo>
                <a:lnTo>
                  <a:pt x="60" y="44"/>
                </a:lnTo>
                <a:close/>
                <a:moveTo>
                  <a:pt x="60" y="54"/>
                </a:moveTo>
                <a:cubicBezTo>
                  <a:pt x="60" y="52"/>
                  <a:pt x="60" y="52"/>
                  <a:pt x="60" y="52"/>
                </a:cubicBezTo>
                <a:cubicBezTo>
                  <a:pt x="63" y="52"/>
                  <a:pt x="63" y="52"/>
                  <a:pt x="63" y="52"/>
                </a:cubicBezTo>
                <a:cubicBezTo>
                  <a:pt x="63" y="54"/>
                  <a:pt x="63" y="54"/>
                  <a:pt x="63" y="54"/>
                </a:cubicBezTo>
                <a:lnTo>
                  <a:pt x="60" y="54"/>
                </a:lnTo>
                <a:close/>
                <a:moveTo>
                  <a:pt x="60" y="65"/>
                </a:moveTo>
                <a:cubicBezTo>
                  <a:pt x="60" y="62"/>
                  <a:pt x="60" y="62"/>
                  <a:pt x="60" y="62"/>
                </a:cubicBezTo>
                <a:cubicBezTo>
                  <a:pt x="63" y="62"/>
                  <a:pt x="63" y="62"/>
                  <a:pt x="63" y="62"/>
                </a:cubicBezTo>
                <a:cubicBezTo>
                  <a:pt x="63" y="65"/>
                  <a:pt x="63" y="65"/>
                  <a:pt x="63" y="65"/>
                </a:cubicBezTo>
                <a:lnTo>
                  <a:pt x="60" y="65"/>
                </a:lnTo>
                <a:close/>
                <a:moveTo>
                  <a:pt x="60" y="75"/>
                </a:moveTo>
                <a:cubicBezTo>
                  <a:pt x="60" y="72"/>
                  <a:pt x="60" y="72"/>
                  <a:pt x="60" y="72"/>
                </a:cubicBezTo>
                <a:cubicBezTo>
                  <a:pt x="63" y="72"/>
                  <a:pt x="63" y="72"/>
                  <a:pt x="63" y="72"/>
                </a:cubicBezTo>
                <a:cubicBezTo>
                  <a:pt x="63" y="75"/>
                  <a:pt x="63" y="75"/>
                  <a:pt x="63" y="75"/>
                </a:cubicBezTo>
                <a:lnTo>
                  <a:pt x="60" y="75"/>
                </a:lnTo>
                <a:close/>
                <a:moveTo>
                  <a:pt x="60" y="85"/>
                </a:moveTo>
                <a:cubicBezTo>
                  <a:pt x="60" y="83"/>
                  <a:pt x="60" y="83"/>
                  <a:pt x="60" y="83"/>
                </a:cubicBezTo>
                <a:cubicBezTo>
                  <a:pt x="63" y="83"/>
                  <a:pt x="63" y="83"/>
                  <a:pt x="63" y="83"/>
                </a:cubicBezTo>
                <a:cubicBezTo>
                  <a:pt x="63" y="85"/>
                  <a:pt x="63" y="85"/>
                  <a:pt x="63" y="85"/>
                </a:cubicBezTo>
                <a:lnTo>
                  <a:pt x="60" y="85"/>
                </a:lnTo>
                <a:close/>
                <a:moveTo>
                  <a:pt x="60" y="96"/>
                </a:moveTo>
                <a:cubicBezTo>
                  <a:pt x="60" y="93"/>
                  <a:pt x="60" y="93"/>
                  <a:pt x="60" y="93"/>
                </a:cubicBezTo>
                <a:cubicBezTo>
                  <a:pt x="63" y="93"/>
                  <a:pt x="63" y="93"/>
                  <a:pt x="63" y="93"/>
                </a:cubicBezTo>
                <a:cubicBezTo>
                  <a:pt x="63" y="96"/>
                  <a:pt x="63" y="96"/>
                  <a:pt x="63" y="96"/>
                </a:cubicBezTo>
                <a:lnTo>
                  <a:pt x="60" y="96"/>
                </a:lnTo>
                <a:close/>
                <a:moveTo>
                  <a:pt x="71" y="23"/>
                </a:moveTo>
                <a:cubicBezTo>
                  <a:pt x="71" y="21"/>
                  <a:pt x="71" y="21"/>
                  <a:pt x="71" y="21"/>
                </a:cubicBezTo>
                <a:cubicBezTo>
                  <a:pt x="73" y="21"/>
                  <a:pt x="73" y="21"/>
                  <a:pt x="73" y="21"/>
                </a:cubicBezTo>
                <a:cubicBezTo>
                  <a:pt x="73" y="23"/>
                  <a:pt x="73" y="23"/>
                  <a:pt x="73" y="23"/>
                </a:cubicBezTo>
                <a:lnTo>
                  <a:pt x="71" y="23"/>
                </a:lnTo>
                <a:close/>
                <a:moveTo>
                  <a:pt x="71" y="65"/>
                </a:moveTo>
                <a:cubicBezTo>
                  <a:pt x="71" y="62"/>
                  <a:pt x="71" y="62"/>
                  <a:pt x="71" y="62"/>
                </a:cubicBezTo>
                <a:cubicBezTo>
                  <a:pt x="73" y="62"/>
                  <a:pt x="73" y="62"/>
                  <a:pt x="73" y="62"/>
                </a:cubicBezTo>
                <a:cubicBezTo>
                  <a:pt x="73" y="65"/>
                  <a:pt x="73" y="65"/>
                  <a:pt x="73" y="65"/>
                </a:cubicBezTo>
                <a:lnTo>
                  <a:pt x="71" y="65"/>
                </a:lnTo>
                <a:close/>
                <a:moveTo>
                  <a:pt x="81" y="23"/>
                </a:moveTo>
                <a:cubicBezTo>
                  <a:pt x="81" y="21"/>
                  <a:pt x="81" y="21"/>
                  <a:pt x="81" y="21"/>
                </a:cubicBezTo>
                <a:cubicBezTo>
                  <a:pt x="84" y="21"/>
                  <a:pt x="84" y="21"/>
                  <a:pt x="84" y="21"/>
                </a:cubicBezTo>
                <a:cubicBezTo>
                  <a:pt x="84" y="23"/>
                  <a:pt x="84" y="23"/>
                  <a:pt x="84" y="23"/>
                </a:cubicBezTo>
                <a:lnTo>
                  <a:pt x="81" y="23"/>
                </a:lnTo>
                <a:close/>
                <a:moveTo>
                  <a:pt x="81" y="65"/>
                </a:moveTo>
                <a:cubicBezTo>
                  <a:pt x="81" y="62"/>
                  <a:pt x="81" y="62"/>
                  <a:pt x="81" y="62"/>
                </a:cubicBezTo>
                <a:cubicBezTo>
                  <a:pt x="84" y="62"/>
                  <a:pt x="84" y="62"/>
                  <a:pt x="84" y="62"/>
                </a:cubicBezTo>
                <a:cubicBezTo>
                  <a:pt x="84" y="65"/>
                  <a:pt x="84" y="65"/>
                  <a:pt x="84" y="65"/>
                </a:cubicBezTo>
                <a:lnTo>
                  <a:pt x="81" y="65"/>
                </a:lnTo>
                <a:close/>
                <a:moveTo>
                  <a:pt x="91" y="23"/>
                </a:moveTo>
                <a:cubicBezTo>
                  <a:pt x="91" y="21"/>
                  <a:pt x="91" y="21"/>
                  <a:pt x="91" y="21"/>
                </a:cubicBezTo>
                <a:cubicBezTo>
                  <a:pt x="94" y="21"/>
                  <a:pt x="94" y="21"/>
                  <a:pt x="94" y="21"/>
                </a:cubicBezTo>
                <a:cubicBezTo>
                  <a:pt x="94" y="23"/>
                  <a:pt x="94" y="23"/>
                  <a:pt x="94" y="23"/>
                </a:cubicBezTo>
                <a:lnTo>
                  <a:pt x="91" y="23"/>
                </a:lnTo>
                <a:close/>
                <a:moveTo>
                  <a:pt x="91" y="65"/>
                </a:moveTo>
                <a:cubicBezTo>
                  <a:pt x="91" y="62"/>
                  <a:pt x="91" y="62"/>
                  <a:pt x="91" y="62"/>
                </a:cubicBezTo>
                <a:cubicBezTo>
                  <a:pt x="94" y="62"/>
                  <a:pt x="94" y="62"/>
                  <a:pt x="94" y="62"/>
                </a:cubicBezTo>
                <a:cubicBezTo>
                  <a:pt x="94" y="65"/>
                  <a:pt x="94" y="65"/>
                  <a:pt x="94" y="65"/>
                </a:cubicBezTo>
                <a:lnTo>
                  <a:pt x="91" y="65"/>
                </a:lnTo>
                <a:close/>
                <a:moveTo>
                  <a:pt x="102" y="13"/>
                </a:moveTo>
                <a:cubicBezTo>
                  <a:pt x="102" y="10"/>
                  <a:pt x="102" y="10"/>
                  <a:pt x="102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13"/>
                  <a:pt x="104" y="13"/>
                  <a:pt x="104" y="13"/>
                </a:cubicBezTo>
                <a:lnTo>
                  <a:pt x="102" y="13"/>
                </a:lnTo>
                <a:close/>
                <a:moveTo>
                  <a:pt x="102" y="23"/>
                </a:moveTo>
                <a:cubicBezTo>
                  <a:pt x="102" y="21"/>
                  <a:pt x="102" y="21"/>
                  <a:pt x="102" y="21"/>
                </a:cubicBezTo>
                <a:cubicBezTo>
                  <a:pt x="104" y="21"/>
                  <a:pt x="104" y="21"/>
                  <a:pt x="104" y="21"/>
                </a:cubicBezTo>
                <a:cubicBezTo>
                  <a:pt x="104" y="23"/>
                  <a:pt x="104" y="23"/>
                  <a:pt x="104" y="23"/>
                </a:cubicBezTo>
                <a:lnTo>
                  <a:pt x="102" y="23"/>
                </a:lnTo>
                <a:close/>
                <a:moveTo>
                  <a:pt x="102" y="34"/>
                </a:moveTo>
                <a:cubicBezTo>
                  <a:pt x="102" y="31"/>
                  <a:pt x="102" y="31"/>
                  <a:pt x="102" y="31"/>
                </a:cubicBezTo>
                <a:cubicBezTo>
                  <a:pt x="104" y="31"/>
                  <a:pt x="104" y="31"/>
                  <a:pt x="104" y="31"/>
                </a:cubicBezTo>
                <a:cubicBezTo>
                  <a:pt x="104" y="34"/>
                  <a:pt x="104" y="34"/>
                  <a:pt x="104" y="34"/>
                </a:cubicBezTo>
                <a:lnTo>
                  <a:pt x="102" y="34"/>
                </a:lnTo>
                <a:close/>
                <a:moveTo>
                  <a:pt x="102" y="44"/>
                </a:moveTo>
                <a:cubicBezTo>
                  <a:pt x="102" y="41"/>
                  <a:pt x="102" y="41"/>
                  <a:pt x="102" y="41"/>
                </a:cubicBezTo>
                <a:cubicBezTo>
                  <a:pt x="104" y="41"/>
                  <a:pt x="104" y="41"/>
                  <a:pt x="104" y="41"/>
                </a:cubicBezTo>
                <a:cubicBezTo>
                  <a:pt x="104" y="44"/>
                  <a:pt x="104" y="44"/>
                  <a:pt x="104" y="44"/>
                </a:cubicBezTo>
                <a:lnTo>
                  <a:pt x="102" y="44"/>
                </a:lnTo>
                <a:close/>
                <a:moveTo>
                  <a:pt x="102" y="54"/>
                </a:moveTo>
                <a:cubicBezTo>
                  <a:pt x="102" y="52"/>
                  <a:pt x="102" y="52"/>
                  <a:pt x="102" y="52"/>
                </a:cubicBezTo>
                <a:cubicBezTo>
                  <a:pt x="104" y="52"/>
                  <a:pt x="104" y="52"/>
                  <a:pt x="104" y="52"/>
                </a:cubicBezTo>
                <a:cubicBezTo>
                  <a:pt x="104" y="54"/>
                  <a:pt x="104" y="54"/>
                  <a:pt x="104" y="54"/>
                </a:cubicBezTo>
                <a:lnTo>
                  <a:pt x="102" y="54"/>
                </a:lnTo>
                <a:close/>
                <a:moveTo>
                  <a:pt x="102" y="65"/>
                </a:moveTo>
                <a:cubicBezTo>
                  <a:pt x="102" y="62"/>
                  <a:pt x="102" y="62"/>
                  <a:pt x="102" y="62"/>
                </a:cubicBezTo>
                <a:cubicBezTo>
                  <a:pt x="104" y="62"/>
                  <a:pt x="104" y="62"/>
                  <a:pt x="104" y="62"/>
                </a:cubicBezTo>
                <a:cubicBezTo>
                  <a:pt x="104" y="65"/>
                  <a:pt x="104" y="65"/>
                  <a:pt x="104" y="65"/>
                </a:cubicBezTo>
                <a:lnTo>
                  <a:pt x="102" y="65"/>
                </a:lnTo>
                <a:close/>
                <a:moveTo>
                  <a:pt x="102" y="75"/>
                </a:moveTo>
                <a:cubicBezTo>
                  <a:pt x="102" y="72"/>
                  <a:pt x="102" y="72"/>
                  <a:pt x="102" y="72"/>
                </a:cubicBezTo>
                <a:cubicBezTo>
                  <a:pt x="104" y="72"/>
                  <a:pt x="104" y="72"/>
                  <a:pt x="104" y="72"/>
                </a:cubicBezTo>
                <a:cubicBezTo>
                  <a:pt x="104" y="75"/>
                  <a:pt x="104" y="75"/>
                  <a:pt x="104" y="75"/>
                </a:cubicBezTo>
                <a:lnTo>
                  <a:pt x="102" y="75"/>
                </a:lnTo>
                <a:close/>
                <a:moveTo>
                  <a:pt x="112" y="23"/>
                </a:moveTo>
                <a:cubicBezTo>
                  <a:pt x="112" y="21"/>
                  <a:pt x="112" y="21"/>
                  <a:pt x="112" y="21"/>
                </a:cubicBezTo>
                <a:cubicBezTo>
                  <a:pt x="115" y="21"/>
                  <a:pt x="115" y="21"/>
                  <a:pt x="115" y="21"/>
                </a:cubicBezTo>
                <a:cubicBezTo>
                  <a:pt x="115" y="23"/>
                  <a:pt x="115" y="23"/>
                  <a:pt x="115" y="23"/>
                </a:cubicBezTo>
                <a:lnTo>
                  <a:pt x="112" y="23"/>
                </a:lnTo>
                <a:close/>
                <a:moveTo>
                  <a:pt x="112" y="65"/>
                </a:moveTo>
                <a:cubicBezTo>
                  <a:pt x="112" y="62"/>
                  <a:pt x="112" y="62"/>
                  <a:pt x="112" y="62"/>
                </a:cubicBezTo>
                <a:cubicBezTo>
                  <a:pt x="115" y="62"/>
                  <a:pt x="115" y="62"/>
                  <a:pt x="115" y="62"/>
                </a:cubicBezTo>
                <a:cubicBezTo>
                  <a:pt x="115" y="65"/>
                  <a:pt x="115" y="65"/>
                  <a:pt x="115" y="65"/>
                </a:cubicBezTo>
                <a:lnTo>
                  <a:pt x="112" y="65"/>
                </a:lnTo>
                <a:close/>
                <a:moveTo>
                  <a:pt x="123" y="23"/>
                </a:moveTo>
                <a:cubicBezTo>
                  <a:pt x="123" y="21"/>
                  <a:pt x="123" y="21"/>
                  <a:pt x="123" y="21"/>
                </a:cubicBezTo>
                <a:cubicBezTo>
                  <a:pt x="125" y="21"/>
                  <a:pt x="125" y="21"/>
                  <a:pt x="125" y="21"/>
                </a:cubicBezTo>
                <a:cubicBezTo>
                  <a:pt x="125" y="23"/>
                  <a:pt x="125" y="23"/>
                  <a:pt x="125" y="23"/>
                </a:cubicBezTo>
                <a:lnTo>
                  <a:pt x="123" y="23"/>
                </a:lnTo>
                <a:close/>
                <a:moveTo>
                  <a:pt x="123" y="65"/>
                </a:moveTo>
                <a:cubicBezTo>
                  <a:pt x="123" y="62"/>
                  <a:pt x="123" y="62"/>
                  <a:pt x="123" y="62"/>
                </a:cubicBezTo>
                <a:cubicBezTo>
                  <a:pt x="125" y="62"/>
                  <a:pt x="125" y="62"/>
                  <a:pt x="125" y="62"/>
                </a:cubicBezTo>
                <a:cubicBezTo>
                  <a:pt x="125" y="65"/>
                  <a:pt x="125" y="65"/>
                  <a:pt x="125" y="65"/>
                </a:cubicBezTo>
                <a:lnTo>
                  <a:pt x="123" y="65"/>
                </a:lnTo>
                <a:close/>
                <a:moveTo>
                  <a:pt x="133" y="23"/>
                </a:moveTo>
                <a:cubicBezTo>
                  <a:pt x="133" y="21"/>
                  <a:pt x="133" y="21"/>
                  <a:pt x="133" y="21"/>
                </a:cubicBezTo>
                <a:cubicBezTo>
                  <a:pt x="136" y="21"/>
                  <a:pt x="136" y="21"/>
                  <a:pt x="136" y="21"/>
                </a:cubicBezTo>
                <a:cubicBezTo>
                  <a:pt x="136" y="23"/>
                  <a:pt x="136" y="23"/>
                  <a:pt x="136" y="23"/>
                </a:cubicBezTo>
                <a:lnTo>
                  <a:pt x="133" y="23"/>
                </a:lnTo>
                <a:close/>
                <a:moveTo>
                  <a:pt x="133" y="65"/>
                </a:moveTo>
                <a:cubicBezTo>
                  <a:pt x="133" y="62"/>
                  <a:pt x="133" y="62"/>
                  <a:pt x="133" y="62"/>
                </a:cubicBezTo>
                <a:cubicBezTo>
                  <a:pt x="136" y="62"/>
                  <a:pt x="136" y="62"/>
                  <a:pt x="136" y="62"/>
                </a:cubicBezTo>
                <a:cubicBezTo>
                  <a:pt x="136" y="65"/>
                  <a:pt x="136" y="65"/>
                  <a:pt x="136" y="65"/>
                </a:cubicBezTo>
                <a:lnTo>
                  <a:pt x="133" y="65"/>
                </a:lnTo>
                <a:close/>
                <a:moveTo>
                  <a:pt x="143" y="13"/>
                </a:moveTo>
                <a:cubicBezTo>
                  <a:pt x="143" y="10"/>
                  <a:pt x="143" y="10"/>
                  <a:pt x="143" y="10"/>
                </a:cubicBezTo>
                <a:cubicBezTo>
                  <a:pt x="146" y="10"/>
                  <a:pt x="146" y="10"/>
                  <a:pt x="146" y="10"/>
                </a:cubicBezTo>
                <a:cubicBezTo>
                  <a:pt x="146" y="13"/>
                  <a:pt x="146" y="13"/>
                  <a:pt x="146" y="13"/>
                </a:cubicBezTo>
                <a:lnTo>
                  <a:pt x="143" y="13"/>
                </a:lnTo>
                <a:close/>
                <a:moveTo>
                  <a:pt x="143" y="23"/>
                </a:moveTo>
                <a:cubicBezTo>
                  <a:pt x="143" y="21"/>
                  <a:pt x="143" y="21"/>
                  <a:pt x="143" y="21"/>
                </a:cubicBezTo>
                <a:cubicBezTo>
                  <a:pt x="146" y="21"/>
                  <a:pt x="146" y="21"/>
                  <a:pt x="146" y="21"/>
                </a:cubicBezTo>
                <a:cubicBezTo>
                  <a:pt x="146" y="23"/>
                  <a:pt x="146" y="23"/>
                  <a:pt x="146" y="23"/>
                </a:cubicBezTo>
                <a:lnTo>
                  <a:pt x="143" y="23"/>
                </a:lnTo>
                <a:close/>
                <a:moveTo>
                  <a:pt x="143" y="34"/>
                </a:moveTo>
                <a:cubicBezTo>
                  <a:pt x="143" y="31"/>
                  <a:pt x="143" y="31"/>
                  <a:pt x="143" y="31"/>
                </a:cubicBezTo>
                <a:cubicBezTo>
                  <a:pt x="146" y="31"/>
                  <a:pt x="146" y="31"/>
                  <a:pt x="146" y="31"/>
                </a:cubicBezTo>
                <a:cubicBezTo>
                  <a:pt x="146" y="34"/>
                  <a:pt x="146" y="34"/>
                  <a:pt x="146" y="34"/>
                </a:cubicBezTo>
                <a:lnTo>
                  <a:pt x="143" y="34"/>
                </a:lnTo>
                <a:close/>
                <a:moveTo>
                  <a:pt x="143" y="44"/>
                </a:moveTo>
                <a:cubicBezTo>
                  <a:pt x="143" y="41"/>
                  <a:pt x="143" y="41"/>
                  <a:pt x="143" y="41"/>
                </a:cubicBezTo>
                <a:cubicBezTo>
                  <a:pt x="146" y="41"/>
                  <a:pt x="146" y="41"/>
                  <a:pt x="146" y="41"/>
                </a:cubicBezTo>
                <a:cubicBezTo>
                  <a:pt x="146" y="44"/>
                  <a:pt x="146" y="44"/>
                  <a:pt x="146" y="44"/>
                </a:cubicBezTo>
                <a:lnTo>
                  <a:pt x="143" y="44"/>
                </a:lnTo>
                <a:close/>
                <a:moveTo>
                  <a:pt x="143" y="54"/>
                </a:moveTo>
                <a:cubicBezTo>
                  <a:pt x="143" y="52"/>
                  <a:pt x="143" y="52"/>
                  <a:pt x="143" y="52"/>
                </a:cubicBezTo>
                <a:cubicBezTo>
                  <a:pt x="146" y="52"/>
                  <a:pt x="146" y="52"/>
                  <a:pt x="146" y="52"/>
                </a:cubicBezTo>
                <a:cubicBezTo>
                  <a:pt x="146" y="54"/>
                  <a:pt x="146" y="54"/>
                  <a:pt x="146" y="54"/>
                </a:cubicBezTo>
                <a:lnTo>
                  <a:pt x="143" y="54"/>
                </a:lnTo>
                <a:close/>
                <a:moveTo>
                  <a:pt x="143" y="65"/>
                </a:moveTo>
                <a:cubicBezTo>
                  <a:pt x="143" y="62"/>
                  <a:pt x="143" y="62"/>
                  <a:pt x="143" y="62"/>
                </a:cubicBezTo>
                <a:cubicBezTo>
                  <a:pt x="146" y="62"/>
                  <a:pt x="146" y="62"/>
                  <a:pt x="146" y="62"/>
                </a:cubicBezTo>
                <a:cubicBezTo>
                  <a:pt x="146" y="65"/>
                  <a:pt x="146" y="65"/>
                  <a:pt x="146" y="65"/>
                </a:cubicBezTo>
                <a:lnTo>
                  <a:pt x="143" y="65"/>
                </a:lnTo>
                <a:close/>
                <a:moveTo>
                  <a:pt x="143" y="75"/>
                </a:moveTo>
                <a:cubicBezTo>
                  <a:pt x="143" y="72"/>
                  <a:pt x="143" y="72"/>
                  <a:pt x="143" y="72"/>
                </a:cubicBezTo>
                <a:cubicBezTo>
                  <a:pt x="146" y="72"/>
                  <a:pt x="146" y="72"/>
                  <a:pt x="146" y="72"/>
                </a:cubicBezTo>
                <a:cubicBezTo>
                  <a:pt x="146" y="75"/>
                  <a:pt x="146" y="75"/>
                  <a:pt x="146" y="75"/>
                </a:cubicBezTo>
                <a:lnTo>
                  <a:pt x="143" y="75"/>
                </a:lnTo>
                <a:close/>
                <a:moveTo>
                  <a:pt x="143" y="85"/>
                </a:moveTo>
                <a:cubicBezTo>
                  <a:pt x="143" y="83"/>
                  <a:pt x="143" y="83"/>
                  <a:pt x="143" y="83"/>
                </a:cubicBezTo>
                <a:cubicBezTo>
                  <a:pt x="146" y="83"/>
                  <a:pt x="146" y="83"/>
                  <a:pt x="146" y="83"/>
                </a:cubicBezTo>
                <a:cubicBezTo>
                  <a:pt x="146" y="85"/>
                  <a:pt x="146" y="85"/>
                  <a:pt x="146" y="85"/>
                </a:cubicBezTo>
                <a:lnTo>
                  <a:pt x="143" y="85"/>
                </a:lnTo>
                <a:close/>
                <a:moveTo>
                  <a:pt x="154" y="23"/>
                </a:moveTo>
                <a:cubicBezTo>
                  <a:pt x="154" y="21"/>
                  <a:pt x="154" y="21"/>
                  <a:pt x="154" y="21"/>
                </a:cubicBezTo>
                <a:cubicBezTo>
                  <a:pt x="156" y="21"/>
                  <a:pt x="156" y="21"/>
                  <a:pt x="156" y="21"/>
                </a:cubicBezTo>
                <a:cubicBezTo>
                  <a:pt x="156" y="23"/>
                  <a:pt x="156" y="23"/>
                  <a:pt x="156" y="23"/>
                </a:cubicBezTo>
                <a:lnTo>
                  <a:pt x="154" y="23"/>
                </a:lnTo>
                <a:close/>
                <a:moveTo>
                  <a:pt x="154" y="65"/>
                </a:moveTo>
                <a:cubicBezTo>
                  <a:pt x="154" y="62"/>
                  <a:pt x="154" y="62"/>
                  <a:pt x="154" y="62"/>
                </a:cubicBezTo>
                <a:cubicBezTo>
                  <a:pt x="156" y="62"/>
                  <a:pt x="156" y="62"/>
                  <a:pt x="156" y="62"/>
                </a:cubicBezTo>
                <a:cubicBezTo>
                  <a:pt x="156" y="65"/>
                  <a:pt x="156" y="65"/>
                  <a:pt x="156" y="65"/>
                </a:cubicBezTo>
                <a:lnTo>
                  <a:pt x="154" y="65"/>
                </a:lnTo>
                <a:close/>
                <a:moveTo>
                  <a:pt x="164" y="23"/>
                </a:moveTo>
                <a:cubicBezTo>
                  <a:pt x="164" y="21"/>
                  <a:pt x="164" y="21"/>
                  <a:pt x="164" y="21"/>
                </a:cubicBezTo>
                <a:cubicBezTo>
                  <a:pt x="167" y="21"/>
                  <a:pt x="167" y="21"/>
                  <a:pt x="167" y="21"/>
                </a:cubicBezTo>
                <a:cubicBezTo>
                  <a:pt x="167" y="23"/>
                  <a:pt x="167" y="23"/>
                  <a:pt x="167" y="23"/>
                </a:cubicBezTo>
                <a:lnTo>
                  <a:pt x="164" y="23"/>
                </a:lnTo>
                <a:close/>
                <a:moveTo>
                  <a:pt x="164" y="65"/>
                </a:moveTo>
                <a:cubicBezTo>
                  <a:pt x="164" y="62"/>
                  <a:pt x="164" y="62"/>
                  <a:pt x="164" y="62"/>
                </a:cubicBezTo>
                <a:cubicBezTo>
                  <a:pt x="167" y="62"/>
                  <a:pt x="167" y="62"/>
                  <a:pt x="167" y="62"/>
                </a:cubicBezTo>
                <a:cubicBezTo>
                  <a:pt x="167" y="65"/>
                  <a:pt x="167" y="65"/>
                  <a:pt x="167" y="65"/>
                </a:cubicBezTo>
                <a:lnTo>
                  <a:pt x="164" y="65"/>
                </a:lnTo>
                <a:close/>
                <a:moveTo>
                  <a:pt x="174" y="23"/>
                </a:moveTo>
                <a:cubicBezTo>
                  <a:pt x="174" y="21"/>
                  <a:pt x="174" y="21"/>
                  <a:pt x="174" y="21"/>
                </a:cubicBezTo>
                <a:cubicBezTo>
                  <a:pt x="177" y="21"/>
                  <a:pt x="177" y="21"/>
                  <a:pt x="177" y="21"/>
                </a:cubicBezTo>
                <a:cubicBezTo>
                  <a:pt x="177" y="23"/>
                  <a:pt x="177" y="23"/>
                  <a:pt x="177" y="23"/>
                </a:cubicBezTo>
                <a:lnTo>
                  <a:pt x="174" y="23"/>
                </a:lnTo>
                <a:close/>
                <a:moveTo>
                  <a:pt x="185" y="13"/>
                </a:moveTo>
                <a:cubicBezTo>
                  <a:pt x="185" y="10"/>
                  <a:pt x="185" y="10"/>
                  <a:pt x="185" y="10"/>
                </a:cubicBezTo>
                <a:cubicBezTo>
                  <a:pt x="187" y="10"/>
                  <a:pt x="187" y="10"/>
                  <a:pt x="187" y="10"/>
                </a:cubicBezTo>
                <a:cubicBezTo>
                  <a:pt x="187" y="13"/>
                  <a:pt x="187" y="13"/>
                  <a:pt x="187" y="13"/>
                </a:cubicBezTo>
                <a:lnTo>
                  <a:pt x="185" y="13"/>
                </a:lnTo>
                <a:close/>
                <a:moveTo>
                  <a:pt x="185" y="23"/>
                </a:moveTo>
                <a:cubicBezTo>
                  <a:pt x="185" y="21"/>
                  <a:pt x="185" y="21"/>
                  <a:pt x="185" y="21"/>
                </a:cubicBezTo>
                <a:cubicBezTo>
                  <a:pt x="187" y="21"/>
                  <a:pt x="187" y="21"/>
                  <a:pt x="187" y="21"/>
                </a:cubicBezTo>
                <a:cubicBezTo>
                  <a:pt x="187" y="23"/>
                  <a:pt x="187" y="23"/>
                  <a:pt x="187" y="23"/>
                </a:cubicBezTo>
                <a:lnTo>
                  <a:pt x="185" y="23"/>
                </a:lnTo>
                <a:close/>
                <a:moveTo>
                  <a:pt x="185" y="34"/>
                </a:moveTo>
                <a:cubicBezTo>
                  <a:pt x="185" y="31"/>
                  <a:pt x="185" y="31"/>
                  <a:pt x="185" y="31"/>
                </a:cubicBezTo>
                <a:cubicBezTo>
                  <a:pt x="187" y="31"/>
                  <a:pt x="187" y="31"/>
                  <a:pt x="187" y="31"/>
                </a:cubicBezTo>
                <a:cubicBezTo>
                  <a:pt x="187" y="34"/>
                  <a:pt x="187" y="34"/>
                  <a:pt x="187" y="34"/>
                </a:cubicBezTo>
                <a:lnTo>
                  <a:pt x="185" y="34"/>
                </a:lnTo>
                <a:close/>
                <a:moveTo>
                  <a:pt x="185" y="44"/>
                </a:moveTo>
                <a:cubicBezTo>
                  <a:pt x="185" y="41"/>
                  <a:pt x="185" y="41"/>
                  <a:pt x="185" y="41"/>
                </a:cubicBezTo>
                <a:cubicBezTo>
                  <a:pt x="187" y="41"/>
                  <a:pt x="187" y="41"/>
                  <a:pt x="187" y="41"/>
                </a:cubicBezTo>
                <a:cubicBezTo>
                  <a:pt x="187" y="44"/>
                  <a:pt x="187" y="44"/>
                  <a:pt x="187" y="44"/>
                </a:cubicBezTo>
                <a:lnTo>
                  <a:pt x="185" y="44"/>
                </a:lnTo>
                <a:close/>
                <a:moveTo>
                  <a:pt x="196" y="23"/>
                </a:moveTo>
                <a:cubicBezTo>
                  <a:pt x="196" y="21"/>
                  <a:pt x="196" y="21"/>
                  <a:pt x="196" y="21"/>
                </a:cubicBezTo>
                <a:cubicBezTo>
                  <a:pt x="198" y="21"/>
                  <a:pt x="198" y="21"/>
                  <a:pt x="198" y="21"/>
                </a:cubicBezTo>
                <a:cubicBezTo>
                  <a:pt x="198" y="23"/>
                  <a:pt x="198" y="23"/>
                  <a:pt x="198" y="23"/>
                </a:cubicBezTo>
                <a:lnTo>
                  <a:pt x="196" y="2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44" name="Freeform 87"/>
          <p:cNvSpPr>
            <a:spLocks/>
          </p:cNvSpPr>
          <p:nvPr/>
        </p:nvSpPr>
        <p:spPr bwMode="auto">
          <a:xfrm>
            <a:off x="10660359" y="6371431"/>
            <a:ext cx="347471" cy="292354"/>
          </a:xfrm>
          <a:custGeom>
            <a:avLst/>
            <a:gdLst>
              <a:gd name="T0" fmla="*/ 251 w 265"/>
              <a:gd name="T1" fmla="*/ 39 h 222"/>
              <a:gd name="T2" fmla="*/ 154 w 265"/>
              <a:gd name="T3" fmla="*/ 165 h 222"/>
              <a:gd name="T4" fmla="*/ 52 w 265"/>
              <a:gd name="T5" fmla="*/ 167 h 222"/>
              <a:gd name="T6" fmla="*/ 23 w 265"/>
              <a:gd name="T7" fmla="*/ 213 h 222"/>
              <a:gd name="T8" fmla="*/ 3 w 265"/>
              <a:gd name="T9" fmla="*/ 204 h 222"/>
              <a:gd name="T10" fmla="*/ 183 w 265"/>
              <a:gd name="T11" fmla="*/ 62 h 222"/>
              <a:gd name="T12" fmla="*/ 19 w 265"/>
              <a:gd name="T13" fmla="*/ 135 h 222"/>
              <a:gd name="T14" fmla="*/ 65 w 265"/>
              <a:gd name="T15" fmla="*/ 40 h 222"/>
              <a:gd name="T16" fmla="*/ 251 w 265"/>
              <a:gd name="T17" fmla="*/ 39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65" h="222">
                <a:moveTo>
                  <a:pt x="251" y="39"/>
                </a:moveTo>
                <a:cubicBezTo>
                  <a:pt x="191" y="71"/>
                  <a:pt x="196" y="136"/>
                  <a:pt x="154" y="165"/>
                </a:cubicBezTo>
                <a:cubicBezTo>
                  <a:pt x="122" y="187"/>
                  <a:pt x="78" y="176"/>
                  <a:pt x="52" y="167"/>
                </a:cubicBezTo>
                <a:cubicBezTo>
                  <a:pt x="52" y="167"/>
                  <a:pt x="35" y="186"/>
                  <a:pt x="23" y="213"/>
                </a:cubicBezTo>
                <a:cubicBezTo>
                  <a:pt x="18" y="222"/>
                  <a:pt x="0" y="212"/>
                  <a:pt x="3" y="204"/>
                </a:cubicBezTo>
                <a:cubicBezTo>
                  <a:pt x="44" y="109"/>
                  <a:pt x="183" y="62"/>
                  <a:pt x="183" y="62"/>
                </a:cubicBezTo>
                <a:cubicBezTo>
                  <a:pt x="183" y="62"/>
                  <a:pt x="85" y="58"/>
                  <a:pt x="19" y="135"/>
                </a:cubicBezTo>
                <a:cubicBezTo>
                  <a:pt x="17" y="117"/>
                  <a:pt x="15" y="70"/>
                  <a:pt x="65" y="40"/>
                </a:cubicBezTo>
                <a:cubicBezTo>
                  <a:pt x="134" y="0"/>
                  <a:pt x="265" y="31"/>
                  <a:pt x="251" y="3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45" name="Google Shape;129;p7"/>
          <p:cNvSpPr/>
          <p:nvPr/>
        </p:nvSpPr>
        <p:spPr>
          <a:xfrm>
            <a:off x="13703995" y="1272094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5928" h="5947" extrusionOk="0">
                <a:moveTo>
                  <a:pt x="4250" y="19"/>
                </a:moveTo>
                <a:lnTo>
                  <a:pt x="4045" y="37"/>
                </a:lnTo>
                <a:lnTo>
                  <a:pt x="3821" y="75"/>
                </a:lnTo>
                <a:lnTo>
                  <a:pt x="3635" y="131"/>
                </a:lnTo>
                <a:lnTo>
                  <a:pt x="3430" y="224"/>
                </a:lnTo>
                <a:lnTo>
                  <a:pt x="3243" y="354"/>
                </a:lnTo>
                <a:lnTo>
                  <a:pt x="3076" y="503"/>
                </a:lnTo>
                <a:lnTo>
                  <a:pt x="2964" y="634"/>
                </a:lnTo>
                <a:lnTo>
                  <a:pt x="2871" y="764"/>
                </a:lnTo>
                <a:lnTo>
                  <a:pt x="2777" y="913"/>
                </a:lnTo>
                <a:lnTo>
                  <a:pt x="2721" y="1063"/>
                </a:lnTo>
                <a:lnTo>
                  <a:pt x="2666" y="1212"/>
                </a:lnTo>
                <a:lnTo>
                  <a:pt x="2628" y="1379"/>
                </a:lnTo>
                <a:lnTo>
                  <a:pt x="2610" y="1547"/>
                </a:lnTo>
                <a:lnTo>
                  <a:pt x="2610" y="1696"/>
                </a:lnTo>
                <a:lnTo>
                  <a:pt x="3560" y="2647"/>
                </a:lnTo>
                <a:lnTo>
                  <a:pt x="3691" y="2628"/>
                </a:lnTo>
                <a:lnTo>
                  <a:pt x="3970" y="2628"/>
                </a:lnTo>
                <a:lnTo>
                  <a:pt x="4082" y="2647"/>
                </a:lnTo>
                <a:lnTo>
                  <a:pt x="4194" y="2666"/>
                </a:lnTo>
                <a:lnTo>
                  <a:pt x="4306" y="2722"/>
                </a:lnTo>
                <a:lnTo>
                  <a:pt x="4418" y="2759"/>
                </a:lnTo>
                <a:lnTo>
                  <a:pt x="4529" y="2833"/>
                </a:lnTo>
                <a:lnTo>
                  <a:pt x="4623" y="2908"/>
                </a:lnTo>
                <a:lnTo>
                  <a:pt x="4716" y="2983"/>
                </a:lnTo>
                <a:lnTo>
                  <a:pt x="4940" y="3206"/>
                </a:lnTo>
                <a:lnTo>
                  <a:pt x="5070" y="3132"/>
                </a:lnTo>
                <a:lnTo>
                  <a:pt x="5201" y="3057"/>
                </a:lnTo>
                <a:lnTo>
                  <a:pt x="5331" y="2964"/>
                </a:lnTo>
                <a:lnTo>
                  <a:pt x="5443" y="2871"/>
                </a:lnTo>
                <a:lnTo>
                  <a:pt x="5592" y="2703"/>
                </a:lnTo>
                <a:lnTo>
                  <a:pt x="5722" y="2517"/>
                </a:lnTo>
                <a:lnTo>
                  <a:pt x="5816" y="2311"/>
                </a:lnTo>
                <a:lnTo>
                  <a:pt x="5872" y="2125"/>
                </a:lnTo>
                <a:lnTo>
                  <a:pt x="5927" y="1901"/>
                </a:lnTo>
                <a:lnTo>
                  <a:pt x="5927" y="1696"/>
                </a:lnTo>
                <a:lnTo>
                  <a:pt x="5927" y="1491"/>
                </a:lnTo>
                <a:lnTo>
                  <a:pt x="5890" y="1286"/>
                </a:lnTo>
                <a:lnTo>
                  <a:pt x="5853" y="1212"/>
                </a:lnTo>
                <a:lnTo>
                  <a:pt x="5778" y="1174"/>
                </a:lnTo>
                <a:lnTo>
                  <a:pt x="5722" y="1174"/>
                </a:lnTo>
                <a:lnTo>
                  <a:pt x="5648" y="1212"/>
                </a:lnTo>
                <a:lnTo>
                  <a:pt x="4790" y="2069"/>
                </a:lnTo>
                <a:lnTo>
                  <a:pt x="4008" y="1939"/>
                </a:lnTo>
                <a:lnTo>
                  <a:pt x="3877" y="1156"/>
                </a:lnTo>
                <a:lnTo>
                  <a:pt x="4735" y="298"/>
                </a:lnTo>
                <a:lnTo>
                  <a:pt x="4772" y="224"/>
                </a:lnTo>
                <a:lnTo>
                  <a:pt x="4772" y="168"/>
                </a:lnTo>
                <a:lnTo>
                  <a:pt x="4735" y="93"/>
                </a:lnTo>
                <a:lnTo>
                  <a:pt x="4660" y="56"/>
                </a:lnTo>
                <a:lnTo>
                  <a:pt x="4455" y="19"/>
                </a:lnTo>
                <a:close/>
                <a:moveTo>
                  <a:pt x="802" y="4940"/>
                </a:moveTo>
                <a:lnTo>
                  <a:pt x="839" y="4958"/>
                </a:lnTo>
                <a:lnTo>
                  <a:pt x="932" y="5014"/>
                </a:lnTo>
                <a:lnTo>
                  <a:pt x="988" y="5107"/>
                </a:lnTo>
                <a:lnTo>
                  <a:pt x="1007" y="5145"/>
                </a:lnTo>
                <a:lnTo>
                  <a:pt x="1007" y="5201"/>
                </a:lnTo>
                <a:lnTo>
                  <a:pt x="1007" y="5257"/>
                </a:lnTo>
                <a:lnTo>
                  <a:pt x="988" y="5313"/>
                </a:lnTo>
                <a:lnTo>
                  <a:pt x="932" y="5406"/>
                </a:lnTo>
                <a:lnTo>
                  <a:pt x="839" y="5462"/>
                </a:lnTo>
                <a:lnTo>
                  <a:pt x="802" y="5480"/>
                </a:lnTo>
                <a:lnTo>
                  <a:pt x="690" y="5480"/>
                </a:lnTo>
                <a:lnTo>
                  <a:pt x="634" y="5462"/>
                </a:lnTo>
                <a:lnTo>
                  <a:pt x="541" y="5406"/>
                </a:lnTo>
                <a:lnTo>
                  <a:pt x="485" y="5313"/>
                </a:lnTo>
                <a:lnTo>
                  <a:pt x="466" y="5257"/>
                </a:lnTo>
                <a:lnTo>
                  <a:pt x="466" y="5201"/>
                </a:lnTo>
                <a:lnTo>
                  <a:pt x="466" y="5145"/>
                </a:lnTo>
                <a:lnTo>
                  <a:pt x="485" y="5107"/>
                </a:lnTo>
                <a:lnTo>
                  <a:pt x="541" y="5014"/>
                </a:lnTo>
                <a:lnTo>
                  <a:pt x="634" y="4958"/>
                </a:lnTo>
                <a:lnTo>
                  <a:pt x="690" y="4940"/>
                </a:lnTo>
                <a:close/>
                <a:moveTo>
                  <a:pt x="1976" y="2908"/>
                </a:moveTo>
                <a:lnTo>
                  <a:pt x="205" y="4679"/>
                </a:lnTo>
                <a:lnTo>
                  <a:pt x="112" y="4809"/>
                </a:lnTo>
                <a:lnTo>
                  <a:pt x="56" y="4940"/>
                </a:lnTo>
                <a:lnTo>
                  <a:pt x="0" y="5070"/>
                </a:lnTo>
                <a:lnTo>
                  <a:pt x="0" y="5201"/>
                </a:lnTo>
                <a:lnTo>
                  <a:pt x="0" y="5350"/>
                </a:lnTo>
                <a:lnTo>
                  <a:pt x="56" y="5480"/>
                </a:lnTo>
                <a:lnTo>
                  <a:pt x="112" y="5611"/>
                </a:lnTo>
                <a:lnTo>
                  <a:pt x="205" y="5741"/>
                </a:lnTo>
                <a:lnTo>
                  <a:pt x="336" y="5834"/>
                </a:lnTo>
                <a:lnTo>
                  <a:pt x="466" y="5890"/>
                </a:lnTo>
                <a:lnTo>
                  <a:pt x="596" y="5946"/>
                </a:lnTo>
                <a:lnTo>
                  <a:pt x="876" y="5946"/>
                </a:lnTo>
                <a:lnTo>
                  <a:pt x="1007" y="5890"/>
                </a:lnTo>
                <a:lnTo>
                  <a:pt x="1137" y="5834"/>
                </a:lnTo>
                <a:lnTo>
                  <a:pt x="1268" y="5741"/>
                </a:lnTo>
                <a:lnTo>
                  <a:pt x="2703" y="4306"/>
                </a:lnTo>
                <a:lnTo>
                  <a:pt x="2647" y="4120"/>
                </a:lnTo>
                <a:lnTo>
                  <a:pt x="2610" y="3933"/>
                </a:lnTo>
                <a:lnTo>
                  <a:pt x="2610" y="3765"/>
                </a:lnTo>
                <a:lnTo>
                  <a:pt x="2628" y="3579"/>
                </a:lnTo>
                <a:lnTo>
                  <a:pt x="1976" y="2908"/>
                </a:lnTo>
                <a:close/>
                <a:moveTo>
                  <a:pt x="727" y="0"/>
                </a:moveTo>
                <a:lnTo>
                  <a:pt x="0" y="746"/>
                </a:lnTo>
                <a:lnTo>
                  <a:pt x="1100" y="2237"/>
                </a:lnTo>
                <a:lnTo>
                  <a:pt x="1827" y="2237"/>
                </a:lnTo>
                <a:lnTo>
                  <a:pt x="3057" y="3467"/>
                </a:lnTo>
                <a:lnTo>
                  <a:pt x="3020" y="3598"/>
                </a:lnTo>
                <a:lnTo>
                  <a:pt x="2982" y="3728"/>
                </a:lnTo>
                <a:lnTo>
                  <a:pt x="2982" y="3859"/>
                </a:lnTo>
                <a:lnTo>
                  <a:pt x="2982" y="3989"/>
                </a:lnTo>
                <a:lnTo>
                  <a:pt x="3020" y="4120"/>
                </a:lnTo>
                <a:lnTo>
                  <a:pt x="3057" y="4231"/>
                </a:lnTo>
                <a:lnTo>
                  <a:pt x="3132" y="4362"/>
                </a:lnTo>
                <a:lnTo>
                  <a:pt x="3225" y="4455"/>
                </a:lnTo>
                <a:lnTo>
                  <a:pt x="4585" y="5816"/>
                </a:lnTo>
                <a:lnTo>
                  <a:pt x="4660" y="5872"/>
                </a:lnTo>
                <a:lnTo>
                  <a:pt x="4735" y="5909"/>
                </a:lnTo>
                <a:lnTo>
                  <a:pt x="4809" y="5946"/>
                </a:lnTo>
                <a:lnTo>
                  <a:pt x="4977" y="5946"/>
                </a:lnTo>
                <a:lnTo>
                  <a:pt x="5051" y="5909"/>
                </a:lnTo>
                <a:lnTo>
                  <a:pt x="5126" y="5872"/>
                </a:lnTo>
                <a:lnTo>
                  <a:pt x="5201" y="5816"/>
                </a:lnTo>
                <a:lnTo>
                  <a:pt x="5816" y="5201"/>
                </a:lnTo>
                <a:lnTo>
                  <a:pt x="5853" y="5145"/>
                </a:lnTo>
                <a:lnTo>
                  <a:pt x="5909" y="5070"/>
                </a:lnTo>
                <a:lnTo>
                  <a:pt x="5927" y="4977"/>
                </a:lnTo>
                <a:lnTo>
                  <a:pt x="5927" y="4902"/>
                </a:lnTo>
                <a:lnTo>
                  <a:pt x="5927" y="4828"/>
                </a:lnTo>
                <a:lnTo>
                  <a:pt x="5909" y="4735"/>
                </a:lnTo>
                <a:lnTo>
                  <a:pt x="5853" y="4660"/>
                </a:lnTo>
                <a:lnTo>
                  <a:pt x="5816" y="4604"/>
                </a:lnTo>
                <a:lnTo>
                  <a:pt x="4455" y="3243"/>
                </a:lnTo>
                <a:lnTo>
                  <a:pt x="4343" y="3150"/>
                </a:lnTo>
                <a:lnTo>
                  <a:pt x="4231" y="3076"/>
                </a:lnTo>
                <a:lnTo>
                  <a:pt x="4101" y="3020"/>
                </a:lnTo>
                <a:lnTo>
                  <a:pt x="3970" y="3001"/>
                </a:lnTo>
                <a:lnTo>
                  <a:pt x="3840" y="2983"/>
                </a:lnTo>
                <a:lnTo>
                  <a:pt x="3709" y="3001"/>
                </a:lnTo>
                <a:lnTo>
                  <a:pt x="3579" y="3020"/>
                </a:lnTo>
                <a:lnTo>
                  <a:pt x="3467" y="3076"/>
                </a:lnTo>
                <a:lnTo>
                  <a:pt x="2218" y="1845"/>
                </a:lnTo>
                <a:lnTo>
                  <a:pt x="2218" y="1119"/>
                </a:lnTo>
                <a:lnTo>
                  <a:pt x="72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36;p7"/>
          <p:cNvSpPr/>
          <p:nvPr/>
        </p:nvSpPr>
        <p:spPr>
          <a:xfrm>
            <a:off x="16844331" y="2637645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5854" h="5928" extrusionOk="0">
                <a:moveTo>
                  <a:pt x="541" y="0"/>
                </a:moveTo>
                <a:lnTo>
                  <a:pt x="410" y="38"/>
                </a:lnTo>
                <a:lnTo>
                  <a:pt x="298" y="94"/>
                </a:lnTo>
                <a:lnTo>
                  <a:pt x="205" y="168"/>
                </a:lnTo>
                <a:lnTo>
                  <a:pt x="112" y="280"/>
                </a:lnTo>
                <a:lnTo>
                  <a:pt x="56" y="392"/>
                </a:lnTo>
                <a:lnTo>
                  <a:pt x="19" y="504"/>
                </a:lnTo>
                <a:lnTo>
                  <a:pt x="0" y="653"/>
                </a:lnTo>
                <a:lnTo>
                  <a:pt x="19" y="802"/>
                </a:lnTo>
                <a:lnTo>
                  <a:pt x="75" y="951"/>
                </a:lnTo>
                <a:lnTo>
                  <a:pt x="168" y="1082"/>
                </a:lnTo>
                <a:lnTo>
                  <a:pt x="280" y="1175"/>
                </a:lnTo>
                <a:lnTo>
                  <a:pt x="280" y="5648"/>
                </a:lnTo>
                <a:lnTo>
                  <a:pt x="280" y="5704"/>
                </a:lnTo>
                <a:lnTo>
                  <a:pt x="298" y="5760"/>
                </a:lnTo>
                <a:lnTo>
                  <a:pt x="373" y="5853"/>
                </a:lnTo>
                <a:lnTo>
                  <a:pt x="448" y="5909"/>
                </a:lnTo>
                <a:lnTo>
                  <a:pt x="504" y="5928"/>
                </a:lnTo>
                <a:lnTo>
                  <a:pt x="802" y="5928"/>
                </a:lnTo>
                <a:lnTo>
                  <a:pt x="858" y="5909"/>
                </a:lnTo>
                <a:lnTo>
                  <a:pt x="951" y="5853"/>
                </a:lnTo>
                <a:lnTo>
                  <a:pt x="1007" y="5760"/>
                </a:lnTo>
                <a:lnTo>
                  <a:pt x="1025" y="5704"/>
                </a:lnTo>
                <a:lnTo>
                  <a:pt x="1025" y="5648"/>
                </a:lnTo>
                <a:lnTo>
                  <a:pt x="1025" y="4567"/>
                </a:lnTo>
                <a:lnTo>
                  <a:pt x="1286" y="4455"/>
                </a:lnTo>
                <a:lnTo>
                  <a:pt x="1585" y="4381"/>
                </a:lnTo>
                <a:lnTo>
                  <a:pt x="1939" y="4325"/>
                </a:lnTo>
                <a:lnTo>
                  <a:pt x="2349" y="4306"/>
                </a:lnTo>
                <a:lnTo>
                  <a:pt x="2573" y="4325"/>
                </a:lnTo>
                <a:lnTo>
                  <a:pt x="2796" y="4362"/>
                </a:lnTo>
                <a:lnTo>
                  <a:pt x="3020" y="4437"/>
                </a:lnTo>
                <a:lnTo>
                  <a:pt x="3244" y="4511"/>
                </a:lnTo>
                <a:lnTo>
                  <a:pt x="3486" y="4586"/>
                </a:lnTo>
                <a:lnTo>
                  <a:pt x="3728" y="4642"/>
                </a:lnTo>
                <a:lnTo>
                  <a:pt x="3989" y="4698"/>
                </a:lnTo>
                <a:lnTo>
                  <a:pt x="4269" y="4716"/>
                </a:lnTo>
                <a:lnTo>
                  <a:pt x="4474" y="4698"/>
                </a:lnTo>
                <a:lnTo>
                  <a:pt x="4660" y="4679"/>
                </a:lnTo>
                <a:lnTo>
                  <a:pt x="4847" y="4642"/>
                </a:lnTo>
                <a:lnTo>
                  <a:pt x="5033" y="4586"/>
                </a:lnTo>
                <a:lnTo>
                  <a:pt x="5201" y="4511"/>
                </a:lnTo>
                <a:lnTo>
                  <a:pt x="5369" y="4437"/>
                </a:lnTo>
                <a:lnTo>
                  <a:pt x="5685" y="4232"/>
                </a:lnTo>
                <a:lnTo>
                  <a:pt x="5760" y="4176"/>
                </a:lnTo>
                <a:lnTo>
                  <a:pt x="5816" y="4101"/>
                </a:lnTo>
                <a:lnTo>
                  <a:pt x="5835" y="4027"/>
                </a:lnTo>
                <a:lnTo>
                  <a:pt x="5853" y="3933"/>
                </a:lnTo>
                <a:lnTo>
                  <a:pt x="5853" y="1100"/>
                </a:lnTo>
                <a:lnTo>
                  <a:pt x="5835" y="1007"/>
                </a:lnTo>
                <a:lnTo>
                  <a:pt x="5797" y="932"/>
                </a:lnTo>
                <a:lnTo>
                  <a:pt x="5741" y="858"/>
                </a:lnTo>
                <a:lnTo>
                  <a:pt x="5685" y="802"/>
                </a:lnTo>
                <a:lnTo>
                  <a:pt x="5592" y="765"/>
                </a:lnTo>
                <a:lnTo>
                  <a:pt x="5518" y="746"/>
                </a:lnTo>
                <a:lnTo>
                  <a:pt x="5424" y="746"/>
                </a:lnTo>
                <a:lnTo>
                  <a:pt x="5331" y="765"/>
                </a:lnTo>
                <a:lnTo>
                  <a:pt x="5014" y="914"/>
                </a:lnTo>
                <a:lnTo>
                  <a:pt x="4679" y="1026"/>
                </a:lnTo>
                <a:lnTo>
                  <a:pt x="4492" y="1082"/>
                </a:lnTo>
                <a:lnTo>
                  <a:pt x="4325" y="1100"/>
                </a:lnTo>
                <a:lnTo>
                  <a:pt x="4138" y="1137"/>
                </a:lnTo>
                <a:lnTo>
                  <a:pt x="3971" y="1137"/>
                </a:lnTo>
                <a:lnTo>
                  <a:pt x="3747" y="1119"/>
                </a:lnTo>
                <a:lnTo>
                  <a:pt x="3523" y="1082"/>
                </a:lnTo>
                <a:lnTo>
                  <a:pt x="3299" y="1007"/>
                </a:lnTo>
                <a:lnTo>
                  <a:pt x="3076" y="932"/>
                </a:lnTo>
                <a:lnTo>
                  <a:pt x="2833" y="858"/>
                </a:lnTo>
                <a:lnTo>
                  <a:pt x="2591" y="802"/>
                </a:lnTo>
                <a:lnTo>
                  <a:pt x="2330" y="746"/>
                </a:lnTo>
                <a:lnTo>
                  <a:pt x="1846" y="746"/>
                </a:lnTo>
                <a:lnTo>
                  <a:pt x="1641" y="765"/>
                </a:lnTo>
                <a:lnTo>
                  <a:pt x="1454" y="821"/>
                </a:lnTo>
                <a:lnTo>
                  <a:pt x="1268" y="876"/>
                </a:lnTo>
                <a:lnTo>
                  <a:pt x="1268" y="876"/>
                </a:lnTo>
                <a:lnTo>
                  <a:pt x="1305" y="746"/>
                </a:lnTo>
                <a:lnTo>
                  <a:pt x="1305" y="597"/>
                </a:lnTo>
                <a:lnTo>
                  <a:pt x="1286" y="485"/>
                </a:lnTo>
                <a:lnTo>
                  <a:pt x="1249" y="373"/>
                </a:lnTo>
                <a:lnTo>
                  <a:pt x="1193" y="261"/>
                </a:lnTo>
                <a:lnTo>
                  <a:pt x="1100" y="187"/>
                </a:lnTo>
                <a:lnTo>
                  <a:pt x="1025" y="112"/>
                </a:lnTo>
                <a:lnTo>
                  <a:pt x="914" y="56"/>
                </a:lnTo>
                <a:lnTo>
                  <a:pt x="802" y="19"/>
                </a:lnTo>
                <a:lnTo>
                  <a:pt x="69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7;p7"/>
          <p:cNvSpPr/>
          <p:nvPr/>
        </p:nvSpPr>
        <p:spPr>
          <a:xfrm>
            <a:off x="13792099" y="4974202"/>
            <a:ext cx="304726" cy="347323"/>
          </a:xfrm>
          <a:custGeom>
            <a:avLst/>
            <a:gdLst/>
            <a:ahLst/>
            <a:cxnLst/>
            <a:rect l="l" t="t" r="r" b="b"/>
            <a:pathLst>
              <a:path w="5201" h="5928" extrusionOk="0">
                <a:moveTo>
                  <a:pt x="2964" y="746"/>
                </a:moveTo>
                <a:lnTo>
                  <a:pt x="2964" y="2591"/>
                </a:lnTo>
                <a:lnTo>
                  <a:pt x="2983" y="2703"/>
                </a:lnTo>
                <a:lnTo>
                  <a:pt x="3039" y="2815"/>
                </a:lnTo>
                <a:lnTo>
                  <a:pt x="3598" y="3710"/>
                </a:lnTo>
                <a:lnTo>
                  <a:pt x="1603" y="3710"/>
                </a:lnTo>
                <a:lnTo>
                  <a:pt x="2163" y="2815"/>
                </a:lnTo>
                <a:lnTo>
                  <a:pt x="2219" y="2703"/>
                </a:lnTo>
                <a:lnTo>
                  <a:pt x="2237" y="2591"/>
                </a:lnTo>
                <a:lnTo>
                  <a:pt x="2237" y="746"/>
                </a:lnTo>
                <a:close/>
                <a:moveTo>
                  <a:pt x="1342" y="0"/>
                </a:moveTo>
                <a:lnTo>
                  <a:pt x="1287" y="19"/>
                </a:lnTo>
                <a:lnTo>
                  <a:pt x="1193" y="75"/>
                </a:lnTo>
                <a:lnTo>
                  <a:pt x="1137" y="168"/>
                </a:lnTo>
                <a:lnTo>
                  <a:pt x="1119" y="224"/>
                </a:lnTo>
                <a:lnTo>
                  <a:pt x="1119" y="280"/>
                </a:lnTo>
                <a:lnTo>
                  <a:pt x="1119" y="466"/>
                </a:lnTo>
                <a:lnTo>
                  <a:pt x="1119" y="522"/>
                </a:lnTo>
                <a:lnTo>
                  <a:pt x="1137" y="560"/>
                </a:lnTo>
                <a:lnTo>
                  <a:pt x="1193" y="653"/>
                </a:lnTo>
                <a:lnTo>
                  <a:pt x="1287" y="709"/>
                </a:lnTo>
                <a:lnTo>
                  <a:pt x="1342" y="727"/>
                </a:lnTo>
                <a:lnTo>
                  <a:pt x="1398" y="746"/>
                </a:lnTo>
                <a:lnTo>
                  <a:pt x="1492" y="746"/>
                </a:lnTo>
                <a:lnTo>
                  <a:pt x="1492" y="2498"/>
                </a:lnTo>
                <a:lnTo>
                  <a:pt x="131" y="4679"/>
                </a:lnTo>
                <a:lnTo>
                  <a:pt x="75" y="4772"/>
                </a:lnTo>
                <a:lnTo>
                  <a:pt x="38" y="4884"/>
                </a:lnTo>
                <a:lnTo>
                  <a:pt x="19" y="4996"/>
                </a:lnTo>
                <a:lnTo>
                  <a:pt x="0" y="5108"/>
                </a:lnTo>
                <a:lnTo>
                  <a:pt x="0" y="5201"/>
                </a:lnTo>
                <a:lnTo>
                  <a:pt x="38" y="5313"/>
                </a:lnTo>
                <a:lnTo>
                  <a:pt x="56" y="5406"/>
                </a:lnTo>
                <a:lnTo>
                  <a:pt x="112" y="5518"/>
                </a:lnTo>
                <a:lnTo>
                  <a:pt x="168" y="5592"/>
                </a:lnTo>
                <a:lnTo>
                  <a:pt x="224" y="5686"/>
                </a:lnTo>
                <a:lnTo>
                  <a:pt x="317" y="5760"/>
                </a:lnTo>
                <a:lnTo>
                  <a:pt x="392" y="5816"/>
                </a:lnTo>
                <a:lnTo>
                  <a:pt x="485" y="5872"/>
                </a:lnTo>
                <a:lnTo>
                  <a:pt x="597" y="5909"/>
                </a:lnTo>
                <a:lnTo>
                  <a:pt x="709" y="5928"/>
                </a:lnTo>
                <a:lnTo>
                  <a:pt x="4493" y="5928"/>
                </a:lnTo>
                <a:lnTo>
                  <a:pt x="4604" y="5909"/>
                </a:lnTo>
                <a:lnTo>
                  <a:pt x="4716" y="5872"/>
                </a:lnTo>
                <a:lnTo>
                  <a:pt x="4809" y="5816"/>
                </a:lnTo>
                <a:lnTo>
                  <a:pt x="4884" y="5760"/>
                </a:lnTo>
                <a:lnTo>
                  <a:pt x="4977" y="5686"/>
                </a:lnTo>
                <a:lnTo>
                  <a:pt x="5033" y="5592"/>
                </a:lnTo>
                <a:lnTo>
                  <a:pt x="5089" y="5518"/>
                </a:lnTo>
                <a:lnTo>
                  <a:pt x="5145" y="5406"/>
                </a:lnTo>
                <a:lnTo>
                  <a:pt x="5182" y="5313"/>
                </a:lnTo>
                <a:lnTo>
                  <a:pt x="5201" y="5201"/>
                </a:lnTo>
                <a:lnTo>
                  <a:pt x="5201" y="5108"/>
                </a:lnTo>
                <a:lnTo>
                  <a:pt x="5182" y="4996"/>
                </a:lnTo>
                <a:lnTo>
                  <a:pt x="5164" y="4884"/>
                </a:lnTo>
                <a:lnTo>
                  <a:pt x="5126" y="4772"/>
                </a:lnTo>
                <a:lnTo>
                  <a:pt x="5070" y="4679"/>
                </a:lnTo>
                <a:lnTo>
                  <a:pt x="3710" y="2498"/>
                </a:lnTo>
                <a:lnTo>
                  <a:pt x="3710" y="746"/>
                </a:lnTo>
                <a:lnTo>
                  <a:pt x="3803" y="746"/>
                </a:lnTo>
                <a:lnTo>
                  <a:pt x="3859" y="727"/>
                </a:lnTo>
                <a:lnTo>
                  <a:pt x="3915" y="709"/>
                </a:lnTo>
                <a:lnTo>
                  <a:pt x="4008" y="653"/>
                </a:lnTo>
                <a:lnTo>
                  <a:pt x="4064" y="560"/>
                </a:lnTo>
                <a:lnTo>
                  <a:pt x="4082" y="522"/>
                </a:lnTo>
                <a:lnTo>
                  <a:pt x="4082" y="466"/>
                </a:lnTo>
                <a:lnTo>
                  <a:pt x="4082" y="280"/>
                </a:lnTo>
                <a:lnTo>
                  <a:pt x="4082" y="224"/>
                </a:lnTo>
                <a:lnTo>
                  <a:pt x="4064" y="168"/>
                </a:lnTo>
                <a:lnTo>
                  <a:pt x="4008" y="75"/>
                </a:lnTo>
                <a:lnTo>
                  <a:pt x="3915" y="19"/>
                </a:lnTo>
                <a:lnTo>
                  <a:pt x="385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00247" y="3832694"/>
            <a:ext cx="1872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Company Service</a:t>
            </a:r>
            <a:endParaRPr lang="en-US" sz="18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700247" y="4175510"/>
            <a:ext cx="220872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871819" y="3832694"/>
            <a:ext cx="1872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Company Service</a:t>
            </a:r>
            <a:endParaRPr lang="en-US" sz="18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4871819" y="4175510"/>
            <a:ext cx="220872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786033" y="2403643"/>
            <a:ext cx="1872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Company Service</a:t>
            </a:r>
            <a:endParaRPr lang="en-US" sz="18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786033" y="2746459"/>
            <a:ext cx="220872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786033" y="5936133"/>
            <a:ext cx="1872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Company Service</a:t>
            </a:r>
            <a:endParaRPr lang="en-US" sz="18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786033" y="6278949"/>
            <a:ext cx="220872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00247" y="7301685"/>
            <a:ext cx="1872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Company Service</a:t>
            </a:r>
            <a:endParaRPr lang="en-US" sz="18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700247" y="7644501"/>
            <a:ext cx="220872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printing.</a:t>
            </a:r>
          </a:p>
        </p:txBody>
      </p:sp>
      <p:grpSp>
        <p:nvGrpSpPr>
          <p:cNvPr id="67" name="Group 66"/>
          <p:cNvGrpSpPr/>
          <p:nvPr/>
        </p:nvGrpSpPr>
        <p:grpSpPr>
          <a:xfrm rot="16200000">
            <a:off x="14809950" y="6286640"/>
            <a:ext cx="2323541" cy="2438006"/>
            <a:chOff x="15072393" y="3848801"/>
            <a:chExt cx="1930873" cy="1745911"/>
          </a:xfrm>
        </p:grpSpPr>
        <p:sp>
          <p:nvSpPr>
            <p:cNvPr id="68" name="Freeform: Shape 143">
              <a:extLst>
                <a:ext uri="{FF2B5EF4-FFF2-40B4-BE49-F238E27FC236}">
                  <a16:creationId xmlns:a16="http://schemas.microsoft.com/office/drawing/2014/main" id="{F4D93E69-1EFE-4F72-BD4F-5CA536EF1F0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5164874" y="3756320"/>
              <a:ext cx="1745911" cy="1930873"/>
            </a:xfrm>
            <a:custGeom>
              <a:avLst/>
              <a:gdLst>
                <a:gd name="connsiteX0" fmla="*/ 0 w 1482338"/>
                <a:gd name="connsiteY0" fmla="*/ 1355533 h 1700566"/>
                <a:gd name="connsiteX1" fmla="*/ 0 w 1482338"/>
                <a:gd name="connsiteY1" fmla="*/ 38630 h 1700566"/>
                <a:gd name="connsiteX2" fmla="*/ 38630 w 1482338"/>
                <a:gd name="connsiteY2" fmla="*/ 0 h 1700566"/>
                <a:gd name="connsiteX3" fmla="*/ 1443708 w 1482338"/>
                <a:gd name="connsiteY3" fmla="*/ 0 h 1700566"/>
                <a:gd name="connsiteX4" fmla="*/ 1482338 w 1482338"/>
                <a:gd name="connsiteY4" fmla="*/ 38630 h 1700566"/>
                <a:gd name="connsiteX5" fmla="*/ 1482338 w 1482338"/>
                <a:gd name="connsiteY5" fmla="*/ 1367645 h 1700566"/>
                <a:gd name="connsiteX6" fmla="*/ 1455444 w 1482338"/>
                <a:gd name="connsiteY6" fmla="*/ 1381028 h 1700566"/>
                <a:gd name="connsiteX7" fmla="*/ 871659 w 1482338"/>
                <a:gd name="connsiteY7" fmla="*/ 1671519 h 1700566"/>
                <a:gd name="connsiteX8" fmla="*/ 635021 w 1482338"/>
                <a:gd name="connsiteY8" fmla="*/ 1671519 h 1700566"/>
                <a:gd name="connsiteX9" fmla="*/ 55671 w 1482338"/>
                <a:gd name="connsiteY9" fmla="*/ 1383234 h 1700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338" h="1700566">
                  <a:moveTo>
                    <a:pt x="0" y="1355533"/>
                  </a:moveTo>
                  <a:lnTo>
                    <a:pt x="0" y="38630"/>
                  </a:lnTo>
                  <a:cubicBezTo>
                    <a:pt x="0" y="17295"/>
                    <a:pt x="17295" y="0"/>
                    <a:pt x="38630" y="0"/>
                  </a:cubicBezTo>
                  <a:lnTo>
                    <a:pt x="1443708" y="0"/>
                  </a:lnTo>
                  <a:cubicBezTo>
                    <a:pt x="1465043" y="0"/>
                    <a:pt x="1482338" y="17295"/>
                    <a:pt x="1482338" y="38630"/>
                  </a:cubicBezTo>
                  <a:lnTo>
                    <a:pt x="1482338" y="1367645"/>
                  </a:lnTo>
                  <a:lnTo>
                    <a:pt x="1455444" y="1381028"/>
                  </a:lnTo>
                  <a:cubicBezTo>
                    <a:pt x="1327708" y="1444589"/>
                    <a:pt x="1141910" y="1537042"/>
                    <a:pt x="871659" y="1671519"/>
                  </a:cubicBezTo>
                  <a:cubicBezTo>
                    <a:pt x="798516" y="1710249"/>
                    <a:pt x="708164" y="1710249"/>
                    <a:pt x="635021" y="1671519"/>
                  </a:cubicBezTo>
                  <a:cubicBezTo>
                    <a:pt x="635021" y="1671519"/>
                    <a:pt x="635021" y="1671519"/>
                    <a:pt x="55671" y="1383234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9600" b="1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  <p:sp>
          <p:nvSpPr>
            <p:cNvPr id="69" name="Freeform: Shape 144">
              <a:extLst>
                <a:ext uri="{FF2B5EF4-FFF2-40B4-BE49-F238E27FC236}">
                  <a16:creationId xmlns:a16="http://schemas.microsoft.com/office/drawing/2014/main" id="{94F26F7C-EE4A-4680-9AFE-DC824A32C5B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5515086" y="4106533"/>
              <a:ext cx="1745911" cy="1230448"/>
            </a:xfrm>
            <a:custGeom>
              <a:avLst/>
              <a:gdLst>
                <a:gd name="connsiteX0" fmla="*/ 0 w 1482338"/>
                <a:gd name="connsiteY0" fmla="*/ 738652 h 1083685"/>
                <a:gd name="connsiteX1" fmla="*/ 0 w 1482338"/>
                <a:gd name="connsiteY1" fmla="*/ 38630 h 1083685"/>
                <a:gd name="connsiteX2" fmla="*/ 38630 w 1482338"/>
                <a:gd name="connsiteY2" fmla="*/ 0 h 1083685"/>
                <a:gd name="connsiteX3" fmla="*/ 1443708 w 1482338"/>
                <a:gd name="connsiteY3" fmla="*/ 0 h 1083685"/>
                <a:gd name="connsiteX4" fmla="*/ 1482338 w 1482338"/>
                <a:gd name="connsiteY4" fmla="*/ 38630 h 1083685"/>
                <a:gd name="connsiteX5" fmla="*/ 1482338 w 1482338"/>
                <a:gd name="connsiteY5" fmla="*/ 750764 h 1083685"/>
                <a:gd name="connsiteX6" fmla="*/ 1455444 w 1482338"/>
                <a:gd name="connsiteY6" fmla="*/ 764147 h 1083685"/>
                <a:gd name="connsiteX7" fmla="*/ 871659 w 1482338"/>
                <a:gd name="connsiteY7" fmla="*/ 1054639 h 1083685"/>
                <a:gd name="connsiteX8" fmla="*/ 635021 w 1482338"/>
                <a:gd name="connsiteY8" fmla="*/ 1054639 h 1083685"/>
                <a:gd name="connsiteX9" fmla="*/ 55671 w 1482338"/>
                <a:gd name="connsiteY9" fmla="*/ 766354 h 1083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338" h="1083685">
                  <a:moveTo>
                    <a:pt x="0" y="738652"/>
                  </a:moveTo>
                  <a:lnTo>
                    <a:pt x="0" y="38630"/>
                  </a:lnTo>
                  <a:cubicBezTo>
                    <a:pt x="0" y="17295"/>
                    <a:pt x="17295" y="0"/>
                    <a:pt x="38630" y="0"/>
                  </a:cubicBezTo>
                  <a:lnTo>
                    <a:pt x="1443708" y="0"/>
                  </a:lnTo>
                  <a:cubicBezTo>
                    <a:pt x="1465043" y="0"/>
                    <a:pt x="1482338" y="17295"/>
                    <a:pt x="1482338" y="38630"/>
                  </a:cubicBezTo>
                  <a:lnTo>
                    <a:pt x="1482338" y="750764"/>
                  </a:lnTo>
                  <a:lnTo>
                    <a:pt x="1455444" y="764147"/>
                  </a:lnTo>
                  <a:cubicBezTo>
                    <a:pt x="1327708" y="827709"/>
                    <a:pt x="1141910" y="920162"/>
                    <a:pt x="871659" y="1054639"/>
                  </a:cubicBezTo>
                  <a:cubicBezTo>
                    <a:pt x="798516" y="1093368"/>
                    <a:pt x="708164" y="1093368"/>
                    <a:pt x="635021" y="1054639"/>
                  </a:cubicBezTo>
                  <a:cubicBezTo>
                    <a:pt x="635021" y="1054639"/>
                    <a:pt x="635021" y="1054639"/>
                    <a:pt x="55671" y="766354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9600" b="1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422208C-813E-4314-AFCF-BE0F4B346AF3}"/>
              </a:ext>
            </a:extLst>
          </p:cNvPr>
          <p:cNvSpPr txBox="1"/>
          <p:nvPr/>
        </p:nvSpPr>
        <p:spPr>
          <a:xfrm>
            <a:off x="15118826" y="7212798"/>
            <a:ext cx="1705787" cy="11079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800" spc="100">
                <a:solidFill>
                  <a:schemeClr val="bg1"/>
                </a:solidFill>
                <a:latin typeface="Titillium Web SemiBold" panose="00000700000000000000" pitchFamily="2" charset="0"/>
              </a:rPr>
              <a:t>25+</a:t>
            </a:r>
          </a:p>
          <a:p>
            <a:pPr algn="ctr"/>
            <a:r>
              <a:rPr lang="en-US" sz="2800" spc="100">
                <a:solidFill>
                  <a:schemeClr val="bg1"/>
                </a:solidFill>
                <a:latin typeface="Titillium Web SemiBold" panose="00000700000000000000" pitchFamily="2" charset="0"/>
              </a:rPr>
              <a:t>Other</a:t>
            </a:r>
            <a:endParaRPr lang="id-ID" sz="2800" spc="100" dirty="0">
              <a:solidFill>
                <a:schemeClr val="bg1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6B921FE-2F6F-41E7-B4F6-F8EFCABC885A}"/>
              </a:ext>
            </a:extLst>
          </p:cNvPr>
          <p:cNvSpPr txBox="1"/>
          <p:nvPr/>
        </p:nvSpPr>
        <p:spPr>
          <a:xfrm>
            <a:off x="8700247" y="3140197"/>
            <a:ext cx="930921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algn="just">
              <a:lnSpc>
                <a:spcPct val="130000"/>
              </a:lnSpc>
              <a:spcAft>
                <a:spcPts val="600"/>
              </a:spcAft>
              <a:defRPr sz="1000">
                <a:solidFill>
                  <a:schemeClr val="bg1">
                    <a:lumMod val="6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3200">
                <a:solidFill>
                  <a:schemeClr val="tx1"/>
                </a:solidFill>
                <a:latin typeface="Titillium Web SemiBold" panose="00000700000000000000" pitchFamily="2" charset="0"/>
              </a:rPr>
              <a:t>01.</a:t>
            </a:r>
            <a:endParaRPr lang="id-ID" sz="3200" dirty="0">
              <a:solidFill>
                <a:schemeClr val="tx1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B921FE-2F6F-41E7-B4F6-F8EFCABC885A}"/>
              </a:ext>
            </a:extLst>
          </p:cNvPr>
          <p:cNvSpPr txBox="1"/>
          <p:nvPr/>
        </p:nvSpPr>
        <p:spPr>
          <a:xfrm>
            <a:off x="14871819" y="3140197"/>
            <a:ext cx="930921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algn="just">
              <a:lnSpc>
                <a:spcPct val="130000"/>
              </a:lnSpc>
              <a:spcAft>
                <a:spcPts val="600"/>
              </a:spcAft>
              <a:defRPr sz="1000">
                <a:solidFill>
                  <a:schemeClr val="bg1">
                    <a:lumMod val="6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3200">
                <a:solidFill>
                  <a:schemeClr val="tx1"/>
                </a:solidFill>
                <a:latin typeface="Titillium Web SemiBold" panose="00000700000000000000" pitchFamily="2" charset="0"/>
              </a:rPr>
              <a:t>03.</a:t>
            </a:r>
            <a:endParaRPr lang="id-ID" sz="3200" dirty="0">
              <a:solidFill>
                <a:schemeClr val="tx1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6B921FE-2F6F-41E7-B4F6-F8EFCABC885A}"/>
              </a:ext>
            </a:extLst>
          </p:cNvPr>
          <p:cNvSpPr txBox="1"/>
          <p:nvPr/>
        </p:nvSpPr>
        <p:spPr>
          <a:xfrm>
            <a:off x="11786033" y="1711146"/>
            <a:ext cx="930921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algn="just">
              <a:lnSpc>
                <a:spcPct val="130000"/>
              </a:lnSpc>
              <a:spcAft>
                <a:spcPts val="600"/>
              </a:spcAft>
              <a:defRPr sz="1000">
                <a:solidFill>
                  <a:schemeClr val="bg1">
                    <a:lumMod val="6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3200">
                <a:solidFill>
                  <a:schemeClr val="tx1"/>
                </a:solidFill>
                <a:latin typeface="Titillium Web SemiBold" panose="00000700000000000000" pitchFamily="2" charset="0"/>
              </a:rPr>
              <a:t>02.</a:t>
            </a:r>
            <a:endParaRPr lang="id-ID" sz="3200" dirty="0">
              <a:solidFill>
                <a:schemeClr val="tx1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6B921FE-2F6F-41E7-B4F6-F8EFCABC885A}"/>
              </a:ext>
            </a:extLst>
          </p:cNvPr>
          <p:cNvSpPr txBox="1"/>
          <p:nvPr/>
        </p:nvSpPr>
        <p:spPr>
          <a:xfrm>
            <a:off x="11786033" y="5243636"/>
            <a:ext cx="930921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algn="just">
              <a:lnSpc>
                <a:spcPct val="130000"/>
              </a:lnSpc>
              <a:spcAft>
                <a:spcPts val="600"/>
              </a:spcAft>
              <a:defRPr sz="1000">
                <a:solidFill>
                  <a:schemeClr val="bg1">
                    <a:lumMod val="6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3200">
                <a:solidFill>
                  <a:schemeClr val="tx1"/>
                </a:solidFill>
                <a:latin typeface="Titillium Web SemiBold" panose="00000700000000000000" pitchFamily="2" charset="0"/>
              </a:rPr>
              <a:t>05.</a:t>
            </a:r>
            <a:endParaRPr lang="id-ID" sz="3200" dirty="0">
              <a:solidFill>
                <a:schemeClr val="tx1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6B921FE-2F6F-41E7-B4F6-F8EFCABC885A}"/>
              </a:ext>
            </a:extLst>
          </p:cNvPr>
          <p:cNvSpPr txBox="1"/>
          <p:nvPr/>
        </p:nvSpPr>
        <p:spPr>
          <a:xfrm>
            <a:off x="8700247" y="6609188"/>
            <a:ext cx="930921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algn="just">
              <a:lnSpc>
                <a:spcPct val="130000"/>
              </a:lnSpc>
              <a:spcAft>
                <a:spcPts val="600"/>
              </a:spcAft>
              <a:defRPr sz="1000">
                <a:solidFill>
                  <a:schemeClr val="bg1">
                    <a:lumMod val="6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3200">
                <a:solidFill>
                  <a:schemeClr val="tx1"/>
                </a:solidFill>
                <a:latin typeface="Titillium Web SemiBold" panose="00000700000000000000" pitchFamily="2" charset="0"/>
              </a:rPr>
              <a:t>04.</a:t>
            </a:r>
            <a:endParaRPr lang="id-ID" sz="3200" dirty="0">
              <a:solidFill>
                <a:schemeClr val="tx1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22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1097280" y="2233394"/>
            <a:ext cx="578716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6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Let Us Built The Bridge</a:t>
            </a:r>
          </a:p>
          <a:p>
            <a:r>
              <a:rPr lang="en-US" sz="4600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Between Your Brand</a:t>
            </a:r>
          </a:p>
          <a:p>
            <a:r>
              <a:rPr lang="en-US" sz="4600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And Customer.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514602" y="5849029"/>
            <a:ext cx="3474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20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14602" y="6243443"/>
            <a:ext cx="4506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30" name="Freeform 29"/>
          <p:cNvSpPr>
            <a:spLocks/>
          </p:cNvSpPr>
          <p:nvPr/>
        </p:nvSpPr>
        <p:spPr bwMode="auto">
          <a:xfrm>
            <a:off x="1097280" y="5849029"/>
            <a:ext cx="320040" cy="320040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514602" y="7620679"/>
            <a:ext cx="3474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20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14602" y="8015093"/>
            <a:ext cx="4506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33" name="Freeform 32"/>
          <p:cNvSpPr>
            <a:spLocks/>
          </p:cNvSpPr>
          <p:nvPr/>
        </p:nvSpPr>
        <p:spPr bwMode="auto">
          <a:xfrm>
            <a:off x="1097280" y="7620679"/>
            <a:ext cx="320040" cy="320040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7099352" y="5849029"/>
            <a:ext cx="3474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20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099352" y="6243443"/>
            <a:ext cx="4506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42" name="Freeform 41"/>
          <p:cNvSpPr>
            <a:spLocks/>
          </p:cNvSpPr>
          <p:nvPr/>
        </p:nvSpPr>
        <p:spPr bwMode="auto">
          <a:xfrm>
            <a:off x="6682030" y="5849029"/>
            <a:ext cx="320040" cy="320040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7099352" y="7620679"/>
            <a:ext cx="3474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20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99352" y="8015093"/>
            <a:ext cx="4506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45" name="Freeform 44"/>
          <p:cNvSpPr>
            <a:spLocks/>
          </p:cNvSpPr>
          <p:nvPr/>
        </p:nvSpPr>
        <p:spPr bwMode="auto">
          <a:xfrm>
            <a:off x="6682030" y="7620679"/>
            <a:ext cx="320040" cy="320040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2684103" y="5849029"/>
            <a:ext cx="3474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20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684103" y="6243443"/>
            <a:ext cx="4506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48" name="Freeform 47"/>
          <p:cNvSpPr>
            <a:spLocks/>
          </p:cNvSpPr>
          <p:nvPr/>
        </p:nvSpPr>
        <p:spPr bwMode="auto">
          <a:xfrm>
            <a:off x="12266781" y="5849029"/>
            <a:ext cx="320040" cy="320040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2684103" y="7620679"/>
            <a:ext cx="3474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20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2684103" y="8015093"/>
            <a:ext cx="45066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51" name="Freeform 50"/>
          <p:cNvSpPr>
            <a:spLocks/>
          </p:cNvSpPr>
          <p:nvPr/>
        </p:nvSpPr>
        <p:spPr bwMode="auto">
          <a:xfrm>
            <a:off x="12266781" y="7620679"/>
            <a:ext cx="320040" cy="320040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52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4000">
                <a:schemeClr val="bg1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11509905" y="8319810"/>
            <a:ext cx="1475264" cy="147526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8843619" y="4599918"/>
            <a:ext cx="2574048" cy="2574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11504795" y="1958641"/>
            <a:ext cx="3599150" cy="35991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1872670" y="3473167"/>
            <a:ext cx="5318050" cy="531805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4523090" y="1702635"/>
            <a:ext cx="2667630" cy="266763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330200" dist="2286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0349539" y="2890161"/>
            <a:ext cx="2667630" cy="266763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</a:gradFill>
          <a:ln>
            <a:noFill/>
          </a:ln>
          <a:effectLst>
            <a:outerShdw blurRad="330200" dist="228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0349539" y="6216093"/>
            <a:ext cx="2667630" cy="2667630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330200" dist="228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8262764" y="4082527"/>
            <a:ext cx="1475264" cy="147526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7769440" y="2683634"/>
            <a:ext cx="1001706" cy="100170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9856215" y="2478991"/>
            <a:ext cx="548854" cy="5488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877236" y="5593583"/>
            <a:ext cx="33089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Design Guidelines</a:t>
            </a:r>
          </a:p>
          <a:p>
            <a:pPr algn="ctr"/>
            <a:r>
              <a:rPr lang="en-US" sz="32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as source of truth</a:t>
            </a:r>
            <a:endParaRPr lang="en-US" sz="3200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185888" y="2651730"/>
            <a:ext cx="13420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Living</a:t>
            </a:r>
          </a:p>
          <a:p>
            <a:pPr algn="ctr"/>
            <a:r>
              <a:rPr lang="en-US" sz="22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collection</a:t>
            </a:r>
            <a:endParaRPr lang="en-US" sz="2200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49206" y="3839256"/>
            <a:ext cx="12682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Broadly</a:t>
            </a:r>
          </a:p>
          <a:p>
            <a:pPr algn="ctr"/>
            <a:r>
              <a:rPr lang="en-US" sz="22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accepted</a:t>
            </a:r>
            <a:endParaRPr lang="en-US" sz="2200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99138" y="7165188"/>
            <a:ext cx="17684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Collaborative</a:t>
            </a:r>
          </a:p>
          <a:p>
            <a:pPr algn="ctr"/>
            <a:r>
              <a:rPr lang="en-US" sz="22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artifact</a:t>
            </a:r>
            <a:endParaRPr lang="en-US" sz="2200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79" y="7242131"/>
            <a:ext cx="64207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79" y="6911026"/>
            <a:ext cx="214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What are we doing?</a:t>
            </a:r>
            <a:endParaRPr lang="en-US" sz="1800" b="1">
              <a:solidFill>
                <a:schemeClr val="tx1">
                  <a:lumMod val="50000"/>
                  <a:lumOff val="50000"/>
                </a:schemeClr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80" y="1873636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Google Shape;183;p8"/>
          <p:cNvSpPr/>
          <p:nvPr/>
        </p:nvSpPr>
        <p:spPr>
          <a:xfrm>
            <a:off x="1333026" y="2131125"/>
            <a:ext cx="347141" cy="303653"/>
          </a:xfrm>
          <a:custGeom>
            <a:avLst/>
            <a:gdLst/>
            <a:ahLst/>
            <a:cxnLst/>
            <a:rect l="l" t="t" r="r" b="b"/>
            <a:pathLst>
              <a:path w="5947" h="5202" extrusionOk="0">
                <a:moveTo>
                  <a:pt x="3710" y="746"/>
                </a:moveTo>
                <a:lnTo>
                  <a:pt x="3710" y="1119"/>
                </a:lnTo>
                <a:lnTo>
                  <a:pt x="2238" y="1119"/>
                </a:lnTo>
                <a:lnTo>
                  <a:pt x="2238" y="746"/>
                </a:lnTo>
                <a:close/>
                <a:moveTo>
                  <a:pt x="2051" y="1"/>
                </a:moveTo>
                <a:lnTo>
                  <a:pt x="1939" y="19"/>
                </a:lnTo>
                <a:lnTo>
                  <a:pt x="1828" y="38"/>
                </a:lnTo>
                <a:lnTo>
                  <a:pt x="1734" y="94"/>
                </a:lnTo>
                <a:lnTo>
                  <a:pt x="1641" y="168"/>
                </a:lnTo>
                <a:lnTo>
                  <a:pt x="1585" y="243"/>
                </a:lnTo>
                <a:lnTo>
                  <a:pt x="1529" y="336"/>
                </a:lnTo>
                <a:lnTo>
                  <a:pt x="1492" y="448"/>
                </a:lnTo>
                <a:lnTo>
                  <a:pt x="1492" y="560"/>
                </a:lnTo>
                <a:lnTo>
                  <a:pt x="1492" y="1119"/>
                </a:lnTo>
                <a:lnTo>
                  <a:pt x="448" y="1119"/>
                </a:lnTo>
                <a:lnTo>
                  <a:pt x="336" y="1156"/>
                </a:lnTo>
                <a:lnTo>
                  <a:pt x="243" y="1212"/>
                </a:lnTo>
                <a:lnTo>
                  <a:pt x="169" y="1268"/>
                </a:lnTo>
                <a:lnTo>
                  <a:pt x="94" y="1361"/>
                </a:lnTo>
                <a:lnTo>
                  <a:pt x="38" y="1455"/>
                </a:lnTo>
                <a:lnTo>
                  <a:pt x="19" y="1566"/>
                </a:lnTo>
                <a:lnTo>
                  <a:pt x="1" y="1678"/>
                </a:lnTo>
                <a:lnTo>
                  <a:pt x="1" y="2592"/>
                </a:lnTo>
                <a:lnTo>
                  <a:pt x="5947" y="2592"/>
                </a:lnTo>
                <a:lnTo>
                  <a:pt x="5947" y="1678"/>
                </a:lnTo>
                <a:lnTo>
                  <a:pt x="5928" y="1566"/>
                </a:lnTo>
                <a:lnTo>
                  <a:pt x="5891" y="1455"/>
                </a:lnTo>
                <a:lnTo>
                  <a:pt x="5854" y="1361"/>
                </a:lnTo>
                <a:lnTo>
                  <a:pt x="5779" y="1268"/>
                </a:lnTo>
                <a:lnTo>
                  <a:pt x="5686" y="1212"/>
                </a:lnTo>
                <a:lnTo>
                  <a:pt x="5593" y="1156"/>
                </a:lnTo>
                <a:lnTo>
                  <a:pt x="5500" y="1119"/>
                </a:lnTo>
                <a:lnTo>
                  <a:pt x="4456" y="1119"/>
                </a:lnTo>
                <a:lnTo>
                  <a:pt x="4456" y="560"/>
                </a:lnTo>
                <a:lnTo>
                  <a:pt x="4437" y="448"/>
                </a:lnTo>
                <a:lnTo>
                  <a:pt x="4418" y="336"/>
                </a:lnTo>
                <a:lnTo>
                  <a:pt x="4363" y="243"/>
                </a:lnTo>
                <a:lnTo>
                  <a:pt x="4288" y="168"/>
                </a:lnTo>
                <a:lnTo>
                  <a:pt x="4213" y="94"/>
                </a:lnTo>
                <a:lnTo>
                  <a:pt x="4120" y="38"/>
                </a:lnTo>
                <a:lnTo>
                  <a:pt x="4008" y="19"/>
                </a:lnTo>
                <a:lnTo>
                  <a:pt x="3897" y="1"/>
                </a:lnTo>
                <a:close/>
                <a:moveTo>
                  <a:pt x="1" y="2964"/>
                </a:moveTo>
                <a:lnTo>
                  <a:pt x="1" y="4642"/>
                </a:lnTo>
                <a:lnTo>
                  <a:pt x="19" y="4754"/>
                </a:lnTo>
                <a:lnTo>
                  <a:pt x="38" y="4866"/>
                </a:lnTo>
                <a:lnTo>
                  <a:pt x="94" y="4959"/>
                </a:lnTo>
                <a:lnTo>
                  <a:pt x="169" y="5033"/>
                </a:lnTo>
                <a:lnTo>
                  <a:pt x="243" y="5108"/>
                </a:lnTo>
                <a:lnTo>
                  <a:pt x="336" y="5145"/>
                </a:lnTo>
                <a:lnTo>
                  <a:pt x="448" y="5182"/>
                </a:lnTo>
                <a:lnTo>
                  <a:pt x="560" y="5201"/>
                </a:lnTo>
                <a:lnTo>
                  <a:pt x="5388" y="5201"/>
                </a:lnTo>
                <a:lnTo>
                  <a:pt x="5500" y="5182"/>
                </a:lnTo>
                <a:lnTo>
                  <a:pt x="5593" y="5145"/>
                </a:lnTo>
                <a:lnTo>
                  <a:pt x="5686" y="5108"/>
                </a:lnTo>
                <a:lnTo>
                  <a:pt x="5779" y="5033"/>
                </a:lnTo>
                <a:lnTo>
                  <a:pt x="5854" y="4959"/>
                </a:lnTo>
                <a:lnTo>
                  <a:pt x="5891" y="4866"/>
                </a:lnTo>
                <a:lnTo>
                  <a:pt x="5928" y="4754"/>
                </a:lnTo>
                <a:lnTo>
                  <a:pt x="5947" y="4642"/>
                </a:lnTo>
                <a:lnTo>
                  <a:pt x="5947" y="2964"/>
                </a:lnTo>
                <a:lnTo>
                  <a:pt x="3710" y="2964"/>
                </a:lnTo>
                <a:lnTo>
                  <a:pt x="3710" y="3524"/>
                </a:lnTo>
                <a:lnTo>
                  <a:pt x="3692" y="3598"/>
                </a:lnTo>
                <a:lnTo>
                  <a:pt x="3654" y="3654"/>
                </a:lnTo>
                <a:lnTo>
                  <a:pt x="3598" y="3691"/>
                </a:lnTo>
                <a:lnTo>
                  <a:pt x="3524" y="3710"/>
                </a:lnTo>
                <a:lnTo>
                  <a:pt x="2405" y="3710"/>
                </a:lnTo>
                <a:lnTo>
                  <a:pt x="2349" y="3691"/>
                </a:lnTo>
                <a:lnTo>
                  <a:pt x="2275" y="3654"/>
                </a:lnTo>
                <a:lnTo>
                  <a:pt x="2238" y="3598"/>
                </a:lnTo>
                <a:lnTo>
                  <a:pt x="2238" y="3524"/>
                </a:lnTo>
                <a:lnTo>
                  <a:pt x="2238" y="29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082527"/>
            <a:ext cx="578716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6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Let Us Built The Bridge</a:t>
            </a:r>
          </a:p>
          <a:p>
            <a:r>
              <a:rPr lang="en-US" sz="4600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Between Your Brand</a:t>
            </a:r>
          </a:p>
          <a:p>
            <a:r>
              <a:rPr lang="en-US" sz="4600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And Customer.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29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 72"/>
          <p:cNvSpPr/>
          <p:nvPr/>
        </p:nvSpPr>
        <p:spPr>
          <a:xfrm>
            <a:off x="13816010" y="0"/>
            <a:ext cx="4471990" cy="3499105"/>
          </a:xfrm>
          <a:custGeom>
            <a:avLst/>
            <a:gdLst>
              <a:gd name="connsiteX0" fmla="*/ 18610 w 6187970"/>
              <a:gd name="connsiteY0" fmla="*/ 0 h 4841771"/>
              <a:gd name="connsiteX1" fmla="*/ 6187970 w 6187970"/>
              <a:gd name="connsiteY1" fmla="*/ 0 h 4841771"/>
              <a:gd name="connsiteX2" fmla="*/ 6187970 w 6187970"/>
              <a:gd name="connsiteY2" fmla="*/ 4841771 h 4841771"/>
              <a:gd name="connsiteX3" fmla="*/ 6046042 w 6187970"/>
              <a:gd name="connsiteY3" fmla="*/ 4784983 h 4841771"/>
              <a:gd name="connsiteX4" fmla="*/ 4640079 w 6187970"/>
              <a:gd name="connsiteY4" fmla="*/ 4542557 h 4841771"/>
              <a:gd name="connsiteX5" fmla="*/ 4227988 w 6187970"/>
              <a:gd name="connsiteY5" fmla="*/ 4114269 h 4841771"/>
              <a:gd name="connsiteX6" fmla="*/ 4244146 w 6187970"/>
              <a:gd name="connsiteY6" fmla="*/ 3548608 h 4841771"/>
              <a:gd name="connsiteX7" fmla="*/ 4090624 w 6187970"/>
              <a:gd name="connsiteY7" fmla="*/ 3031432 h 4841771"/>
              <a:gd name="connsiteX8" fmla="*/ 3525005 w 6187970"/>
              <a:gd name="connsiteY8" fmla="*/ 3007189 h 4841771"/>
              <a:gd name="connsiteX9" fmla="*/ 2337209 w 6187970"/>
              <a:gd name="connsiteY9" fmla="*/ 2999108 h 4841771"/>
              <a:gd name="connsiteX10" fmla="*/ 2611938 w 6187970"/>
              <a:gd name="connsiteY10" fmla="*/ 2110210 h 4841771"/>
              <a:gd name="connsiteX11" fmla="*/ 2272568 w 6187970"/>
              <a:gd name="connsiteY11" fmla="*/ 1205152 h 4841771"/>
              <a:gd name="connsiteX12" fmla="*/ 1311018 w 6187970"/>
              <a:gd name="connsiteY12" fmla="*/ 881917 h 4841771"/>
              <a:gd name="connsiteX13" fmla="*/ 535315 w 6187970"/>
              <a:gd name="connsiteY13" fmla="*/ 760704 h 4841771"/>
              <a:gd name="connsiteX14" fmla="*/ 10098 w 6187970"/>
              <a:gd name="connsiteY14" fmla="*/ 235445 h 4841771"/>
              <a:gd name="connsiteX15" fmla="*/ 5411 w 6187970"/>
              <a:gd name="connsiteY15" fmla="*/ 47770 h 484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87970" h="4841771">
                <a:moveTo>
                  <a:pt x="18610" y="0"/>
                </a:moveTo>
                <a:lnTo>
                  <a:pt x="6187970" y="0"/>
                </a:lnTo>
                <a:lnTo>
                  <a:pt x="6187970" y="4841771"/>
                </a:lnTo>
                <a:lnTo>
                  <a:pt x="6046042" y="4784983"/>
                </a:lnTo>
                <a:cubicBezTo>
                  <a:pt x="5593548" y="4639527"/>
                  <a:pt x="5076412" y="4720337"/>
                  <a:pt x="4640079" y="4542557"/>
                </a:cubicBezTo>
                <a:cubicBezTo>
                  <a:pt x="4454234" y="4461749"/>
                  <a:pt x="4284548" y="4316292"/>
                  <a:pt x="4227988" y="4114269"/>
                </a:cubicBezTo>
                <a:cubicBezTo>
                  <a:pt x="4179505" y="3936490"/>
                  <a:pt x="4227988" y="3742549"/>
                  <a:pt x="4244146" y="3548608"/>
                </a:cubicBezTo>
                <a:cubicBezTo>
                  <a:pt x="4268388" y="3362748"/>
                  <a:pt x="4244146" y="3144565"/>
                  <a:pt x="4090624" y="3031432"/>
                </a:cubicBezTo>
                <a:cubicBezTo>
                  <a:pt x="3929016" y="2918300"/>
                  <a:pt x="3710852" y="2958703"/>
                  <a:pt x="3525005" y="3007189"/>
                </a:cubicBezTo>
                <a:cubicBezTo>
                  <a:pt x="3209875" y="3096079"/>
                  <a:pt x="2547295" y="3419314"/>
                  <a:pt x="2337209" y="2999108"/>
                </a:cubicBezTo>
                <a:cubicBezTo>
                  <a:pt x="2191764" y="2716277"/>
                  <a:pt x="2514974" y="2417284"/>
                  <a:pt x="2611938" y="2110210"/>
                </a:cubicBezTo>
                <a:cubicBezTo>
                  <a:pt x="2716981" y="1786975"/>
                  <a:pt x="2547295" y="1415255"/>
                  <a:pt x="2272568" y="1205152"/>
                </a:cubicBezTo>
                <a:cubicBezTo>
                  <a:pt x="2005920" y="995049"/>
                  <a:pt x="1650388" y="914241"/>
                  <a:pt x="1311018" y="881917"/>
                </a:cubicBezTo>
                <a:cubicBezTo>
                  <a:pt x="1052450" y="857673"/>
                  <a:pt x="785801" y="849592"/>
                  <a:pt x="535315" y="760704"/>
                </a:cubicBezTo>
                <a:cubicBezTo>
                  <a:pt x="292906" y="679894"/>
                  <a:pt x="58580" y="485953"/>
                  <a:pt x="10098" y="235445"/>
                </a:cubicBezTo>
                <a:cubicBezTo>
                  <a:pt x="-2022" y="170798"/>
                  <a:pt x="-2780" y="108424"/>
                  <a:pt x="5411" y="47770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25000"/>
                </a:schemeClr>
              </a:gs>
              <a:gs pos="22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2" name="Freeform 71"/>
          <p:cNvSpPr/>
          <p:nvPr/>
        </p:nvSpPr>
        <p:spPr>
          <a:xfrm>
            <a:off x="1375258" y="-1"/>
            <a:ext cx="16912743" cy="10287001"/>
          </a:xfrm>
          <a:custGeom>
            <a:avLst/>
            <a:gdLst>
              <a:gd name="connsiteX0" fmla="*/ 1582211 w 16912743"/>
              <a:gd name="connsiteY0" fmla="*/ 0 h 10287001"/>
              <a:gd name="connsiteX1" fmla="*/ 16912743 w 16912743"/>
              <a:gd name="connsiteY1" fmla="*/ 0 h 10287001"/>
              <a:gd name="connsiteX2" fmla="*/ 16912743 w 16912743"/>
              <a:gd name="connsiteY2" fmla="*/ 10287001 h 10287001"/>
              <a:gd name="connsiteX3" fmla="*/ 9961713 w 16912743"/>
              <a:gd name="connsiteY3" fmla="*/ 10287001 h 10287001"/>
              <a:gd name="connsiteX4" fmla="*/ 9933876 w 16912743"/>
              <a:gd name="connsiteY4" fmla="*/ 10230030 h 10287001"/>
              <a:gd name="connsiteX5" fmla="*/ 9714991 w 16912743"/>
              <a:gd name="connsiteY5" fmla="*/ 9986836 h 10287001"/>
              <a:gd name="connsiteX6" fmla="*/ 8371680 w 16912743"/>
              <a:gd name="connsiteY6" fmla="*/ 9929260 h 10287001"/>
              <a:gd name="connsiteX7" fmla="*/ 7281779 w 16912743"/>
              <a:gd name="connsiteY7" fmla="*/ 10279095 h 10287001"/>
              <a:gd name="connsiteX8" fmla="*/ 7250510 w 16912743"/>
              <a:gd name="connsiteY8" fmla="*/ 10287001 h 10287001"/>
              <a:gd name="connsiteX9" fmla="*/ 5908346 w 16912743"/>
              <a:gd name="connsiteY9" fmla="*/ 10287001 h 10287001"/>
              <a:gd name="connsiteX10" fmla="*/ 5856076 w 16912743"/>
              <a:gd name="connsiteY10" fmla="*/ 10257404 h 10287001"/>
              <a:gd name="connsiteX11" fmla="*/ 5550735 w 16912743"/>
              <a:gd name="connsiteY11" fmla="*/ 9910068 h 10287001"/>
              <a:gd name="connsiteX12" fmla="*/ 6203199 w 16912743"/>
              <a:gd name="connsiteY12" fmla="*/ 7798989 h 10287001"/>
              <a:gd name="connsiteX13" fmla="*/ 5397217 w 16912743"/>
              <a:gd name="connsiteY13" fmla="*/ 5649528 h 10287001"/>
              <a:gd name="connsiteX14" fmla="*/ 3113591 w 16912743"/>
              <a:gd name="connsiteY14" fmla="*/ 4881862 h 10287001"/>
              <a:gd name="connsiteX15" fmla="*/ 1271341 w 16912743"/>
              <a:gd name="connsiteY15" fmla="*/ 4593991 h 10287001"/>
              <a:gd name="connsiteX16" fmla="*/ 23982 w 16912743"/>
              <a:gd name="connsiteY16" fmla="*/ 3346531 h 10287001"/>
              <a:gd name="connsiteX17" fmla="*/ 1578380 w 16912743"/>
              <a:gd name="connsiteY17" fmla="*/ 26381 h 10287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6912743" h="10287001">
                <a:moveTo>
                  <a:pt x="1582211" y="0"/>
                </a:moveTo>
                <a:lnTo>
                  <a:pt x="16912743" y="0"/>
                </a:lnTo>
                <a:lnTo>
                  <a:pt x="16912743" y="10287001"/>
                </a:lnTo>
                <a:lnTo>
                  <a:pt x="9961713" y="10287001"/>
                </a:lnTo>
                <a:lnTo>
                  <a:pt x="9933876" y="10230030"/>
                </a:lnTo>
                <a:cubicBezTo>
                  <a:pt x="9878105" y="10136771"/>
                  <a:pt x="9806143" y="10054007"/>
                  <a:pt x="9714991" y="9986836"/>
                </a:cubicBezTo>
                <a:cubicBezTo>
                  <a:pt x="9331183" y="9718153"/>
                  <a:pt x="8813055" y="9814109"/>
                  <a:pt x="8371680" y="9929260"/>
                </a:cubicBezTo>
                <a:cubicBezTo>
                  <a:pt x="8091025" y="10008425"/>
                  <a:pt x="7694329" y="10165857"/>
                  <a:pt x="7281779" y="10279095"/>
                </a:cubicBezTo>
                <a:lnTo>
                  <a:pt x="7250510" y="10287001"/>
                </a:lnTo>
                <a:lnTo>
                  <a:pt x="5908346" y="10287001"/>
                </a:lnTo>
                <a:lnTo>
                  <a:pt x="5856076" y="10257404"/>
                </a:lnTo>
                <a:cubicBezTo>
                  <a:pt x="5732891" y="10178826"/>
                  <a:pt x="5628695" y="10066000"/>
                  <a:pt x="5550735" y="9910068"/>
                </a:cubicBezTo>
                <a:cubicBezTo>
                  <a:pt x="5205311" y="9238362"/>
                  <a:pt x="5972917" y="8528270"/>
                  <a:pt x="6203199" y="7798989"/>
                </a:cubicBezTo>
                <a:cubicBezTo>
                  <a:pt x="6452670" y="7031323"/>
                  <a:pt x="6049677" y="6148509"/>
                  <a:pt x="5397217" y="5649528"/>
                </a:cubicBezTo>
                <a:cubicBezTo>
                  <a:pt x="4763942" y="5150546"/>
                  <a:pt x="3919575" y="4958630"/>
                  <a:pt x="3113591" y="4881862"/>
                </a:cubicBezTo>
                <a:cubicBezTo>
                  <a:pt x="2499507" y="4824286"/>
                  <a:pt x="1866232" y="4805094"/>
                  <a:pt x="1271341" y="4593991"/>
                </a:cubicBezTo>
                <a:cubicBezTo>
                  <a:pt x="695635" y="4402072"/>
                  <a:pt x="139123" y="3941473"/>
                  <a:pt x="23982" y="3346531"/>
                </a:cubicBezTo>
                <a:cubicBezTo>
                  <a:pt x="-206300" y="2118268"/>
                  <a:pt x="1290530" y="1235454"/>
                  <a:pt x="1578380" y="26381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20000"/>
                </a:schemeClr>
              </a:gs>
              <a:gs pos="5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8" name="Freeform 67"/>
          <p:cNvSpPr/>
          <p:nvPr/>
        </p:nvSpPr>
        <p:spPr>
          <a:xfrm flipH="1">
            <a:off x="0" y="0"/>
            <a:ext cx="8186014" cy="6405139"/>
          </a:xfrm>
          <a:custGeom>
            <a:avLst/>
            <a:gdLst>
              <a:gd name="connsiteX0" fmla="*/ 18610 w 6187970"/>
              <a:gd name="connsiteY0" fmla="*/ 0 h 4841771"/>
              <a:gd name="connsiteX1" fmla="*/ 6187970 w 6187970"/>
              <a:gd name="connsiteY1" fmla="*/ 0 h 4841771"/>
              <a:gd name="connsiteX2" fmla="*/ 6187970 w 6187970"/>
              <a:gd name="connsiteY2" fmla="*/ 4841771 h 4841771"/>
              <a:gd name="connsiteX3" fmla="*/ 6046042 w 6187970"/>
              <a:gd name="connsiteY3" fmla="*/ 4784983 h 4841771"/>
              <a:gd name="connsiteX4" fmla="*/ 4640079 w 6187970"/>
              <a:gd name="connsiteY4" fmla="*/ 4542557 h 4841771"/>
              <a:gd name="connsiteX5" fmla="*/ 4227988 w 6187970"/>
              <a:gd name="connsiteY5" fmla="*/ 4114269 h 4841771"/>
              <a:gd name="connsiteX6" fmla="*/ 4244146 w 6187970"/>
              <a:gd name="connsiteY6" fmla="*/ 3548608 h 4841771"/>
              <a:gd name="connsiteX7" fmla="*/ 4090624 w 6187970"/>
              <a:gd name="connsiteY7" fmla="*/ 3031432 h 4841771"/>
              <a:gd name="connsiteX8" fmla="*/ 3525005 w 6187970"/>
              <a:gd name="connsiteY8" fmla="*/ 3007189 h 4841771"/>
              <a:gd name="connsiteX9" fmla="*/ 2337209 w 6187970"/>
              <a:gd name="connsiteY9" fmla="*/ 2999108 h 4841771"/>
              <a:gd name="connsiteX10" fmla="*/ 2611938 w 6187970"/>
              <a:gd name="connsiteY10" fmla="*/ 2110210 h 4841771"/>
              <a:gd name="connsiteX11" fmla="*/ 2272568 w 6187970"/>
              <a:gd name="connsiteY11" fmla="*/ 1205152 h 4841771"/>
              <a:gd name="connsiteX12" fmla="*/ 1311018 w 6187970"/>
              <a:gd name="connsiteY12" fmla="*/ 881917 h 4841771"/>
              <a:gd name="connsiteX13" fmla="*/ 535315 w 6187970"/>
              <a:gd name="connsiteY13" fmla="*/ 760704 h 4841771"/>
              <a:gd name="connsiteX14" fmla="*/ 10098 w 6187970"/>
              <a:gd name="connsiteY14" fmla="*/ 235445 h 4841771"/>
              <a:gd name="connsiteX15" fmla="*/ 5411 w 6187970"/>
              <a:gd name="connsiteY15" fmla="*/ 47770 h 484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87970" h="4841771">
                <a:moveTo>
                  <a:pt x="18610" y="0"/>
                </a:moveTo>
                <a:lnTo>
                  <a:pt x="6187970" y="0"/>
                </a:lnTo>
                <a:lnTo>
                  <a:pt x="6187970" y="4841771"/>
                </a:lnTo>
                <a:lnTo>
                  <a:pt x="6046042" y="4784983"/>
                </a:lnTo>
                <a:cubicBezTo>
                  <a:pt x="5593548" y="4639527"/>
                  <a:pt x="5076412" y="4720337"/>
                  <a:pt x="4640079" y="4542557"/>
                </a:cubicBezTo>
                <a:cubicBezTo>
                  <a:pt x="4454234" y="4461749"/>
                  <a:pt x="4284548" y="4316292"/>
                  <a:pt x="4227988" y="4114269"/>
                </a:cubicBezTo>
                <a:cubicBezTo>
                  <a:pt x="4179505" y="3936490"/>
                  <a:pt x="4227988" y="3742549"/>
                  <a:pt x="4244146" y="3548608"/>
                </a:cubicBezTo>
                <a:cubicBezTo>
                  <a:pt x="4268388" y="3362748"/>
                  <a:pt x="4244146" y="3144565"/>
                  <a:pt x="4090624" y="3031432"/>
                </a:cubicBezTo>
                <a:cubicBezTo>
                  <a:pt x="3929016" y="2918300"/>
                  <a:pt x="3710852" y="2958703"/>
                  <a:pt x="3525005" y="3007189"/>
                </a:cubicBezTo>
                <a:cubicBezTo>
                  <a:pt x="3209875" y="3096079"/>
                  <a:pt x="2547295" y="3419314"/>
                  <a:pt x="2337209" y="2999108"/>
                </a:cubicBezTo>
                <a:cubicBezTo>
                  <a:pt x="2191764" y="2716277"/>
                  <a:pt x="2514974" y="2417284"/>
                  <a:pt x="2611938" y="2110210"/>
                </a:cubicBezTo>
                <a:cubicBezTo>
                  <a:pt x="2716981" y="1786975"/>
                  <a:pt x="2547295" y="1415255"/>
                  <a:pt x="2272568" y="1205152"/>
                </a:cubicBezTo>
                <a:cubicBezTo>
                  <a:pt x="2005920" y="995049"/>
                  <a:pt x="1650388" y="914241"/>
                  <a:pt x="1311018" y="881917"/>
                </a:cubicBezTo>
                <a:cubicBezTo>
                  <a:pt x="1052450" y="857673"/>
                  <a:pt x="785801" y="849592"/>
                  <a:pt x="535315" y="760704"/>
                </a:cubicBezTo>
                <a:cubicBezTo>
                  <a:pt x="292906" y="679894"/>
                  <a:pt x="58580" y="485953"/>
                  <a:pt x="10098" y="235445"/>
                </a:cubicBezTo>
                <a:cubicBezTo>
                  <a:pt x="-2022" y="170798"/>
                  <a:pt x="-2780" y="108424"/>
                  <a:pt x="5411" y="47770"/>
                </a:cubicBezTo>
                <a:close/>
              </a:path>
            </a:pathLst>
          </a:custGeom>
          <a:gradFill>
            <a:gsLst>
              <a:gs pos="75000">
                <a:schemeClr val="bg1">
                  <a:alpha val="20000"/>
                </a:schemeClr>
              </a:gs>
              <a:gs pos="5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97282" y="4555910"/>
            <a:ext cx="3810659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Company</a:t>
            </a:r>
            <a:endParaRPr lang="en-US" sz="3200" b="1">
              <a:solidFill>
                <a:schemeClr val="bg1"/>
              </a:solidFill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Best Portfolio.</a:t>
            </a:r>
            <a:endParaRPr lang="en-US" sz="4600" b="1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1" y="6359666"/>
            <a:ext cx="47701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7577350" y="7010948"/>
            <a:ext cx="3474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chemeClr val="bg1"/>
                </a:solidFill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 b="1">
              <a:solidFill>
                <a:schemeClr val="bg1"/>
              </a:solidFill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577350" y="7329162"/>
            <a:ext cx="389075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3716217" y="1946459"/>
            <a:ext cx="3474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>
                <a:solidFill>
                  <a:schemeClr val="bg1"/>
                </a:solidFill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 b="1">
              <a:solidFill>
                <a:schemeClr val="bg1"/>
              </a:solidFill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13299970" y="2264673"/>
            <a:ext cx="389075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60" name="Freeform 59"/>
          <p:cNvSpPr/>
          <p:nvPr/>
        </p:nvSpPr>
        <p:spPr>
          <a:xfrm>
            <a:off x="7577351" y="5580197"/>
            <a:ext cx="1050833" cy="890343"/>
          </a:xfrm>
          <a:custGeom>
            <a:avLst/>
            <a:gdLst>
              <a:gd name="connsiteX0" fmla="*/ 0 w 1174948"/>
              <a:gd name="connsiteY0" fmla="*/ 0 h 995502"/>
              <a:gd name="connsiteX1" fmla="*/ 142429 w 1174948"/>
              <a:gd name="connsiteY1" fmla="*/ 29452 h 995502"/>
              <a:gd name="connsiteX2" fmla="*/ 742529 w 1174948"/>
              <a:gd name="connsiteY2" fmla="*/ 153541 h 995502"/>
              <a:gd name="connsiteX3" fmla="*/ 1019144 w 1174948"/>
              <a:gd name="connsiteY3" fmla="*/ 414036 h 995502"/>
              <a:gd name="connsiteX4" fmla="*/ 1150614 w 1174948"/>
              <a:gd name="connsiteY4" fmla="*/ 904684 h 995502"/>
              <a:gd name="connsiteX5" fmla="*/ 1174948 w 1174948"/>
              <a:gd name="connsiteY5" fmla="*/ 995502 h 995502"/>
              <a:gd name="connsiteX6" fmla="*/ 0 w 1174948"/>
              <a:gd name="connsiteY6" fmla="*/ 995502 h 995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4948" h="995502">
                <a:moveTo>
                  <a:pt x="0" y="0"/>
                </a:moveTo>
                <a:lnTo>
                  <a:pt x="142429" y="29452"/>
                </a:lnTo>
                <a:cubicBezTo>
                  <a:pt x="302646" y="62581"/>
                  <a:pt x="499834" y="103356"/>
                  <a:pt x="742529" y="153541"/>
                </a:cubicBezTo>
                <a:cubicBezTo>
                  <a:pt x="876921" y="178369"/>
                  <a:pt x="984162" y="283480"/>
                  <a:pt x="1019144" y="414036"/>
                </a:cubicBezTo>
                <a:cubicBezTo>
                  <a:pt x="1019144" y="414036"/>
                  <a:pt x="1019144" y="414036"/>
                  <a:pt x="1150614" y="904684"/>
                </a:cubicBezTo>
                <a:lnTo>
                  <a:pt x="1174948" y="995502"/>
                </a:lnTo>
                <a:lnTo>
                  <a:pt x="0" y="995502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 60"/>
          <p:cNvSpPr/>
          <p:nvPr/>
        </p:nvSpPr>
        <p:spPr>
          <a:xfrm flipH="1" flipV="1">
            <a:off x="16139885" y="3816460"/>
            <a:ext cx="1050833" cy="890343"/>
          </a:xfrm>
          <a:custGeom>
            <a:avLst/>
            <a:gdLst>
              <a:gd name="connsiteX0" fmla="*/ 0 w 1174948"/>
              <a:gd name="connsiteY0" fmla="*/ 0 h 995502"/>
              <a:gd name="connsiteX1" fmla="*/ 142429 w 1174948"/>
              <a:gd name="connsiteY1" fmla="*/ 29452 h 995502"/>
              <a:gd name="connsiteX2" fmla="*/ 742529 w 1174948"/>
              <a:gd name="connsiteY2" fmla="*/ 153541 h 995502"/>
              <a:gd name="connsiteX3" fmla="*/ 1019144 w 1174948"/>
              <a:gd name="connsiteY3" fmla="*/ 414036 h 995502"/>
              <a:gd name="connsiteX4" fmla="*/ 1150614 w 1174948"/>
              <a:gd name="connsiteY4" fmla="*/ 904684 h 995502"/>
              <a:gd name="connsiteX5" fmla="*/ 1174948 w 1174948"/>
              <a:gd name="connsiteY5" fmla="*/ 995502 h 995502"/>
              <a:gd name="connsiteX6" fmla="*/ 0 w 1174948"/>
              <a:gd name="connsiteY6" fmla="*/ 995502 h 995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4948" h="995502">
                <a:moveTo>
                  <a:pt x="0" y="0"/>
                </a:moveTo>
                <a:lnTo>
                  <a:pt x="142429" y="29452"/>
                </a:lnTo>
                <a:cubicBezTo>
                  <a:pt x="302646" y="62581"/>
                  <a:pt x="499834" y="103356"/>
                  <a:pt x="742529" y="153541"/>
                </a:cubicBezTo>
                <a:cubicBezTo>
                  <a:pt x="876921" y="178369"/>
                  <a:pt x="984162" y="283480"/>
                  <a:pt x="1019144" y="414036"/>
                </a:cubicBezTo>
                <a:cubicBezTo>
                  <a:pt x="1019144" y="414036"/>
                  <a:pt x="1019144" y="414036"/>
                  <a:pt x="1150614" y="904684"/>
                </a:cubicBezTo>
                <a:lnTo>
                  <a:pt x="1174948" y="995502"/>
                </a:lnTo>
                <a:lnTo>
                  <a:pt x="0" y="99550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7796164" y="5903479"/>
            <a:ext cx="389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1.</a:t>
            </a:r>
            <a:endParaRPr lang="en-US" sz="2000" b="1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6566047" y="3971135"/>
            <a:ext cx="389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2.</a:t>
            </a:r>
            <a:endParaRPr lang="en-US" sz="2000" b="1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82" y="1191400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4" name="Google Shape;183;p8"/>
          <p:cNvSpPr/>
          <p:nvPr/>
        </p:nvSpPr>
        <p:spPr>
          <a:xfrm>
            <a:off x="1333028" y="1448889"/>
            <a:ext cx="347141" cy="303653"/>
          </a:xfrm>
          <a:custGeom>
            <a:avLst/>
            <a:gdLst/>
            <a:ahLst/>
            <a:cxnLst/>
            <a:rect l="l" t="t" r="r" b="b"/>
            <a:pathLst>
              <a:path w="5947" h="5202" extrusionOk="0">
                <a:moveTo>
                  <a:pt x="3710" y="746"/>
                </a:moveTo>
                <a:lnTo>
                  <a:pt x="3710" y="1119"/>
                </a:lnTo>
                <a:lnTo>
                  <a:pt x="2238" y="1119"/>
                </a:lnTo>
                <a:lnTo>
                  <a:pt x="2238" y="746"/>
                </a:lnTo>
                <a:close/>
                <a:moveTo>
                  <a:pt x="2051" y="1"/>
                </a:moveTo>
                <a:lnTo>
                  <a:pt x="1939" y="19"/>
                </a:lnTo>
                <a:lnTo>
                  <a:pt x="1828" y="38"/>
                </a:lnTo>
                <a:lnTo>
                  <a:pt x="1734" y="94"/>
                </a:lnTo>
                <a:lnTo>
                  <a:pt x="1641" y="168"/>
                </a:lnTo>
                <a:lnTo>
                  <a:pt x="1585" y="243"/>
                </a:lnTo>
                <a:lnTo>
                  <a:pt x="1529" y="336"/>
                </a:lnTo>
                <a:lnTo>
                  <a:pt x="1492" y="448"/>
                </a:lnTo>
                <a:lnTo>
                  <a:pt x="1492" y="560"/>
                </a:lnTo>
                <a:lnTo>
                  <a:pt x="1492" y="1119"/>
                </a:lnTo>
                <a:lnTo>
                  <a:pt x="448" y="1119"/>
                </a:lnTo>
                <a:lnTo>
                  <a:pt x="336" y="1156"/>
                </a:lnTo>
                <a:lnTo>
                  <a:pt x="243" y="1212"/>
                </a:lnTo>
                <a:lnTo>
                  <a:pt x="169" y="1268"/>
                </a:lnTo>
                <a:lnTo>
                  <a:pt x="94" y="1361"/>
                </a:lnTo>
                <a:lnTo>
                  <a:pt x="38" y="1455"/>
                </a:lnTo>
                <a:lnTo>
                  <a:pt x="19" y="1566"/>
                </a:lnTo>
                <a:lnTo>
                  <a:pt x="1" y="1678"/>
                </a:lnTo>
                <a:lnTo>
                  <a:pt x="1" y="2592"/>
                </a:lnTo>
                <a:lnTo>
                  <a:pt x="5947" y="2592"/>
                </a:lnTo>
                <a:lnTo>
                  <a:pt x="5947" y="1678"/>
                </a:lnTo>
                <a:lnTo>
                  <a:pt x="5928" y="1566"/>
                </a:lnTo>
                <a:lnTo>
                  <a:pt x="5891" y="1455"/>
                </a:lnTo>
                <a:lnTo>
                  <a:pt x="5854" y="1361"/>
                </a:lnTo>
                <a:lnTo>
                  <a:pt x="5779" y="1268"/>
                </a:lnTo>
                <a:lnTo>
                  <a:pt x="5686" y="1212"/>
                </a:lnTo>
                <a:lnTo>
                  <a:pt x="5593" y="1156"/>
                </a:lnTo>
                <a:lnTo>
                  <a:pt x="5500" y="1119"/>
                </a:lnTo>
                <a:lnTo>
                  <a:pt x="4456" y="1119"/>
                </a:lnTo>
                <a:lnTo>
                  <a:pt x="4456" y="560"/>
                </a:lnTo>
                <a:lnTo>
                  <a:pt x="4437" y="448"/>
                </a:lnTo>
                <a:lnTo>
                  <a:pt x="4418" y="336"/>
                </a:lnTo>
                <a:lnTo>
                  <a:pt x="4363" y="243"/>
                </a:lnTo>
                <a:lnTo>
                  <a:pt x="4288" y="168"/>
                </a:lnTo>
                <a:lnTo>
                  <a:pt x="4213" y="94"/>
                </a:lnTo>
                <a:lnTo>
                  <a:pt x="4120" y="38"/>
                </a:lnTo>
                <a:lnTo>
                  <a:pt x="4008" y="19"/>
                </a:lnTo>
                <a:lnTo>
                  <a:pt x="3897" y="1"/>
                </a:lnTo>
                <a:close/>
                <a:moveTo>
                  <a:pt x="1" y="2964"/>
                </a:moveTo>
                <a:lnTo>
                  <a:pt x="1" y="4642"/>
                </a:lnTo>
                <a:lnTo>
                  <a:pt x="19" y="4754"/>
                </a:lnTo>
                <a:lnTo>
                  <a:pt x="38" y="4866"/>
                </a:lnTo>
                <a:lnTo>
                  <a:pt x="94" y="4959"/>
                </a:lnTo>
                <a:lnTo>
                  <a:pt x="169" y="5033"/>
                </a:lnTo>
                <a:lnTo>
                  <a:pt x="243" y="5108"/>
                </a:lnTo>
                <a:lnTo>
                  <a:pt x="336" y="5145"/>
                </a:lnTo>
                <a:lnTo>
                  <a:pt x="448" y="5182"/>
                </a:lnTo>
                <a:lnTo>
                  <a:pt x="560" y="5201"/>
                </a:lnTo>
                <a:lnTo>
                  <a:pt x="5388" y="5201"/>
                </a:lnTo>
                <a:lnTo>
                  <a:pt x="5500" y="5182"/>
                </a:lnTo>
                <a:lnTo>
                  <a:pt x="5593" y="5145"/>
                </a:lnTo>
                <a:lnTo>
                  <a:pt x="5686" y="5108"/>
                </a:lnTo>
                <a:lnTo>
                  <a:pt x="5779" y="5033"/>
                </a:lnTo>
                <a:lnTo>
                  <a:pt x="5854" y="4959"/>
                </a:lnTo>
                <a:lnTo>
                  <a:pt x="5891" y="4866"/>
                </a:lnTo>
                <a:lnTo>
                  <a:pt x="5928" y="4754"/>
                </a:lnTo>
                <a:lnTo>
                  <a:pt x="5947" y="4642"/>
                </a:lnTo>
                <a:lnTo>
                  <a:pt x="5947" y="2964"/>
                </a:lnTo>
                <a:lnTo>
                  <a:pt x="3710" y="2964"/>
                </a:lnTo>
                <a:lnTo>
                  <a:pt x="3710" y="3524"/>
                </a:lnTo>
                <a:lnTo>
                  <a:pt x="3692" y="3598"/>
                </a:lnTo>
                <a:lnTo>
                  <a:pt x="3654" y="3654"/>
                </a:lnTo>
                <a:lnTo>
                  <a:pt x="3598" y="3691"/>
                </a:lnTo>
                <a:lnTo>
                  <a:pt x="3524" y="3710"/>
                </a:lnTo>
                <a:lnTo>
                  <a:pt x="2405" y="3710"/>
                </a:lnTo>
                <a:lnTo>
                  <a:pt x="2349" y="3691"/>
                </a:lnTo>
                <a:lnTo>
                  <a:pt x="2275" y="3654"/>
                </a:lnTo>
                <a:lnTo>
                  <a:pt x="2238" y="3598"/>
                </a:lnTo>
                <a:lnTo>
                  <a:pt x="2238" y="3524"/>
                </a:lnTo>
                <a:lnTo>
                  <a:pt x="2238" y="29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5040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625596" y="-1"/>
            <a:ext cx="16204305" cy="10287001"/>
            <a:chOff x="2083695" y="-1"/>
            <a:chExt cx="16204305" cy="10287001"/>
          </a:xfrm>
        </p:grpSpPr>
        <p:sp>
          <p:nvSpPr>
            <p:cNvPr id="5" name="Freeform 4"/>
            <p:cNvSpPr/>
            <p:nvPr/>
          </p:nvSpPr>
          <p:spPr>
            <a:xfrm flipH="1">
              <a:off x="2083695" y="1"/>
              <a:ext cx="16204304" cy="10286999"/>
            </a:xfrm>
            <a:custGeom>
              <a:avLst/>
              <a:gdLst>
                <a:gd name="connsiteX0" fmla="*/ 16175909 w 16204304"/>
                <a:gd name="connsiteY0" fmla="*/ 0 h 10286999"/>
                <a:gd name="connsiteX1" fmla="*/ 0 w 16204304"/>
                <a:gd name="connsiteY1" fmla="*/ 0 h 10286999"/>
                <a:gd name="connsiteX2" fmla="*/ 0 w 16204304"/>
                <a:gd name="connsiteY2" fmla="*/ 10286999 h 10286999"/>
                <a:gd name="connsiteX3" fmla="*/ 10842931 w 16204304"/>
                <a:gd name="connsiteY3" fmla="*/ 10286999 h 10286999"/>
                <a:gd name="connsiteX4" fmla="*/ 10853319 w 16204304"/>
                <a:gd name="connsiteY4" fmla="*/ 10106267 h 10286999"/>
                <a:gd name="connsiteX5" fmla="*/ 13289460 w 16204304"/>
                <a:gd name="connsiteY5" fmla="*/ 5948493 h 10286999"/>
                <a:gd name="connsiteX6" fmla="*/ 16200800 w 16204304"/>
                <a:gd name="connsiteY6" fmla="*/ 289051 h 1028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04304" h="10286999">
                  <a:moveTo>
                    <a:pt x="16175909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10842931" y="10286999"/>
                  </a:lnTo>
                  <a:lnTo>
                    <a:pt x="10853319" y="10106267"/>
                  </a:lnTo>
                  <a:cubicBezTo>
                    <a:pt x="11000636" y="8417787"/>
                    <a:pt x="11889169" y="6872257"/>
                    <a:pt x="13289460" y="5948493"/>
                  </a:cubicBezTo>
                  <a:cubicBezTo>
                    <a:pt x="15112210" y="4735756"/>
                    <a:pt x="16276747" y="2638731"/>
                    <a:pt x="16200800" y="289051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20000"/>
                  </a:schemeClr>
                </a:gs>
                <a:gs pos="2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 flipH="1">
              <a:off x="4003835" y="-1"/>
              <a:ext cx="14284164" cy="10287000"/>
            </a:xfrm>
            <a:custGeom>
              <a:avLst/>
              <a:gdLst>
                <a:gd name="connsiteX0" fmla="*/ 14259134 w 14284164"/>
                <a:gd name="connsiteY0" fmla="*/ 0 h 10287000"/>
                <a:gd name="connsiteX1" fmla="*/ 0 w 14284164"/>
                <a:gd name="connsiteY1" fmla="*/ 0 h 10287000"/>
                <a:gd name="connsiteX2" fmla="*/ 0 w 14284164"/>
                <a:gd name="connsiteY2" fmla="*/ 10287000 h 10287000"/>
                <a:gd name="connsiteX3" fmla="*/ 9426287 w 14284164"/>
                <a:gd name="connsiteY3" fmla="*/ 10287000 h 10287000"/>
                <a:gd name="connsiteX4" fmla="*/ 9457800 w 14284164"/>
                <a:gd name="connsiteY4" fmla="*/ 10125692 h 10287000"/>
                <a:gd name="connsiteX5" fmla="*/ 9550047 w 14284164"/>
                <a:gd name="connsiteY5" fmla="*/ 9274768 h 10287000"/>
                <a:gd name="connsiteX6" fmla="*/ 9550047 w 14284164"/>
                <a:gd name="connsiteY6" fmla="*/ 9207953 h 10287000"/>
                <a:gd name="connsiteX7" fmla="*/ 11714717 w 14284164"/>
                <a:gd name="connsiteY7" fmla="*/ 5243622 h 10287000"/>
                <a:gd name="connsiteX8" fmla="*/ 14281075 w 14284164"/>
                <a:gd name="connsiteY8" fmla="*/ 254800 h 102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284164" h="10287000">
                  <a:moveTo>
                    <a:pt x="14259134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9426287" y="10287000"/>
                  </a:lnTo>
                  <a:lnTo>
                    <a:pt x="9457800" y="10125692"/>
                  </a:lnTo>
                  <a:cubicBezTo>
                    <a:pt x="9506098" y="9847442"/>
                    <a:pt x="9537233" y="9563428"/>
                    <a:pt x="9550047" y="9274768"/>
                  </a:cubicBezTo>
                  <a:cubicBezTo>
                    <a:pt x="9550047" y="9252497"/>
                    <a:pt x="9550047" y="9230225"/>
                    <a:pt x="9550047" y="9207953"/>
                  </a:cubicBezTo>
                  <a:cubicBezTo>
                    <a:pt x="9594680" y="7604404"/>
                    <a:pt x="10398064" y="6112212"/>
                    <a:pt x="11714717" y="5243622"/>
                  </a:cubicBezTo>
                  <a:cubicBezTo>
                    <a:pt x="13321479" y="4174590"/>
                    <a:pt x="14348023" y="2326053"/>
                    <a:pt x="14281075" y="254800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20000"/>
                  </a:schemeClr>
                </a:gs>
                <a:gs pos="2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 flipH="1">
              <a:off x="5854744" y="1"/>
              <a:ext cx="12433256" cy="10286998"/>
            </a:xfrm>
            <a:custGeom>
              <a:avLst/>
              <a:gdLst>
                <a:gd name="connsiteX0" fmla="*/ 12411469 w 12433256"/>
                <a:gd name="connsiteY0" fmla="*/ 0 h 10286998"/>
                <a:gd name="connsiteX1" fmla="*/ 0 w 12433256"/>
                <a:gd name="connsiteY1" fmla="*/ 0 h 10286998"/>
                <a:gd name="connsiteX2" fmla="*/ 0 w 12433256"/>
                <a:gd name="connsiteY2" fmla="*/ 10286998 h 10286998"/>
                <a:gd name="connsiteX3" fmla="*/ 7763992 w 12433256"/>
                <a:gd name="connsiteY3" fmla="*/ 10286998 h 10286998"/>
                <a:gd name="connsiteX4" fmla="*/ 7902262 w 12433256"/>
                <a:gd name="connsiteY4" fmla="*/ 9978280 h 10286998"/>
                <a:gd name="connsiteX5" fmla="*/ 8312574 w 12433256"/>
                <a:gd name="connsiteY5" fmla="*/ 8072968 h 10286998"/>
                <a:gd name="connsiteX6" fmla="*/ 8312574 w 12433256"/>
                <a:gd name="connsiteY6" fmla="*/ 8014810 h 10286998"/>
                <a:gd name="connsiteX7" fmla="*/ 10196752 w 12433256"/>
                <a:gd name="connsiteY7" fmla="*/ 4564167 h 10286998"/>
                <a:gd name="connsiteX8" fmla="*/ 12430568 w 12433256"/>
                <a:gd name="connsiteY8" fmla="*/ 221783 h 10286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33256" h="10286998">
                  <a:moveTo>
                    <a:pt x="12411469" y="0"/>
                  </a:moveTo>
                  <a:lnTo>
                    <a:pt x="0" y="0"/>
                  </a:lnTo>
                  <a:lnTo>
                    <a:pt x="0" y="10286998"/>
                  </a:lnTo>
                  <a:lnTo>
                    <a:pt x="7763992" y="10286998"/>
                  </a:lnTo>
                  <a:lnTo>
                    <a:pt x="7902262" y="9978280"/>
                  </a:lnTo>
                  <a:cubicBezTo>
                    <a:pt x="8139689" y="9384243"/>
                    <a:pt x="8282831" y="8742983"/>
                    <a:pt x="8312574" y="8072968"/>
                  </a:cubicBezTo>
                  <a:cubicBezTo>
                    <a:pt x="8312574" y="8053581"/>
                    <a:pt x="8312574" y="8034196"/>
                    <a:pt x="8312574" y="8014810"/>
                  </a:cubicBezTo>
                  <a:cubicBezTo>
                    <a:pt x="8351423" y="6619045"/>
                    <a:pt x="9050707" y="5320206"/>
                    <a:pt x="10196752" y="4564167"/>
                  </a:cubicBezTo>
                  <a:cubicBezTo>
                    <a:pt x="11595313" y="3633656"/>
                    <a:pt x="12488841" y="2024649"/>
                    <a:pt x="12430568" y="221783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20000"/>
                  </a:schemeClr>
                </a:gs>
                <a:gs pos="2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 8"/>
          <p:cNvSpPr/>
          <p:nvPr/>
        </p:nvSpPr>
        <p:spPr>
          <a:xfrm rot="16200000">
            <a:off x="1234865" y="6930939"/>
            <a:ext cx="2121195" cy="4590926"/>
          </a:xfrm>
          <a:custGeom>
            <a:avLst/>
            <a:gdLst>
              <a:gd name="connsiteX0" fmla="*/ 2120082 w 2121195"/>
              <a:gd name="connsiteY0" fmla="*/ 91883 h 4590926"/>
              <a:gd name="connsiteX1" fmla="*/ 1194634 w 2121195"/>
              <a:gd name="connsiteY1" fmla="*/ 1890888 h 4590926"/>
              <a:gd name="connsiteX2" fmla="*/ 414039 w 2121195"/>
              <a:gd name="connsiteY2" fmla="*/ 3320454 h 4590926"/>
              <a:gd name="connsiteX3" fmla="*/ 414039 w 2121195"/>
              <a:gd name="connsiteY3" fmla="*/ 3344548 h 4590926"/>
              <a:gd name="connsiteX4" fmla="*/ 68199 w 2121195"/>
              <a:gd name="connsiteY4" fmla="*/ 4487426 h 4590926"/>
              <a:gd name="connsiteX5" fmla="*/ 0 w 2121195"/>
              <a:gd name="connsiteY5" fmla="*/ 4590926 h 4590926"/>
              <a:gd name="connsiteX6" fmla="*/ 0 w 2121195"/>
              <a:gd name="connsiteY6" fmla="*/ 0 h 4590926"/>
              <a:gd name="connsiteX7" fmla="*/ 2112169 w 2121195"/>
              <a:gd name="connsiteY7" fmla="*/ 0 h 4590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21195" h="4590926">
                <a:moveTo>
                  <a:pt x="2120082" y="91883"/>
                </a:moveTo>
                <a:cubicBezTo>
                  <a:pt x="2144223" y="838791"/>
                  <a:pt x="1774044" y="1505387"/>
                  <a:pt x="1194634" y="1890888"/>
                </a:cubicBezTo>
                <a:cubicBezTo>
                  <a:pt x="719840" y="2204107"/>
                  <a:pt x="430134" y="2742203"/>
                  <a:pt x="414039" y="3320454"/>
                </a:cubicBezTo>
                <a:cubicBezTo>
                  <a:pt x="414039" y="3328485"/>
                  <a:pt x="414039" y="3336517"/>
                  <a:pt x="414039" y="3344548"/>
                </a:cubicBezTo>
                <a:cubicBezTo>
                  <a:pt x="395555" y="3760919"/>
                  <a:pt x="271368" y="4150485"/>
                  <a:pt x="68199" y="4487426"/>
                </a:cubicBezTo>
                <a:lnTo>
                  <a:pt x="0" y="4590926"/>
                </a:lnTo>
                <a:lnTo>
                  <a:pt x="0" y="0"/>
                </a:lnTo>
                <a:lnTo>
                  <a:pt x="211216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 rot="5400000">
            <a:off x="13942622" y="-1543181"/>
            <a:ext cx="2802196" cy="5888559"/>
          </a:xfrm>
          <a:custGeom>
            <a:avLst/>
            <a:gdLst>
              <a:gd name="connsiteX0" fmla="*/ 1912878 w 1920436"/>
              <a:gd name="connsiteY0" fmla="*/ 0 h 4035621"/>
              <a:gd name="connsiteX1" fmla="*/ 0 w 1920436"/>
              <a:gd name="connsiteY1" fmla="*/ 0 h 4035621"/>
              <a:gd name="connsiteX2" fmla="*/ 0 w 1920436"/>
              <a:gd name="connsiteY2" fmla="*/ 4035621 h 4035621"/>
              <a:gd name="connsiteX3" fmla="*/ 9910 w 1920436"/>
              <a:gd name="connsiteY3" fmla="*/ 4024426 h 4035621"/>
              <a:gd name="connsiteX4" fmla="*/ 490866 w 1920436"/>
              <a:gd name="connsiteY4" fmla="*/ 2800719 h 4035621"/>
              <a:gd name="connsiteX5" fmla="*/ 490866 w 1920436"/>
              <a:gd name="connsiteY5" fmla="*/ 2780543 h 4035621"/>
              <a:gd name="connsiteX6" fmla="*/ 1144536 w 1920436"/>
              <a:gd name="connsiteY6" fmla="*/ 1583426 h 4035621"/>
              <a:gd name="connsiteX7" fmla="*/ 1919504 w 1920436"/>
              <a:gd name="connsiteY7" fmla="*/ 76942 h 4035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20436" h="4035621">
                <a:moveTo>
                  <a:pt x="1912878" y="0"/>
                </a:moveTo>
                <a:lnTo>
                  <a:pt x="0" y="0"/>
                </a:lnTo>
                <a:lnTo>
                  <a:pt x="0" y="4035621"/>
                </a:lnTo>
                <a:lnTo>
                  <a:pt x="9910" y="4024426"/>
                </a:lnTo>
                <a:cubicBezTo>
                  <a:pt x="292228" y="3690596"/>
                  <a:pt x="470228" y="3265610"/>
                  <a:pt x="490866" y="2800719"/>
                </a:cubicBezTo>
                <a:cubicBezTo>
                  <a:pt x="490866" y="2793994"/>
                  <a:pt x="490866" y="2787268"/>
                  <a:pt x="490866" y="2780543"/>
                </a:cubicBezTo>
                <a:cubicBezTo>
                  <a:pt x="504344" y="2296316"/>
                  <a:pt x="746944" y="1845716"/>
                  <a:pt x="1144536" y="1583426"/>
                </a:cubicBezTo>
                <a:cubicBezTo>
                  <a:pt x="1629732" y="1260608"/>
                  <a:pt x="1939720" y="702402"/>
                  <a:pt x="1919504" y="76942"/>
                </a:cubicBezTo>
                <a:close/>
              </a:path>
            </a:pathLst>
          </a:cu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06803" y="4236895"/>
            <a:ext cx="3810659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Company</a:t>
            </a:r>
            <a:endParaRPr lang="en-US" sz="3200" b="1">
              <a:solidFill>
                <a:schemeClr val="bg1"/>
              </a:solidFill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Best Portfolio.</a:t>
            </a:r>
            <a:endParaRPr lang="en-US" sz="4600" b="1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6802" y="6040651"/>
            <a:ext cx="535066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606803" y="1640562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Google Shape;183;p8"/>
          <p:cNvSpPr/>
          <p:nvPr/>
        </p:nvSpPr>
        <p:spPr>
          <a:xfrm>
            <a:off x="1842549" y="1898051"/>
            <a:ext cx="347141" cy="303653"/>
          </a:xfrm>
          <a:custGeom>
            <a:avLst/>
            <a:gdLst/>
            <a:ahLst/>
            <a:cxnLst/>
            <a:rect l="l" t="t" r="r" b="b"/>
            <a:pathLst>
              <a:path w="5947" h="5202" extrusionOk="0">
                <a:moveTo>
                  <a:pt x="3710" y="746"/>
                </a:moveTo>
                <a:lnTo>
                  <a:pt x="3710" y="1119"/>
                </a:lnTo>
                <a:lnTo>
                  <a:pt x="2238" y="1119"/>
                </a:lnTo>
                <a:lnTo>
                  <a:pt x="2238" y="746"/>
                </a:lnTo>
                <a:close/>
                <a:moveTo>
                  <a:pt x="2051" y="1"/>
                </a:moveTo>
                <a:lnTo>
                  <a:pt x="1939" y="19"/>
                </a:lnTo>
                <a:lnTo>
                  <a:pt x="1828" y="38"/>
                </a:lnTo>
                <a:lnTo>
                  <a:pt x="1734" y="94"/>
                </a:lnTo>
                <a:lnTo>
                  <a:pt x="1641" y="168"/>
                </a:lnTo>
                <a:lnTo>
                  <a:pt x="1585" y="243"/>
                </a:lnTo>
                <a:lnTo>
                  <a:pt x="1529" y="336"/>
                </a:lnTo>
                <a:lnTo>
                  <a:pt x="1492" y="448"/>
                </a:lnTo>
                <a:lnTo>
                  <a:pt x="1492" y="560"/>
                </a:lnTo>
                <a:lnTo>
                  <a:pt x="1492" y="1119"/>
                </a:lnTo>
                <a:lnTo>
                  <a:pt x="448" y="1119"/>
                </a:lnTo>
                <a:lnTo>
                  <a:pt x="336" y="1156"/>
                </a:lnTo>
                <a:lnTo>
                  <a:pt x="243" y="1212"/>
                </a:lnTo>
                <a:lnTo>
                  <a:pt x="169" y="1268"/>
                </a:lnTo>
                <a:lnTo>
                  <a:pt x="94" y="1361"/>
                </a:lnTo>
                <a:lnTo>
                  <a:pt x="38" y="1455"/>
                </a:lnTo>
                <a:lnTo>
                  <a:pt x="19" y="1566"/>
                </a:lnTo>
                <a:lnTo>
                  <a:pt x="1" y="1678"/>
                </a:lnTo>
                <a:lnTo>
                  <a:pt x="1" y="2592"/>
                </a:lnTo>
                <a:lnTo>
                  <a:pt x="5947" y="2592"/>
                </a:lnTo>
                <a:lnTo>
                  <a:pt x="5947" y="1678"/>
                </a:lnTo>
                <a:lnTo>
                  <a:pt x="5928" y="1566"/>
                </a:lnTo>
                <a:lnTo>
                  <a:pt x="5891" y="1455"/>
                </a:lnTo>
                <a:lnTo>
                  <a:pt x="5854" y="1361"/>
                </a:lnTo>
                <a:lnTo>
                  <a:pt x="5779" y="1268"/>
                </a:lnTo>
                <a:lnTo>
                  <a:pt x="5686" y="1212"/>
                </a:lnTo>
                <a:lnTo>
                  <a:pt x="5593" y="1156"/>
                </a:lnTo>
                <a:lnTo>
                  <a:pt x="5500" y="1119"/>
                </a:lnTo>
                <a:lnTo>
                  <a:pt x="4456" y="1119"/>
                </a:lnTo>
                <a:lnTo>
                  <a:pt x="4456" y="560"/>
                </a:lnTo>
                <a:lnTo>
                  <a:pt x="4437" y="448"/>
                </a:lnTo>
                <a:lnTo>
                  <a:pt x="4418" y="336"/>
                </a:lnTo>
                <a:lnTo>
                  <a:pt x="4363" y="243"/>
                </a:lnTo>
                <a:lnTo>
                  <a:pt x="4288" y="168"/>
                </a:lnTo>
                <a:lnTo>
                  <a:pt x="4213" y="94"/>
                </a:lnTo>
                <a:lnTo>
                  <a:pt x="4120" y="38"/>
                </a:lnTo>
                <a:lnTo>
                  <a:pt x="4008" y="19"/>
                </a:lnTo>
                <a:lnTo>
                  <a:pt x="3897" y="1"/>
                </a:lnTo>
                <a:close/>
                <a:moveTo>
                  <a:pt x="1" y="2964"/>
                </a:moveTo>
                <a:lnTo>
                  <a:pt x="1" y="4642"/>
                </a:lnTo>
                <a:lnTo>
                  <a:pt x="19" y="4754"/>
                </a:lnTo>
                <a:lnTo>
                  <a:pt x="38" y="4866"/>
                </a:lnTo>
                <a:lnTo>
                  <a:pt x="94" y="4959"/>
                </a:lnTo>
                <a:lnTo>
                  <a:pt x="169" y="5033"/>
                </a:lnTo>
                <a:lnTo>
                  <a:pt x="243" y="5108"/>
                </a:lnTo>
                <a:lnTo>
                  <a:pt x="336" y="5145"/>
                </a:lnTo>
                <a:lnTo>
                  <a:pt x="448" y="5182"/>
                </a:lnTo>
                <a:lnTo>
                  <a:pt x="560" y="5201"/>
                </a:lnTo>
                <a:lnTo>
                  <a:pt x="5388" y="5201"/>
                </a:lnTo>
                <a:lnTo>
                  <a:pt x="5500" y="5182"/>
                </a:lnTo>
                <a:lnTo>
                  <a:pt x="5593" y="5145"/>
                </a:lnTo>
                <a:lnTo>
                  <a:pt x="5686" y="5108"/>
                </a:lnTo>
                <a:lnTo>
                  <a:pt x="5779" y="5033"/>
                </a:lnTo>
                <a:lnTo>
                  <a:pt x="5854" y="4959"/>
                </a:lnTo>
                <a:lnTo>
                  <a:pt x="5891" y="4866"/>
                </a:lnTo>
                <a:lnTo>
                  <a:pt x="5928" y="4754"/>
                </a:lnTo>
                <a:lnTo>
                  <a:pt x="5947" y="4642"/>
                </a:lnTo>
                <a:lnTo>
                  <a:pt x="5947" y="2964"/>
                </a:lnTo>
                <a:lnTo>
                  <a:pt x="3710" y="2964"/>
                </a:lnTo>
                <a:lnTo>
                  <a:pt x="3710" y="3524"/>
                </a:lnTo>
                <a:lnTo>
                  <a:pt x="3692" y="3598"/>
                </a:lnTo>
                <a:lnTo>
                  <a:pt x="3654" y="3654"/>
                </a:lnTo>
                <a:lnTo>
                  <a:pt x="3598" y="3691"/>
                </a:lnTo>
                <a:lnTo>
                  <a:pt x="3524" y="3710"/>
                </a:lnTo>
                <a:lnTo>
                  <a:pt x="2405" y="3710"/>
                </a:lnTo>
                <a:lnTo>
                  <a:pt x="2349" y="3691"/>
                </a:lnTo>
                <a:lnTo>
                  <a:pt x="2275" y="3654"/>
                </a:lnTo>
                <a:lnTo>
                  <a:pt x="2238" y="3598"/>
                </a:lnTo>
                <a:lnTo>
                  <a:pt x="2238" y="3524"/>
                </a:lnTo>
                <a:lnTo>
                  <a:pt x="2238" y="29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606802" y="8690784"/>
            <a:ext cx="1760219" cy="49893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</a:gradFill>
          <a:ln>
            <a:noFill/>
          </a:ln>
          <a:effectLst>
            <a:outerShdw blurRad="355600" dist="266700" dir="5400000" sx="88000" sy="88000" algn="t" rotWithShape="0">
              <a:schemeClr val="accent4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877610" y="8770975"/>
            <a:ext cx="1218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MORE INFO</a:t>
            </a:r>
            <a:endParaRPr lang="en-US" sz="160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51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455560 h 10287000"/>
              <a:gd name="connsiteX3" fmla="*/ 18288000 w 18288000"/>
              <a:gd name="connsiteY3" fmla="*/ 1238865 h 10287000"/>
              <a:gd name="connsiteX4" fmla="*/ 18288000 w 18288000"/>
              <a:gd name="connsiteY4" fmla="*/ 1268361 h 10287000"/>
              <a:gd name="connsiteX5" fmla="*/ 18288000 w 18288000"/>
              <a:gd name="connsiteY5" fmla="*/ 1674760 h 10287000"/>
              <a:gd name="connsiteX6" fmla="*/ 18288000 w 18288000"/>
              <a:gd name="connsiteY6" fmla="*/ 8310447 h 10287000"/>
              <a:gd name="connsiteX7" fmla="*/ 18244892 w 18288000"/>
              <a:gd name="connsiteY7" fmla="*/ 8303488 h 10287000"/>
              <a:gd name="connsiteX8" fmla="*/ 15265568 w 18288000"/>
              <a:gd name="connsiteY8" fmla="*/ 8189861 h 10287000"/>
              <a:gd name="connsiteX9" fmla="*/ 12615417 w 18288000"/>
              <a:gd name="connsiteY9" fmla="*/ 9744066 h 10287000"/>
              <a:gd name="connsiteX10" fmla="*/ 9320076 w 18288000"/>
              <a:gd name="connsiteY10" fmla="*/ 8738076 h 10287000"/>
              <a:gd name="connsiteX11" fmla="*/ 6138386 w 18288000"/>
              <a:gd name="connsiteY11" fmla="*/ 7189415 h 10287000"/>
              <a:gd name="connsiteX12" fmla="*/ 5963871 w 18288000"/>
              <a:gd name="connsiteY12" fmla="*/ 7179494 h 10287000"/>
              <a:gd name="connsiteX13" fmla="*/ 2774136 w 18288000"/>
              <a:gd name="connsiteY13" fmla="*/ 8496589 h 10287000"/>
              <a:gd name="connsiteX14" fmla="*/ 71517 w 18288000"/>
              <a:gd name="connsiteY14" fmla="*/ 10261092 h 10287000"/>
              <a:gd name="connsiteX15" fmla="*/ 0 w 18288000"/>
              <a:gd name="connsiteY15" fmla="*/ 10287000 h 10287000"/>
              <a:gd name="connsiteX16" fmla="*/ 0 w 18288000"/>
              <a:gd name="connsiteY16" fmla="*/ 1674760 h 10287000"/>
              <a:gd name="connsiteX17" fmla="*/ 0 w 18288000"/>
              <a:gd name="connsiteY17" fmla="*/ 1268361 h 10287000"/>
              <a:gd name="connsiteX18" fmla="*/ 0 w 18288000"/>
              <a:gd name="connsiteY18" fmla="*/ 1238865 h 10287000"/>
              <a:gd name="connsiteX19" fmla="*/ 0 w 18288000"/>
              <a:gd name="connsiteY19" fmla="*/ 45556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455560"/>
                </a:lnTo>
                <a:lnTo>
                  <a:pt x="18288000" y="1238865"/>
                </a:lnTo>
                <a:lnTo>
                  <a:pt x="18288000" y="1268361"/>
                </a:lnTo>
                <a:lnTo>
                  <a:pt x="18288000" y="1674760"/>
                </a:lnTo>
                <a:lnTo>
                  <a:pt x="18288000" y="8310447"/>
                </a:lnTo>
                <a:lnTo>
                  <a:pt x="18244892" y="8303488"/>
                </a:lnTo>
                <a:cubicBezTo>
                  <a:pt x="17257544" y="8123534"/>
                  <a:pt x="16207222" y="7855965"/>
                  <a:pt x="15265568" y="8189861"/>
                </a:cubicBezTo>
                <a:cubicBezTo>
                  <a:pt x="14286722" y="8537940"/>
                  <a:pt x="13611336" y="9486446"/>
                  <a:pt x="12615417" y="9744066"/>
                </a:cubicBezTo>
                <a:cubicBezTo>
                  <a:pt x="11507882" y="10030621"/>
                  <a:pt x="10319914" y="9409706"/>
                  <a:pt x="9320076" y="8738076"/>
                </a:cubicBezTo>
                <a:cubicBezTo>
                  <a:pt x="8317756" y="8065476"/>
                  <a:pt x="7306782" y="7289801"/>
                  <a:pt x="6138386" y="7189415"/>
                </a:cubicBezTo>
                <a:cubicBezTo>
                  <a:pt x="6080040" y="7184370"/>
                  <a:pt x="6021857" y="7181080"/>
                  <a:pt x="5963871" y="7179494"/>
                </a:cubicBezTo>
                <a:cubicBezTo>
                  <a:pt x="4801618" y="7147770"/>
                  <a:pt x="3720230" y="7792589"/>
                  <a:pt x="2774136" y="8496589"/>
                </a:cubicBezTo>
                <a:cubicBezTo>
                  <a:pt x="1904816" y="9143394"/>
                  <a:pt x="1060079" y="9873885"/>
                  <a:pt x="71517" y="10261092"/>
                </a:cubicBezTo>
                <a:lnTo>
                  <a:pt x="0" y="10287000"/>
                </a:lnTo>
                <a:lnTo>
                  <a:pt x="0" y="1674760"/>
                </a:lnTo>
                <a:lnTo>
                  <a:pt x="0" y="1268361"/>
                </a:lnTo>
                <a:lnTo>
                  <a:pt x="0" y="1238865"/>
                </a:lnTo>
                <a:lnTo>
                  <a:pt x="0" y="455560"/>
                </a:lnTo>
                <a:close/>
              </a:path>
            </a:pathLst>
          </a:cu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 flipH="1">
            <a:off x="0" y="0"/>
            <a:ext cx="8650271" cy="8246943"/>
          </a:xfrm>
          <a:custGeom>
            <a:avLst/>
            <a:gdLst>
              <a:gd name="connsiteX0" fmla="*/ 809245 w 8650271"/>
              <a:gd name="connsiteY0" fmla="*/ 0 h 8246943"/>
              <a:gd name="connsiteX1" fmla="*/ 8650271 w 8650271"/>
              <a:gd name="connsiteY1" fmla="*/ 0 h 8246943"/>
              <a:gd name="connsiteX2" fmla="*/ 8650271 w 8650271"/>
              <a:gd name="connsiteY2" fmla="*/ 8246943 h 8246943"/>
              <a:gd name="connsiteX3" fmla="*/ 8610263 w 8650271"/>
              <a:gd name="connsiteY3" fmla="*/ 8170455 h 8246943"/>
              <a:gd name="connsiteX4" fmla="*/ 7344119 w 8650271"/>
              <a:gd name="connsiteY4" fmla="*/ 7237950 h 8246943"/>
              <a:gd name="connsiteX5" fmla="*/ 5636298 w 8650271"/>
              <a:gd name="connsiteY5" fmla="*/ 6943475 h 8246943"/>
              <a:gd name="connsiteX6" fmla="*/ 5135731 w 8650271"/>
              <a:gd name="connsiteY6" fmla="*/ 6423235 h 8246943"/>
              <a:gd name="connsiteX7" fmla="*/ 5155359 w 8650271"/>
              <a:gd name="connsiteY7" fmla="*/ 5736127 h 8246943"/>
              <a:gd name="connsiteX8" fmla="*/ 4968875 w 8650271"/>
              <a:gd name="connsiteY8" fmla="*/ 5107914 h 8246943"/>
              <a:gd name="connsiteX9" fmla="*/ 4281819 w 8650271"/>
              <a:gd name="connsiteY9" fmla="*/ 5078466 h 8246943"/>
              <a:gd name="connsiteX10" fmla="*/ 2839005 w 8650271"/>
              <a:gd name="connsiteY10" fmla="*/ 5068650 h 8246943"/>
              <a:gd name="connsiteX11" fmla="*/ 3172717 w 8650271"/>
              <a:gd name="connsiteY11" fmla="*/ 3988907 h 8246943"/>
              <a:gd name="connsiteX12" fmla="*/ 2760486 w 8650271"/>
              <a:gd name="connsiteY12" fmla="*/ 2889534 h 8246943"/>
              <a:gd name="connsiteX13" fmla="*/ 1592492 w 8650271"/>
              <a:gd name="connsiteY13" fmla="*/ 2496900 h 8246943"/>
              <a:gd name="connsiteX14" fmla="*/ 650246 w 8650271"/>
              <a:gd name="connsiteY14" fmla="*/ 2349664 h 8246943"/>
              <a:gd name="connsiteX15" fmla="*/ 12266 w 8650271"/>
              <a:gd name="connsiteY15" fmla="*/ 1711632 h 8246943"/>
              <a:gd name="connsiteX16" fmla="*/ 807286 w 8650271"/>
              <a:gd name="connsiteY16" fmla="*/ 13493 h 8246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650271" h="8246943">
                <a:moveTo>
                  <a:pt x="809245" y="0"/>
                </a:moveTo>
                <a:lnTo>
                  <a:pt x="8650271" y="0"/>
                </a:lnTo>
                <a:lnTo>
                  <a:pt x="8650271" y="8246943"/>
                </a:lnTo>
                <a:lnTo>
                  <a:pt x="8610263" y="8170455"/>
                </a:lnTo>
                <a:cubicBezTo>
                  <a:pt x="8335441" y="7699294"/>
                  <a:pt x="7854503" y="7404820"/>
                  <a:pt x="7344119" y="7237950"/>
                </a:cubicBezTo>
                <a:cubicBezTo>
                  <a:pt x="6794475" y="7061265"/>
                  <a:pt x="6166311" y="7159424"/>
                  <a:pt x="5636298" y="6943475"/>
                </a:cubicBezTo>
                <a:cubicBezTo>
                  <a:pt x="5410552" y="6845317"/>
                  <a:pt x="5204435" y="6668631"/>
                  <a:pt x="5135731" y="6423235"/>
                </a:cubicBezTo>
                <a:cubicBezTo>
                  <a:pt x="5076839" y="6207287"/>
                  <a:pt x="5135731" y="5971707"/>
                  <a:pt x="5155359" y="5736127"/>
                </a:cubicBezTo>
                <a:cubicBezTo>
                  <a:pt x="5184806" y="5510363"/>
                  <a:pt x="5155359" y="5245336"/>
                  <a:pt x="4968875" y="5107914"/>
                </a:cubicBezTo>
                <a:cubicBezTo>
                  <a:pt x="4772571" y="4970492"/>
                  <a:pt x="4507567" y="5019570"/>
                  <a:pt x="4281819" y="5078466"/>
                </a:cubicBezTo>
                <a:cubicBezTo>
                  <a:pt x="3899031" y="5186440"/>
                  <a:pt x="3094196" y="5579074"/>
                  <a:pt x="2839005" y="5068650"/>
                </a:cubicBezTo>
                <a:cubicBezTo>
                  <a:pt x="2662333" y="4725096"/>
                  <a:pt x="3054936" y="4361909"/>
                  <a:pt x="3172717" y="3988907"/>
                </a:cubicBezTo>
                <a:cubicBezTo>
                  <a:pt x="3300313" y="3596273"/>
                  <a:pt x="3094196" y="3144745"/>
                  <a:pt x="2760486" y="2889534"/>
                </a:cubicBezTo>
                <a:cubicBezTo>
                  <a:pt x="2436588" y="2634322"/>
                  <a:pt x="2004724" y="2536164"/>
                  <a:pt x="1592492" y="2496900"/>
                </a:cubicBezTo>
                <a:cubicBezTo>
                  <a:pt x="1278410" y="2467452"/>
                  <a:pt x="954512" y="2457636"/>
                  <a:pt x="650246" y="2349664"/>
                </a:cubicBezTo>
                <a:cubicBezTo>
                  <a:pt x="355793" y="2251504"/>
                  <a:pt x="71157" y="2015924"/>
                  <a:pt x="12266" y="1711632"/>
                </a:cubicBezTo>
                <a:cubicBezTo>
                  <a:pt x="-105515" y="1083419"/>
                  <a:pt x="660061" y="631891"/>
                  <a:pt x="807286" y="13493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5000"/>
                </a:schemeClr>
              </a:gs>
              <a:gs pos="5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 rot="5400000">
            <a:off x="12695086" y="-3083539"/>
            <a:ext cx="2861188" cy="8324639"/>
            <a:chOff x="15161743" y="603765"/>
            <a:chExt cx="3126258" cy="9095863"/>
          </a:xfrm>
          <a:solidFill>
            <a:schemeClr val="bg1">
              <a:alpha val="21000"/>
            </a:schemeClr>
          </a:solidFill>
          <a:effectLst/>
        </p:grpSpPr>
        <p:sp>
          <p:nvSpPr>
            <p:cNvPr id="16" name="TextBox 15"/>
            <p:cNvSpPr txBox="1"/>
            <p:nvPr/>
          </p:nvSpPr>
          <p:spPr>
            <a:xfrm rot="16200000">
              <a:off x="14199843" y="5611469"/>
              <a:ext cx="5050060" cy="3126257"/>
            </a:xfrm>
            <a:custGeom>
              <a:avLst/>
              <a:gdLst/>
              <a:ahLst/>
              <a:cxnLst/>
              <a:rect l="l" t="t" r="r" b="b"/>
              <a:pathLst>
                <a:path w="5050060" h="3126257">
                  <a:moveTo>
                    <a:pt x="2241881" y="2566597"/>
                  </a:moveTo>
                  <a:lnTo>
                    <a:pt x="2241880" y="3126257"/>
                  </a:lnTo>
                  <a:lnTo>
                    <a:pt x="0" y="3126257"/>
                  </a:lnTo>
                  <a:lnTo>
                    <a:pt x="0" y="2611079"/>
                  </a:lnTo>
                  <a:cubicBezTo>
                    <a:pt x="943013" y="1937921"/>
                    <a:pt x="1414520" y="1402657"/>
                    <a:pt x="1414520" y="1005287"/>
                  </a:cubicBezTo>
                  <a:cubicBezTo>
                    <a:pt x="1414520" y="762120"/>
                    <a:pt x="1309246" y="640537"/>
                    <a:pt x="1098700" y="640537"/>
                  </a:cubicBezTo>
                  <a:cubicBezTo>
                    <a:pt x="980082" y="640537"/>
                    <a:pt x="893342" y="682053"/>
                    <a:pt x="838481" y="765086"/>
                  </a:cubicBezTo>
                  <a:cubicBezTo>
                    <a:pt x="783620" y="848118"/>
                    <a:pt x="753225" y="977115"/>
                    <a:pt x="747294" y="1152077"/>
                  </a:cubicBezTo>
                  <a:lnTo>
                    <a:pt x="4448" y="1152077"/>
                  </a:lnTo>
                  <a:cubicBezTo>
                    <a:pt x="22241" y="769534"/>
                    <a:pt x="137894" y="481885"/>
                    <a:pt x="351406" y="289131"/>
                  </a:cubicBezTo>
                  <a:cubicBezTo>
                    <a:pt x="564918" y="96377"/>
                    <a:pt x="834774" y="0"/>
                    <a:pt x="1160974" y="0"/>
                  </a:cubicBezTo>
                  <a:cubicBezTo>
                    <a:pt x="1502001" y="0"/>
                    <a:pt x="1759254" y="85998"/>
                    <a:pt x="1932732" y="257994"/>
                  </a:cubicBezTo>
                  <a:cubicBezTo>
                    <a:pt x="2106211" y="429990"/>
                    <a:pt x="2192951" y="653881"/>
                    <a:pt x="2192951" y="929668"/>
                  </a:cubicBezTo>
                  <a:cubicBezTo>
                    <a:pt x="2192951" y="1235109"/>
                    <a:pt x="2075815" y="1533879"/>
                    <a:pt x="1841545" y="1825975"/>
                  </a:cubicBezTo>
                  <a:cubicBezTo>
                    <a:pt x="1607274" y="2118073"/>
                    <a:pt x="1327039" y="2364945"/>
                    <a:pt x="1000840" y="2566597"/>
                  </a:cubicBezTo>
                  <a:close/>
                  <a:moveTo>
                    <a:pt x="4293870" y="1610239"/>
                  </a:moveTo>
                  <a:cubicBezTo>
                    <a:pt x="4293870" y="1328521"/>
                    <a:pt x="4260509" y="1112785"/>
                    <a:pt x="4193786" y="963029"/>
                  </a:cubicBezTo>
                  <a:cubicBezTo>
                    <a:pt x="4127063" y="813274"/>
                    <a:pt x="3995842" y="738397"/>
                    <a:pt x="3800122" y="738397"/>
                  </a:cubicBezTo>
                  <a:cubicBezTo>
                    <a:pt x="3601438" y="738397"/>
                    <a:pt x="3467992" y="814016"/>
                    <a:pt x="3399787" y="965253"/>
                  </a:cubicBezTo>
                  <a:cubicBezTo>
                    <a:pt x="3331581" y="1116491"/>
                    <a:pt x="3297479" y="1331487"/>
                    <a:pt x="3297479" y="1610239"/>
                  </a:cubicBezTo>
                  <a:cubicBezTo>
                    <a:pt x="3297479" y="1891957"/>
                    <a:pt x="3331581" y="2109177"/>
                    <a:pt x="3399787" y="2261897"/>
                  </a:cubicBezTo>
                  <a:cubicBezTo>
                    <a:pt x="3467992" y="2414617"/>
                    <a:pt x="3601437" y="2490977"/>
                    <a:pt x="3800122" y="2490977"/>
                  </a:cubicBezTo>
                  <a:cubicBezTo>
                    <a:pt x="3995842" y="2490977"/>
                    <a:pt x="4127063" y="2414617"/>
                    <a:pt x="4193786" y="2261897"/>
                  </a:cubicBezTo>
                  <a:cubicBezTo>
                    <a:pt x="4260509" y="2109177"/>
                    <a:pt x="4293870" y="1891957"/>
                    <a:pt x="4293870" y="1610239"/>
                  </a:cubicBezTo>
                  <a:close/>
                  <a:moveTo>
                    <a:pt x="5050060" y="1610239"/>
                  </a:moveTo>
                  <a:cubicBezTo>
                    <a:pt x="5050060" y="2102503"/>
                    <a:pt x="4949976" y="2492461"/>
                    <a:pt x="4749808" y="2780109"/>
                  </a:cubicBezTo>
                  <a:cubicBezTo>
                    <a:pt x="4649724" y="2923933"/>
                    <a:pt x="4520542" y="3031801"/>
                    <a:pt x="4362261" y="3103713"/>
                  </a:cubicBezTo>
                  <a:lnTo>
                    <a:pt x="4302946" y="3126257"/>
                  </a:lnTo>
                  <a:lnTo>
                    <a:pt x="3294702" y="3126257"/>
                  </a:lnTo>
                  <a:lnTo>
                    <a:pt x="3235204" y="3103713"/>
                  </a:lnTo>
                  <a:cubicBezTo>
                    <a:pt x="3076552" y="3031801"/>
                    <a:pt x="2947555" y="2923933"/>
                    <a:pt x="2848213" y="2780109"/>
                  </a:cubicBezTo>
                  <a:cubicBezTo>
                    <a:pt x="2649528" y="2492461"/>
                    <a:pt x="2550186" y="2102503"/>
                    <a:pt x="2550186" y="1610239"/>
                  </a:cubicBezTo>
                  <a:cubicBezTo>
                    <a:pt x="2550186" y="1120940"/>
                    <a:pt x="2649528" y="733207"/>
                    <a:pt x="2848213" y="447041"/>
                  </a:cubicBezTo>
                  <a:cubicBezTo>
                    <a:pt x="3046899" y="160875"/>
                    <a:pt x="3364201" y="17792"/>
                    <a:pt x="3800122" y="17792"/>
                  </a:cubicBezTo>
                  <a:cubicBezTo>
                    <a:pt x="4233079" y="17792"/>
                    <a:pt x="4549640" y="160875"/>
                    <a:pt x="4749808" y="447041"/>
                  </a:cubicBezTo>
                  <a:cubicBezTo>
                    <a:pt x="4949976" y="733207"/>
                    <a:pt x="5050060" y="1120940"/>
                    <a:pt x="5050060" y="161023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35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91D109-F90F-4558-8D9A-7DBFF558AED4}"/>
                </a:ext>
              </a:extLst>
            </p:cNvPr>
            <p:cNvSpPr/>
            <p:nvPr/>
          </p:nvSpPr>
          <p:spPr>
            <a:xfrm>
              <a:off x="15161743" y="603765"/>
              <a:ext cx="3126257" cy="3684470"/>
            </a:xfrm>
            <a:custGeom>
              <a:avLst/>
              <a:gdLst/>
              <a:ahLst/>
              <a:cxnLst/>
              <a:rect l="l" t="t" r="r" b="b"/>
              <a:pathLst>
                <a:path w="3126257" h="3684470">
                  <a:moveTo>
                    <a:pt x="2566597" y="1442589"/>
                  </a:moveTo>
                  <a:lnTo>
                    <a:pt x="3126257" y="1442589"/>
                  </a:lnTo>
                  <a:lnTo>
                    <a:pt x="3126257" y="3684470"/>
                  </a:lnTo>
                  <a:lnTo>
                    <a:pt x="2611079" y="3684470"/>
                  </a:lnTo>
                  <a:cubicBezTo>
                    <a:pt x="1937921" y="2741457"/>
                    <a:pt x="1402657" y="2269950"/>
                    <a:pt x="1005287" y="2269950"/>
                  </a:cubicBezTo>
                  <a:cubicBezTo>
                    <a:pt x="762120" y="2269950"/>
                    <a:pt x="640537" y="2375224"/>
                    <a:pt x="640537" y="2585770"/>
                  </a:cubicBezTo>
                  <a:cubicBezTo>
                    <a:pt x="640537" y="2704388"/>
                    <a:pt x="682053" y="2791128"/>
                    <a:pt x="765086" y="2845989"/>
                  </a:cubicBezTo>
                  <a:cubicBezTo>
                    <a:pt x="848118" y="2900850"/>
                    <a:pt x="977115" y="2931245"/>
                    <a:pt x="1152077" y="2937176"/>
                  </a:cubicBezTo>
                  <a:lnTo>
                    <a:pt x="1152077" y="3680022"/>
                  </a:lnTo>
                  <a:cubicBezTo>
                    <a:pt x="769534" y="3662229"/>
                    <a:pt x="481885" y="3546576"/>
                    <a:pt x="289131" y="3333064"/>
                  </a:cubicBezTo>
                  <a:cubicBezTo>
                    <a:pt x="96377" y="3119552"/>
                    <a:pt x="0" y="2849696"/>
                    <a:pt x="0" y="2523496"/>
                  </a:cubicBezTo>
                  <a:cubicBezTo>
                    <a:pt x="0" y="2182469"/>
                    <a:pt x="85998" y="1925216"/>
                    <a:pt x="257994" y="1751738"/>
                  </a:cubicBezTo>
                  <a:cubicBezTo>
                    <a:pt x="429990" y="1578259"/>
                    <a:pt x="653881" y="1491519"/>
                    <a:pt x="929668" y="1491519"/>
                  </a:cubicBezTo>
                  <a:cubicBezTo>
                    <a:pt x="1235109" y="1491519"/>
                    <a:pt x="1533879" y="1608655"/>
                    <a:pt x="1825975" y="1842925"/>
                  </a:cubicBezTo>
                  <a:cubicBezTo>
                    <a:pt x="2118073" y="2077196"/>
                    <a:pt x="2364945" y="2357431"/>
                    <a:pt x="2566597" y="2683630"/>
                  </a:cubicBezTo>
                  <a:close/>
                  <a:moveTo>
                    <a:pt x="71170" y="0"/>
                  </a:moveTo>
                  <a:lnTo>
                    <a:pt x="3126257" y="0"/>
                  </a:lnTo>
                  <a:lnTo>
                    <a:pt x="3126257" y="800671"/>
                  </a:lnTo>
                  <a:lnTo>
                    <a:pt x="782878" y="800671"/>
                  </a:lnTo>
                  <a:lnTo>
                    <a:pt x="782878" y="1272178"/>
                  </a:lnTo>
                  <a:lnTo>
                    <a:pt x="71170" y="127217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/>
            </a:p>
          </p:txBody>
        </p:sp>
      </p:grpSp>
      <p:pic>
        <p:nvPicPr>
          <p:cNvPr id="6" name="pasted-image.tiff">
            <a:extLst>
              <a:ext uri="{FF2B5EF4-FFF2-40B4-BE49-F238E27FC236}">
                <a16:creationId xmlns:a16="http://schemas.microsoft.com/office/drawing/2014/main" id="{EBAFF5FE-BA63-4A1D-8FC9-DDD8F79531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8883" y="2268669"/>
            <a:ext cx="10806440" cy="5905216"/>
          </a:xfrm>
          <a:prstGeom prst="rect">
            <a:avLst/>
          </a:prstGeom>
          <a:ln w="12700">
            <a:miter lim="400000"/>
          </a:ln>
          <a:effectLst>
            <a:outerShdw blurRad="1270000" dir="5400000" sx="90000" sy="-19000" rotWithShape="0">
              <a:prstClr val="black">
                <a:alpha val="50000"/>
              </a:prstClr>
            </a:outerShdw>
          </a:effectLst>
        </p:spPr>
      </p:pic>
      <p:sp>
        <p:nvSpPr>
          <p:cNvPr id="20" name="Freeform 19"/>
          <p:cNvSpPr/>
          <p:nvPr/>
        </p:nvSpPr>
        <p:spPr>
          <a:xfrm flipH="1">
            <a:off x="0" y="0"/>
            <a:ext cx="6187970" cy="4841771"/>
          </a:xfrm>
          <a:custGeom>
            <a:avLst/>
            <a:gdLst>
              <a:gd name="connsiteX0" fmla="*/ 18610 w 6187970"/>
              <a:gd name="connsiteY0" fmla="*/ 0 h 4841771"/>
              <a:gd name="connsiteX1" fmla="*/ 6187970 w 6187970"/>
              <a:gd name="connsiteY1" fmla="*/ 0 h 4841771"/>
              <a:gd name="connsiteX2" fmla="*/ 6187970 w 6187970"/>
              <a:gd name="connsiteY2" fmla="*/ 4841771 h 4841771"/>
              <a:gd name="connsiteX3" fmla="*/ 6046042 w 6187970"/>
              <a:gd name="connsiteY3" fmla="*/ 4784983 h 4841771"/>
              <a:gd name="connsiteX4" fmla="*/ 4640079 w 6187970"/>
              <a:gd name="connsiteY4" fmla="*/ 4542557 h 4841771"/>
              <a:gd name="connsiteX5" fmla="*/ 4227988 w 6187970"/>
              <a:gd name="connsiteY5" fmla="*/ 4114269 h 4841771"/>
              <a:gd name="connsiteX6" fmla="*/ 4244146 w 6187970"/>
              <a:gd name="connsiteY6" fmla="*/ 3548608 h 4841771"/>
              <a:gd name="connsiteX7" fmla="*/ 4090624 w 6187970"/>
              <a:gd name="connsiteY7" fmla="*/ 3031432 h 4841771"/>
              <a:gd name="connsiteX8" fmla="*/ 3525005 w 6187970"/>
              <a:gd name="connsiteY8" fmla="*/ 3007189 h 4841771"/>
              <a:gd name="connsiteX9" fmla="*/ 2337209 w 6187970"/>
              <a:gd name="connsiteY9" fmla="*/ 2999108 h 4841771"/>
              <a:gd name="connsiteX10" fmla="*/ 2611938 w 6187970"/>
              <a:gd name="connsiteY10" fmla="*/ 2110210 h 4841771"/>
              <a:gd name="connsiteX11" fmla="*/ 2272568 w 6187970"/>
              <a:gd name="connsiteY11" fmla="*/ 1205152 h 4841771"/>
              <a:gd name="connsiteX12" fmla="*/ 1311018 w 6187970"/>
              <a:gd name="connsiteY12" fmla="*/ 881917 h 4841771"/>
              <a:gd name="connsiteX13" fmla="*/ 535315 w 6187970"/>
              <a:gd name="connsiteY13" fmla="*/ 760704 h 4841771"/>
              <a:gd name="connsiteX14" fmla="*/ 10098 w 6187970"/>
              <a:gd name="connsiteY14" fmla="*/ 235445 h 4841771"/>
              <a:gd name="connsiteX15" fmla="*/ 5411 w 6187970"/>
              <a:gd name="connsiteY15" fmla="*/ 47770 h 4841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87970" h="4841771">
                <a:moveTo>
                  <a:pt x="18610" y="0"/>
                </a:moveTo>
                <a:lnTo>
                  <a:pt x="6187970" y="0"/>
                </a:lnTo>
                <a:lnTo>
                  <a:pt x="6187970" y="4841771"/>
                </a:lnTo>
                <a:lnTo>
                  <a:pt x="6046042" y="4784983"/>
                </a:lnTo>
                <a:cubicBezTo>
                  <a:pt x="5593548" y="4639527"/>
                  <a:pt x="5076412" y="4720337"/>
                  <a:pt x="4640079" y="4542557"/>
                </a:cubicBezTo>
                <a:cubicBezTo>
                  <a:pt x="4454234" y="4461749"/>
                  <a:pt x="4284548" y="4316292"/>
                  <a:pt x="4227988" y="4114269"/>
                </a:cubicBezTo>
                <a:cubicBezTo>
                  <a:pt x="4179505" y="3936490"/>
                  <a:pt x="4227988" y="3742549"/>
                  <a:pt x="4244146" y="3548608"/>
                </a:cubicBezTo>
                <a:cubicBezTo>
                  <a:pt x="4268388" y="3362748"/>
                  <a:pt x="4244146" y="3144565"/>
                  <a:pt x="4090624" y="3031432"/>
                </a:cubicBezTo>
                <a:cubicBezTo>
                  <a:pt x="3929016" y="2918300"/>
                  <a:pt x="3710852" y="2958703"/>
                  <a:pt x="3525005" y="3007189"/>
                </a:cubicBezTo>
                <a:cubicBezTo>
                  <a:pt x="3209875" y="3096079"/>
                  <a:pt x="2547295" y="3419314"/>
                  <a:pt x="2337209" y="2999108"/>
                </a:cubicBezTo>
                <a:cubicBezTo>
                  <a:pt x="2191764" y="2716277"/>
                  <a:pt x="2514974" y="2417284"/>
                  <a:pt x="2611938" y="2110210"/>
                </a:cubicBezTo>
                <a:cubicBezTo>
                  <a:pt x="2716981" y="1786975"/>
                  <a:pt x="2547295" y="1415255"/>
                  <a:pt x="2272568" y="1205152"/>
                </a:cubicBezTo>
                <a:cubicBezTo>
                  <a:pt x="2005920" y="995049"/>
                  <a:pt x="1650388" y="914241"/>
                  <a:pt x="1311018" y="881917"/>
                </a:cubicBezTo>
                <a:cubicBezTo>
                  <a:pt x="1052450" y="857673"/>
                  <a:pt x="785801" y="849592"/>
                  <a:pt x="535315" y="760704"/>
                </a:cubicBezTo>
                <a:cubicBezTo>
                  <a:pt x="292906" y="679894"/>
                  <a:pt x="58580" y="485953"/>
                  <a:pt x="10098" y="235445"/>
                </a:cubicBezTo>
                <a:cubicBezTo>
                  <a:pt x="-2022" y="170798"/>
                  <a:pt x="-2780" y="108424"/>
                  <a:pt x="5411" y="47770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35000"/>
                </a:schemeClr>
              </a:gs>
              <a:gs pos="5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97280" y="3126293"/>
            <a:ext cx="394050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Mockup Slide</a:t>
            </a:r>
            <a:endParaRPr lang="en-US" sz="3200" b="1">
              <a:solidFill>
                <a:schemeClr val="bg1"/>
              </a:solidFill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Annual Report.</a:t>
            </a:r>
            <a:endParaRPr lang="en-US" sz="4600" b="1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79" y="5386403"/>
            <a:ext cx="61589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1" y="7176181"/>
            <a:ext cx="1760219" cy="49893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</a:gradFill>
          <a:ln>
            <a:noFill/>
          </a:ln>
          <a:effectLst>
            <a:outerShdw blurRad="355600" dist="266700" dir="5400000" sx="88000" sy="88000" algn="t" rotWithShape="0">
              <a:schemeClr val="accent4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368089" y="7256372"/>
            <a:ext cx="1218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MORE INFO</a:t>
            </a:r>
            <a:endParaRPr lang="en-US" sz="160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80" y="1191400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Google Shape;106;p7"/>
          <p:cNvSpPr/>
          <p:nvPr/>
        </p:nvSpPr>
        <p:spPr>
          <a:xfrm>
            <a:off x="1332860" y="1426979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5928" h="5947" extrusionOk="0">
                <a:moveTo>
                  <a:pt x="2405" y="932"/>
                </a:moveTo>
                <a:lnTo>
                  <a:pt x="2554" y="951"/>
                </a:lnTo>
                <a:lnTo>
                  <a:pt x="2703" y="969"/>
                </a:lnTo>
                <a:lnTo>
                  <a:pt x="2852" y="1007"/>
                </a:lnTo>
                <a:lnTo>
                  <a:pt x="2982" y="1044"/>
                </a:lnTo>
                <a:lnTo>
                  <a:pt x="3113" y="1118"/>
                </a:lnTo>
                <a:lnTo>
                  <a:pt x="3243" y="1193"/>
                </a:lnTo>
                <a:lnTo>
                  <a:pt x="3355" y="1268"/>
                </a:lnTo>
                <a:lnTo>
                  <a:pt x="3467" y="1361"/>
                </a:lnTo>
                <a:lnTo>
                  <a:pt x="3560" y="1473"/>
                </a:lnTo>
                <a:lnTo>
                  <a:pt x="3635" y="1584"/>
                </a:lnTo>
                <a:lnTo>
                  <a:pt x="3709" y="1715"/>
                </a:lnTo>
                <a:lnTo>
                  <a:pt x="3784" y="1845"/>
                </a:lnTo>
                <a:lnTo>
                  <a:pt x="3821" y="1976"/>
                </a:lnTo>
                <a:lnTo>
                  <a:pt x="3858" y="2125"/>
                </a:lnTo>
                <a:lnTo>
                  <a:pt x="3877" y="2274"/>
                </a:lnTo>
                <a:lnTo>
                  <a:pt x="3896" y="2423"/>
                </a:lnTo>
                <a:lnTo>
                  <a:pt x="3877" y="2572"/>
                </a:lnTo>
                <a:lnTo>
                  <a:pt x="3858" y="2721"/>
                </a:lnTo>
                <a:lnTo>
                  <a:pt x="3821" y="2852"/>
                </a:lnTo>
                <a:lnTo>
                  <a:pt x="3784" y="3001"/>
                </a:lnTo>
                <a:lnTo>
                  <a:pt x="3709" y="3132"/>
                </a:lnTo>
                <a:lnTo>
                  <a:pt x="3635" y="3243"/>
                </a:lnTo>
                <a:lnTo>
                  <a:pt x="3560" y="3355"/>
                </a:lnTo>
                <a:lnTo>
                  <a:pt x="3467" y="3467"/>
                </a:lnTo>
                <a:lnTo>
                  <a:pt x="3355" y="3560"/>
                </a:lnTo>
                <a:lnTo>
                  <a:pt x="3243" y="3653"/>
                </a:lnTo>
                <a:lnTo>
                  <a:pt x="3113" y="3728"/>
                </a:lnTo>
                <a:lnTo>
                  <a:pt x="2982" y="3784"/>
                </a:lnTo>
                <a:lnTo>
                  <a:pt x="2852" y="3840"/>
                </a:lnTo>
                <a:lnTo>
                  <a:pt x="2703" y="3877"/>
                </a:lnTo>
                <a:lnTo>
                  <a:pt x="2554" y="3896"/>
                </a:lnTo>
                <a:lnTo>
                  <a:pt x="2255" y="3896"/>
                </a:lnTo>
                <a:lnTo>
                  <a:pt x="2106" y="3877"/>
                </a:lnTo>
                <a:lnTo>
                  <a:pt x="1976" y="3840"/>
                </a:lnTo>
                <a:lnTo>
                  <a:pt x="1827" y="3784"/>
                </a:lnTo>
                <a:lnTo>
                  <a:pt x="1696" y="3728"/>
                </a:lnTo>
                <a:lnTo>
                  <a:pt x="1584" y="3653"/>
                </a:lnTo>
                <a:lnTo>
                  <a:pt x="1473" y="3560"/>
                </a:lnTo>
                <a:lnTo>
                  <a:pt x="1361" y="3467"/>
                </a:lnTo>
                <a:lnTo>
                  <a:pt x="1268" y="3355"/>
                </a:lnTo>
                <a:lnTo>
                  <a:pt x="1174" y="3243"/>
                </a:lnTo>
                <a:lnTo>
                  <a:pt x="1100" y="3132"/>
                </a:lnTo>
                <a:lnTo>
                  <a:pt x="1044" y="3001"/>
                </a:lnTo>
                <a:lnTo>
                  <a:pt x="988" y="2852"/>
                </a:lnTo>
                <a:lnTo>
                  <a:pt x="951" y="2721"/>
                </a:lnTo>
                <a:lnTo>
                  <a:pt x="932" y="2572"/>
                </a:lnTo>
                <a:lnTo>
                  <a:pt x="932" y="2423"/>
                </a:lnTo>
                <a:lnTo>
                  <a:pt x="932" y="2274"/>
                </a:lnTo>
                <a:lnTo>
                  <a:pt x="951" y="2125"/>
                </a:lnTo>
                <a:lnTo>
                  <a:pt x="988" y="1976"/>
                </a:lnTo>
                <a:lnTo>
                  <a:pt x="1044" y="1845"/>
                </a:lnTo>
                <a:lnTo>
                  <a:pt x="1100" y="1715"/>
                </a:lnTo>
                <a:lnTo>
                  <a:pt x="1174" y="1584"/>
                </a:lnTo>
                <a:lnTo>
                  <a:pt x="1268" y="1473"/>
                </a:lnTo>
                <a:lnTo>
                  <a:pt x="1361" y="1361"/>
                </a:lnTo>
                <a:lnTo>
                  <a:pt x="1473" y="1268"/>
                </a:lnTo>
                <a:lnTo>
                  <a:pt x="1584" y="1193"/>
                </a:lnTo>
                <a:lnTo>
                  <a:pt x="1696" y="1118"/>
                </a:lnTo>
                <a:lnTo>
                  <a:pt x="1827" y="1044"/>
                </a:lnTo>
                <a:lnTo>
                  <a:pt x="1976" y="1007"/>
                </a:lnTo>
                <a:lnTo>
                  <a:pt x="2106" y="969"/>
                </a:lnTo>
                <a:lnTo>
                  <a:pt x="2255" y="951"/>
                </a:lnTo>
                <a:lnTo>
                  <a:pt x="2405" y="932"/>
                </a:lnTo>
                <a:close/>
                <a:moveTo>
                  <a:pt x="2330" y="0"/>
                </a:moveTo>
                <a:lnTo>
                  <a:pt x="2013" y="37"/>
                </a:lnTo>
                <a:lnTo>
                  <a:pt x="1715" y="93"/>
                </a:lnTo>
                <a:lnTo>
                  <a:pt x="1435" y="205"/>
                </a:lnTo>
                <a:lnTo>
                  <a:pt x="1174" y="336"/>
                </a:lnTo>
                <a:lnTo>
                  <a:pt x="932" y="503"/>
                </a:lnTo>
                <a:lnTo>
                  <a:pt x="708" y="708"/>
                </a:lnTo>
                <a:lnTo>
                  <a:pt x="503" y="932"/>
                </a:lnTo>
                <a:lnTo>
                  <a:pt x="336" y="1174"/>
                </a:lnTo>
                <a:lnTo>
                  <a:pt x="205" y="1435"/>
                </a:lnTo>
                <a:lnTo>
                  <a:pt x="93" y="1715"/>
                </a:lnTo>
                <a:lnTo>
                  <a:pt x="37" y="2013"/>
                </a:lnTo>
                <a:lnTo>
                  <a:pt x="0" y="2330"/>
                </a:lnTo>
                <a:lnTo>
                  <a:pt x="0" y="2647"/>
                </a:lnTo>
                <a:lnTo>
                  <a:pt x="56" y="2982"/>
                </a:lnTo>
                <a:lnTo>
                  <a:pt x="112" y="3132"/>
                </a:lnTo>
                <a:lnTo>
                  <a:pt x="168" y="3299"/>
                </a:lnTo>
                <a:lnTo>
                  <a:pt x="224" y="3448"/>
                </a:lnTo>
                <a:lnTo>
                  <a:pt x="317" y="3598"/>
                </a:lnTo>
                <a:lnTo>
                  <a:pt x="410" y="3747"/>
                </a:lnTo>
                <a:lnTo>
                  <a:pt x="522" y="3877"/>
                </a:lnTo>
                <a:lnTo>
                  <a:pt x="634" y="4008"/>
                </a:lnTo>
                <a:lnTo>
                  <a:pt x="764" y="4138"/>
                </a:lnTo>
                <a:lnTo>
                  <a:pt x="895" y="4269"/>
                </a:lnTo>
                <a:lnTo>
                  <a:pt x="1044" y="4362"/>
                </a:lnTo>
                <a:lnTo>
                  <a:pt x="1174" y="4474"/>
                </a:lnTo>
                <a:lnTo>
                  <a:pt x="1342" y="4567"/>
                </a:lnTo>
                <a:lnTo>
                  <a:pt x="1491" y="4641"/>
                </a:lnTo>
                <a:lnTo>
                  <a:pt x="1640" y="4697"/>
                </a:lnTo>
                <a:lnTo>
                  <a:pt x="1808" y="4753"/>
                </a:lnTo>
                <a:lnTo>
                  <a:pt x="1957" y="4791"/>
                </a:lnTo>
                <a:lnTo>
                  <a:pt x="2237" y="4828"/>
                </a:lnTo>
                <a:lnTo>
                  <a:pt x="2498" y="4828"/>
                </a:lnTo>
                <a:lnTo>
                  <a:pt x="2759" y="4809"/>
                </a:lnTo>
                <a:lnTo>
                  <a:pt x="3001" y="4753"/>
                </a:lnTo>
                <a:lnTo>
                  <a:pt x="3243" y="4679"/>
                </a:lnTo>
                <a:lnTo>
                  <a:pt x="3486" y="4585"/>
                </a:lnTo>
                <a:lnTo>
                  <a:pt x="3691" y="4455"/>
                </a:lnTo>
                <a:lnTo>
                  <a:pt x="3896" y="4325"/>
                </a:lnTo>
                <a:lnTo>
                  <a:pt x="3896" y="4511"/>
                </a:lnTo>
                <a:lnTo>
                  <a:pt x="3914" y="4604"/>
                </a:lnTo>
                <a:lnTo>
                  <a:pt x="3970" y="4697"/>
                </a:lnTo>
                <a:lnTo>
                  <a:pt x="5126" y="5853"/>
                </a:lnTo>
                <a:lnTo>
                  <a:pt x="5182" y="5890"/>
                </a:lnTo>
                <a:lnTo>
                  <a:pt x="5219" y="5928"/>
                </a:lnTo>
                <a:lnTo>
                  <a:pt x="5331" y="5946"/>
                </a:lnTo>
                <a:lnTo>
                  <a:pt x="5424" y="5928"/>
                </a:lnTo>
                <a:lnTo>
                  <a:pt x="5480" y="5890"/>
                </a:lnTo>
                <a:lnTo>
                  <a:pt x="5517" y="5853"/>
                </a:lnTo>
                <a:lnTo>
                  <a:pt x="5853" y="5536"/>
                </a:lnTo>
                <a:lnTo>
                  <a:pt x="5890" y="5480"/>
                </a:lnTo>
                <a:lnTo>
                  <a:pt x="5909" y="5443"/>
                </a:lnTo>
                <a:lnTo>
                  <a:pt x="5928" y="5331"/>
                </a:lnTo>
                <a:lnTo>
                  <a:pt x="5909" y="5238"/>
                </a:lnTo>
                <a:lnTo>
                  <a:pt x="5890" y="5182"/>
                </a:lnTo>
                <a:lnTo>
                  <a:pt x="5853" y="5145"/>
                </a:lnTo>
                <a:lnTo>
                  <a:pt x="4697" y="3989"/>
                </a:lnTo>
                <a:lnTo>
                  <a:pt x="4604" y="3914"/>
                </a:lnTo>
                <a:lnTo>
                  <a:pt x="4492" y="3896"/>
                </a:lnTo>
                <a:lnTo>
                  <a:pt x="4306" y="3896"/>
                </a:lnTo>
                <a:lnTo>
                  <a:pt x="4455" y="3691"/>
                </a:lnTo>
                <a:lnTo>
                  <a:pt x="4567" y="3486"/>
                </a:lnTo>
                <a:lnTo>
                  <a:pt x="4679" y="3262"/>
                </a:lnTo>
                <a:lnTo>
                  <a:pt x="4753" y="3020"/>
                </a:lnTo>
                <a:lnTo>
                  <a:pt x="4790" y="2759"/>
                </a:lnTo>
                <a:lnTo>
                  <a:pt x="4828" y="2498"/>
                </a:lnTo>
                <a:lnTo>
                  <a:pt x="4809" y="2237"/>
                </a:lnTo>
                <a:lnTo>
                  <a:pt x="4790" y="1976"/>
                </a:lnTo>
                <a:lnTo>
                  <a:pt x="4753" y="1808"/>
                </a:lnTo>
                <a:lnTo>
                  <a:pt x="4697" y="1659"/>
                </a:lnTo>
                <a:lnTo>
                  <a:pt x="4623" y="1491"/>
                </a:lnTo>
                <a:lnTo>
                  <a:pt x="4548" y="1342"/>
                </a:lnTo>
                <a:lnTo>
                  <a:pt x="4474" y="1193"/>
                </a:lnTo>
                <a:lnTo>
                  <a:pt x="4362" y="1044"/>
                </a:lnTo>
                <a:lnTo>
                  <a:pt x="4250" y="895"/>
                </a:lnTo>
                <a:lnTo>
                  <a:pt x="4138" y="764"/>
                </a:lnTo>
                <a:lnTo>
                  <a:pt x="4008" y="652"/>
                </a:lnTo>
                <a:lnTo>
                  <a:pt x="3877" y="522"/>
                </a:lnTo>
                <a:lnTo>
                  <a:pt x="3728" y="410"/>
                </a:lnTo>
                <a:lnTo>
                  <a:pt x="3598" y="317"/>
                </a:lnTo>
                <a:lnTo>
                  <a:pt x="3430" y="242"/>
                </a:lnTo>
                <a:lnTo>
                  <a:pt x="3281" y="168"/>
                </a:lnTo>
                <a:lnTo>
                  <a:pt x="3132" y="112"/>
                </a:lnTo>
                <a:lnTo>
                  <a:pt x="2964" y="56"/>
                </a:lnTo>
                <a:lnTo>
                  <a:pt x="2647" y="19"/>
                </a:lnTo>
                <a:lnTo>
                  <a:pt x="233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13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C691D109-F90F-4558-8D9A-7DBFF558AED4}"/>
              </a:ext>
            </a:extLst>
          </p:cNvPr>
          <p:cNvSpPr/>
          <p:nvPr/>
        </p:nvSpPr>
        <p:spPr>
          <a:xfrm>
            <a:off x="10601664" y="0"/>
            <a:ext cx="7686336" cy="10287000"/>
          </a:xfrm>
          <a:custGeom>
            <a:avLst/>
            <a:gdLst>
              <a:gd name="connsiteX0" fmla="*/ 2883688 w 7686336"/>
              <a:gd name="connsiteY0" fmla="*/ 0 h 10287000"/>
              <a:gd name="connsiteX1" fmla="*/ 7686336 w 7686336"/>
              <a:gd name="connsiteY1" fmla="*/ 0 h 10287000"/>
              <a:gd name="connsiteX2" fmla="*/ 7686336 w 7686336"/>
              <a:gd name="connsiteY2" fmla="*/ 10287000 h 10287000"/>
              <a:gd name="connsiteX3" fmla="*/ 2883688 w 7686336"/>
              <a:gd name="connsiteY3" fmla="*/ 10287000 h 10287000"/>
              <a:gd name="connsiteX4" fmla="*/ 2657320 w 7686336"/>
              <a:gd name="connsiteY4" fmla="*/ 10141863 h 10287000"/>
              <a:gd name="connsiteX5" fmla="*/ 0 w 7686336"/>
              <a:gd name="connsiteY5" fmla="*/ 5143500 h 10287000"/>
              <a:gd name="connsiteX6" fmla="*/ 2657320 w 7686336"/>
              <a:gd name="connsiteY6" fmla="*/ 145137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86336" h="10287000">
                <a:moveTo>
                  <a:pt x="2883688" y="0"/>
                </a:moveTo>
                <a:lnTo>
                  <a:pt x="7686336" y="0"/>
                </a:lnTo>
                <a:lnTo>
                  <a:pt x="7686336" y="10287000"/>
                </a:lnTo>
                <a:lnTo>
                  <a:pt x="2883688" y="10287000"/>
                </a:lnTo>
                <a:lnTo>
                  <a:pt x="2657320" y="10141863"/>
                </a:lnTo>
                <a:cubicBezTo>
                  <a:pt x="1054084" y="9058620"/>
                  <a:pt x="0" y="7224171"/>
                  <a:pt x="0" y="5143500"/>
                </a:cubicBezTo>
                <a:cubicBezTo>
                  <a:pt x="0" y="3062829"/>
                  <a:pt x="1054084" y="1228380"/>
                  <a:pt x="2657320" y="145137"/>
                </a:cubicBezTo>
                <a:close/>
              </a:path>
            </a:pathLst>
          </a:custGeom>
          <a:gradFill>
            <a:gsLst>
              <a:gs pos="100000">
                <a:srgbClr val="00CCFF"/>
              </a:gs>
              <a:gs pos="21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/>
          </a:p>
        </p:txBody>
      </p:sp>
      <p:grpSp>
        <p:nvGrpSpPr>
          <p:cNvPr id="14" name="Group 13"/>
          <p:cNvGrpSpPr/>
          <p:nvPr/>
        </p:nvGrpSpPr>
        <p:grpSpPr>
          <a:xfrm>
            <a:off x="15426812" y="981181"/>
            <a:ext cx="2861188" cy="8324639"/>
            <a:chOff x="15161743" y="603765"/>
            <a:chExt cx="3126258" cy="9095863"/>
          </a:xfrm>
          <a:solidFill>
            <a:schemeClr val="bg1"/>
          </a:solidFill>
        </p:grpSpPr>
        <p:sp>
          <p:nvSpPr>
            <p:cNvPr id="10" name="TextBox 9"/>
            <p:cNvSpPr txBox="1"/>
            <p:nvPr/>
          </p:nvSpPr>
          <p:spPr>
            <a:xfrm rot="16200000">
              <a:off x="14199843" y="5611469"/>
              <a:ext cx="5050060" cy="3126257"/>
            </a:xfrm>
            <a:custGeom>
              <a:avLst/>
              <a:gdLst/>
              <a:ahLst/>
              <a:cxnLst/>
              <a:rect l="l" t="t" r="r" b="b"/>
              <a:pathLst>
                <a:path w="5050060" h="3126257">
                  <a:moveTo>
                    <a:pt x="2241881" y="2566597"/>
                  </a:moveTo>
                  <a:lnTo>
                    <a:pt x="2241880" y="3126257"/>
                  </a:lnTo>
                  <a:lnTo>
                    <a:pt x="0" y="3126257"/>
                  </a:lnTo>
                  <a:lnTo>
                    <a:pt x="0" y="2611079"/>
                  </a:lnTo>
                  <a:cubicBezTo>
                    <a:pt x="943013" y="1937921"/>
                    <a:pt x="1414520" y="1402657"/>
                    <a:pt x="1414520" y="1005287"/>
                  </a:cubicBezTo>
                  <a:cubicBezTo>
                    <a:pt x="1414520" y="762120"/>
                    <a:pt x="1309246" y="640537"/>
                    <a:pt x="1098700" y="640537"/>
                  </a:cubicBezTo>
                  <a:cubicBezTo>
                    <a:pt x="980082" y="640537"/>
                    <a:pt x="893342" y="682053"/>
                    <a:pt x="838481" y="765086"/>
                  </a:cubicBezTo>
                  <a:cubicBezTo>
                    <a:pt x="783620" y="848118"/>
                    <a:pt x="753225" y="977115"/>
                    <a:pt x="747294" y="1152077"/>
                  </a:cubicBezTo>
                  <a:lnTo>
                    <a:pt x="4448" y="1152077"/>
                  </a:lnTo>
                  <a:cubicBezTo>
                    <a:pt x="22241" y="769534"/>
                    <a:pt x="137894" y="481885"/>
                    <a:pt x="351406" y="289131"/>
                  </a:cubicBezTo>
                  <a:cubicBezTo>
                    <a:pt x="564918" y="96377"/>
                    <a:pt x="834774" y="0"/>
                    <a:pt x="1160974" y="0"/>
                  </a:cubicBezTo>
                  <a:cubicBezTo>
                    <a:pt x="1502001" y="0"/>
                    <a:pt x="1759254" y="85998"/>
                    <a:pt x="1932732" y="257994"/>
                  </a:cubicBezTo>
                  <a:cubicBezTo>
                    <a:pt x="2106211" y="429990"/>
                    <a:pt x="2192951" y="653881"/>
                    <a:pt x="2192951" y="929668"/>
                  </a:cubicBezTo>
                  <a:cubicBezTo>
                    <a:pt x="2192951" y="1235109"/>
                    <a:pt x="2075815" y="1533879"/>
                    <a:pt x="1841545" y="1825975"/>
                  </a:cubicBezTo>
                  <a:cubicBezTo>
                    <a:pt x="1607274" y="2118073"/>
                    <a:pt x="1327039" y="2364945"/>
                    <a:pt x="1000840" y="2566597"/>
                  </a:cubicBezTo>
                  <a:close/>
                  <a:moveTo>
                    <a:pt x="4293870" y="1610239"/>
                  </a:moveTo>
                  <a:cubicBezTo>
                    <a:pt x="4293870" y="1328521"/>
                    <a:pt x="4260509" y="1112785"/>
                    <a:pt x="4193786" y="963029"/>
                  </a:cubicBezTo>
                  <a:cubicBezTo>
                    <a:pt x="4127063" y="813274"/>
                    <a:pt x="3995842" y="738397"/>
                    <a:pt x="3800122" y="738397"/>
                  </a:cubicBezTo>
                  <a:cubicBezTo>
                    <a:pt x="3601438" y="738397"/>
                    <a:pt x="3467992" y="814016"/>
                    <a:pt x="3399787" y="965253"/>
                  </a:cubicBezTo>
                  <a:cubicBezTo>
                    <a:pt x="3331581" y="1116491"/>
                    <a:pt x="3297479" y="1331487"/>
                    <a:pt x="3297479" y="1610239"/>
                  </a:cubicBezTo>
                  <a:cubicBezTo>
                    <a:pt x="3297479" y="1891957"/>
                    <a:pt x="3331581" y="2109177"/>
                    <a:pt x="3399787" y="2261897"/>
                  </a:cubicBezTo>
                  <a:cubicBezTo>
                    <a:pt x="3467992" y="2414617"/>
                    <a:pt x="3601437" y="2490977"/>
                    <a:pt x="3800122" y="2490977"/>
                  </a:cubicBezTo>
                  <a:cubicBezTo>
                    <a:pt x="3995842" y="2490977"/>
                    <a:pt x="4127063" y="2414617"/>
                    <a:pt x="4193786" y="2261897"/>
                  </a:cubicBezTo>
                  <a:cubicBezTo>
                    <a:pt x="4260509" y="2109177"/>
                    <a:pt x="4293870" y="1891957"/>
                    <a:pt x="4293870" y="1610239"/>
                  </a:cubicBezTo>
                  <a:close/>
                  <a:moveTo>
                    <a:pt x="5050060" y="1610239"/>
                  </a:moveTo>
                  <a:cubicBezTo>
                    <a:pt x="5050060" y="2102503"/>
                    <a:pt x="4949976" y="2492461"/>
                    <a:pt x="4749808" y="2780109"/>
                  </a:cubicBezTo>
                  <a:cubicBezTo>
                    <a:pt x="4649724" y="2923933"/>
                    <a:pt x="4520542" y="3031801"/>
                    <a:pt x="4362261" y="3103713"/>
                  </a:cubicBezTo>
                  <a:lnTo>
                    <a:pt x="4302946" y="3126257"/>
                  </a:lnTo>
                  <a:lnTo>
                    <a:pt x="3294702" y="3126257"/>
                  </a:lnTo>
                  <a:lnTo>
                    <a:pt x="3235204" y="3103713"/>
                  </a:lnTo>
                  <a:cubicBezTo>
                    <a:pt x="3076552" y="3031801"/>
                    <a:pt x="2947555" y="2923933"/>
                    <a:pt x="2848213" y="2780109"/>
                  </a:cubicBezTo>
                  <a:cubicBezTo>
                    <a:pt x="2649528" y="2492461"/>
                    <a:pt x="2550186" y="2102503"/>
                    <a:pt x="2550186" y="1610239"/>
                  </a:cubicBezTo>
                  <a:cubicBezTo>
                    <a:pt x="2550186" y="1120940"/>
                    <a:pt x="2649528" y="733207"/>
                    <a:pt x="2848213" y="447041"/>
                  </a:cubicBezTo>
                  <a:cubicBezTo>
                    <a:pt x="3046899" y="160875"/>
                    <a:pt x="3364201" y="17792"/>
                    <a:pt x="3800122" y="17792"/>
                  </a:cubicBezTo>
                  <a:cubicBezTo>
                    <a:pt x="4233079" y="17792"/>
                    <a:pt x="4549640" y="160875"/>
                    <a:pt x="4749808" y="447041"/>
                  </a:cubicBezTo>
                  <a:cubicBezTo>
                    <a:pt x="4949976" y="733207"/>
                    <a:pt x="5050060" y="1120940"/>
                    <a:pt x="5050060" y="161023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35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691D109-F90F-4558-8D9A-7DBFF558AED4}"/>
                </a:ext>
              </a:extLst>
            </p:cNvPr>
            <p:cNvSpPr/>
            <p:nvPr/>
          </p:nvSpPr>
          <p:spPr>
            <a:xfrm>
              <a:off x="15161743" y="603765"/>
              <a:ext cx="3126257" cy="3684470"/>
            </a:xfrm>
            <a:custGeom>
              <a:avLst/>
              <a:gdLst/>
              <a:ahLst/>
              <a:cxnLst/>
              <a:rect l="l" t="t" r="r" b="b"/>
              <a:pathLst>
                <a:path w="3126257" h="3684470">
                  <a:moveTo>
                    <a:pt x="2566597" y="1442589"/>
                  </a:moveTo>
                  <a:lnTo>
                    <a:pt x="3126257" y="1442589"/>
                  </a:lnTo>
                  <a:lnTo>
                    <a:pt x="3126257" y="3684470"/>
                  </a:lnTo>
                  <a:lnTo>
                    <a:pt x="2611079" y="3684470"/>
                  </a:lnTo>
                  <a:cubicBezTo>
                    <a:pt x="1937921" y="2741457"/>
                    <a:pt x="1402657" y="2269950"/>
                    <a:pt x="1005287" y="2269950"/>
                  </a:cubicBezTo>
                  <a:cubicBezTo>
                    <a:pt x="762120" y="2269950"/>
                    <a:pt x="640537" y="2375224"/>
                    <a:pt x="640537" y="2585770"/>
                  </a:cubicBezTo>
                  <a:cubicBezTo>
                    <a:pt x="640537" y="2704388"/>
                    <a:pt x="682053" y="2791128"/>
                    <a:pt x="765086" y="2845989"/>
                  </a:cubicBezTo>
                  <a:cubicBezTo>
                    <a:pt x="848118" y="2900850"/>
                    <a:pt x="977115" y="2931245"/>
                    <a:pt x="1152077" y="2937176"/>
                  </a:cubicBezTo>
                  <a:lnTo>
                    <a:pt x="1152077" y="3680022"/>
                  </a:lnTo>
                  <a:cubicBezTo>
                    <a:pt x="769534" y="3662229"/>
                    <a:pt x="481885" y="3546576"/>
                    <a:pt x="289131" y="3333064"/>
                  </a:cubicBezTo>
                  <a:cubicBezTo>
                    <a:pt x="96377" y="3119552"/>
                    <a:pt x="0" y="2849696"/>
                    <a:pt x="0" y="2523496"/>
                  </a:cubicBezTo>
                  <a:cubicBezTo>
                    <a:pt x="0" y="2182469"/>
                    <a:pt x="85998" y="1925216"/>
                    <a:pt x="257994" y="1751738"/>
                  </a:cubicBezTo>
                  <a:cubicBezTo>
                    <a:pt x="429990" y="1578259"/>
                    <a:pt x="653881" y="1491519"/>
                    <a:pt x="929668" y="1491519"/>
                  </a:cubicBezTo>
                  <a:cubicBezTo>
                    <a:pt x="1235109" y="1491519"/>
                    <a:pt x="1533879" y="1608655"/>
                    <a:pt x="1825975" y="1842925"/>
                  </a:cubicBezTo>
                  <a:cubicBezTo>
                    <a:pt x="2118073" y="2077196"/>
                    <a:pt x="2364945" y="2357431"/>
                    <a:pt x="2566597" y="2683630"/>
                  </a:cubicBezTo>
                  <a:close/>
                  <a:moveTo>
                    <a:pt x="71170" y="0"/>
                  </a:moveTo>
                  <a:lnTo>
                    <a:pt x="3126257" y="0"/>
                  </a:lnTo>
                  <a:lnTo>
                    <a:pt x="3126257" y="800671"/>
                  </a:lnTo>
                  <a:lnTo>
                    <a:pt x="782878" y="800671"/>
                  </a:lnTo>
                  <a:lnTo>
                    <a:pt x="782878" y="1272178"/>
                  </a:lnTo>
                  <a:lnTo>
                    <a:pt x="71170" y="127217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97280" y="3858805"/>
            <a:ext cx="578716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6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Let Us Built The Bridge</a:t>
            </a:r>
          </a:p>
          <a:p>
            <a:r>
              <a:rPr lang="en-US" sz="4600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Between Your Brand</a:t>
            </a:r>
          </a:p>
          <a:p>
            <a:r>
              <a:rPr lang="en-US" sz="4600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And Customer.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79" y="7242131"/>
            <a:ext cx="64207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79" y="6911026"/>
            <a:ext cx="214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What are we doing?</a:t>
            </a:r>
            <a:endParaRPr lang="en-US" sz="1800" b="1">
              <a:solidFill>
                <a:schemeClr val="tx1">
                  <a:lumMod val="50000"/>
                  <a:lumOff val="50000"/>
                </a:schemeClr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80" y="1873636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 11"/>
          <p:cNvSpPr>
            <a:spLocks noEditPoints="1"/>
          </p:cNvSpPr>
          <p:nvPr/>
        </p:nvSpPr>
        <p:spPr bwMode="auto">
          <a:xfrm>
            <a:off x="1347339" y="2109215"/>
            <a:ext cx="318515" cy="347472"/>
          </a:xfrm>
          <a:custGeom>
            <a:avLst/>
            <a:gdLst>
              <a:gd name="T0" fmla="*/ 32 w 121"/>
              <a:gd name="T1" fmla="*/ 132 h 132"/>
              <a:gd name="T2" fmla="*/ 0 w 121"/>
              <a:gd name="T3" fmla="*/ 132 h 132"/>
              <a:gd name="T4" fmla="*/ 0 w 121"/>
              <a:gd name="T5" fmla="*/ 36 h 132"/>
              <a:gd name="T6" fmla="*/ 32 w 121"/>
              <a:gd name="T7" fmla="*/ 36 h 132"/>
              <a:gd name="T8" fmla="*/ 32 w 121"/>
              <a:gd name="T9" fmla="*/ 132 h 132"/>
              <a:gd name="T10" fmla="*/ 77 w 121"/>
              <a:gd name="T11" fmla="*/ 132 h 132"/>
              <a:gd name="T12" fmla="*/ 45 w 121"/>
              <a:gd name="T13" fmla="*/ 132 h 132"/>
              <a:gd name="T14" fmla="*/ 45 w 121"/>
              <a:gd name="T15" fmla="*/ 61 h 132"/>
              <a:gd name="T16" fmla="*/ 77 w 121"/>
              <a:gd name="T17" fmla="*/ 61 h 132"/>
              <a:gd name="T18" fmla="*/ 77 w 121"/>
              <a:gd name="T19" fmla="*/ 132 h 132"/>
              <a:gd name="T20" fmla="*/ 121 w 121"/>
              <a:gd name="T21" fmla="*/ 132 h 132"/>
              <a:gd name="T22" fmla="*/ 89 w 121"/>
              <a:gd name="T23" fmla="*/ 132 h 132"/>
              <a:gd name="T24" fmla="*/ 89 w 121"/>
              <a:gd name="T25" fmla="*/ 0 h 132"/>
              <a:gd name="T26" fmla="*/ 121 w 121"/>
              <a:gd name="T27" fmla="*/ 0 h 132"/>
              <a:gd name="T28" fmla="*/ 121 w 121"/>
              <a:gd name="T29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1" h="132">
                <a:moveTo>
                  <a:pt x="32" y="132"/>
                </a:moveTo>
                <a:lnTo>
                  <a:pt x="0" y="132"/>
                </a:lnTo>
                <a:lnTo>
                  <a:pt x="0" y="36"/>
                </a:lnTo>
                <a:lnTo>
                  <a:pt x="32" y="36"/>
                </a:lnTo>
                <a:lnTo>
                  <a:pt x="32" y="132"/>
                </a:lnTo>
                <a:close/>
                <a:moveTo>
                  <a:pt x="77" y="132"/>
                </a:moveTo>
                <a:lnTo>
                  <a:pt x="45" y="132"/>
                </a:lnTo>
                <a:lnTo>
                  <a:pt x="45" y="61"/>
                </a:lnTo>
                <a:lnTo>
                  <a:pt x="77" y="61"/>
                </a:lnTo>
                <a:lnTo>
                  <a:pt x="77" y="132"/>
                </a:lnTo>
                <a:close/>
                <a:moveTo>
                  <a:pt x="121" y="132"/>
                </a:moveTo>
                <a:lnTo>
                  <a:pt x="89" y="132"/>
                </a:lnTo>
                <a:lnTo>
                  <a:pt x="89" y="0"/>
                </a:lnTo>
                <a:lnTo>
                  <a:pt x="121" y="0"/>
                </a:lnTo>
                <a:lnTo>
                  <a:pt x="121" y="1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grpSp>
        <p:nvGrpSpPr>
          <p:cNvPr id="21" name="Group 20"/>
          <p:cNvGrpSpPr/>
          <p:nvPr/>
        </p:nvGrpSpPr>
        <p:grpSpPr>
          <a:xfrm>
            <a:off x="7380373" y="3858805"/>
            <a:ext cx="1837145" cy="1837145"/>
            <a:chOff x="9600624" y="1213249"/>
            <a:chExt cx="1116881" cy="111688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5EF3771-26C0-4B0F-B501-E7BC6FB628A5}"/>
                </a:ext>
              </a:extLst>
            </p:cNvPr>
            <p:cNvSpPr/>
            <p:nvPr/>
          </p:nvSpPr>
          <p:spPr>
            <a:xfrm>
              <a:off x="9600626" y="1213249"/>
              <a:ext cx="1116879" cy="1116881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  <a:effectLst>
              <a:outerShdw blurRad="355600" dist="266700" dir="5400000" sx="88000" sy="88000" algn="t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23" name="Partial Circle 152">
              <a:extLst>
                <a:ext uri="{FF2B5EF4-FFF2-40B4-BE49-F238E27FC236}">
                  <a16:creationId xmlns:a16="http://schemas.microsoft.com/office/drawing/2014/main" id="{AC4D425F-333F-4824-8722-C9FCAB3ECAB6}"/>
                </a:ext>
              </a:extLst>
            </p:cNvPr>
            <p:cNvSpPr/>
            <p:nvPr/>
          </p:nvSpPr>
          <p:spPr>
            <a:xfrm>
              <a:off x="9600624" y="1213251"/>
              <a:ext cx="1116881" cy="1116878"/>
            </a:xfrm>
            <a:prstGeom prst="pie">
              <a:avLst>
                <a:gd name="adj1" fmla="val 1743233"/>
                <a:gd name="adj2" fmla="val 1620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0138C56-2E34-4276-94D4-BF924CACFBE8}"/>
                </a:ext>
              </a:extLst>
            </p:cNvPr>
            <p:cNvSpPr/>
            <p:nvPr/>
          </p:nvSpPr>
          <p:spPr>
            <a:xfrm>
              <a:off x="9764742" y="1377368"/>
              <a:ext cx="788643" cy="7886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+mj-lt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F5E3139-3F2D-4E31-B2D5-8E2C011F9035}"/>
                </a:ext>
              </a:extLst>
            </p:cNvPr>
            <p:cNvSpPr txBox="1"/>
            <p:nvPr/>
          </p:nvSpPr>
          <p:spPr>
            <a:xfrm>
              <a:off x="9820601" y="1589774"/>
              <a:ext cx="676925" cy="363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ctr"/>
              <a:r>
                <a:rPr lang="en-US" sz="28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40</a:t>
              </a:r>
              <a:r>
                <a:rPr lang="id-ID" sz="20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%</a:t>
              </a:r>
              <a:endParaRPr lang="id-ID" sz="2000" dirty="0">
                <a:solidFill>
                  <a:schemeClr val="tx1"/>
                </a:solidFill>
                <a:latin typeface="Titillium Web SemiBold" panose="00000700000000000000" pitchFamily="2" charset="0"/>
              </a:endParaRPr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hone with han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51"/>
          <a:stretch/>
        </p:blipFill>
        <p:spPr>
          <a:xfrm>
            <a:off x="9079886" y="564733"/>
            <a:ext cx="9753606" cy="1102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309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 flipH="1">
            <a:off x="6814446" y="0"/>
            <a:ext cx="11473554" cy="10287000"/>
            <a:chOff x="0" y="0"/>
            <a:chExt cx="11473554" cy="10287000"/>
          </a:xfrm>
        </p:grpSpPr>
        <p:sp>
          <p:nvSpPr>
            <p:cNvPr id="4" name="Freeform 3"/>
            <p:cNvSpPr/>
            <p:nvPr/>
          </p:nvSpPr>
          <p:spPr>
            <a:xfrm rot="16200000">
              <a:off x="593278" y="-593277"/>
              <a:ext cx="10287000" cy="11473553"/>
            </a:xfrm>
            <a:custGeom>
              <a:avLst/>
              <a:gdLst>
                <a:gd name="connsiteX0" fmla="*/ 10287000 w 10287000"/>
                <a:gd name="connsiteY0" fmla="*/ 0 h 11473553"/>
                <a:gd name="connsiteX1" fmla="*/ 10287000 w 10287000"/>
                <a:gd name="connsiteY1" fmla="*/ 11473553 h 11473553"/>
                <a:gd name="connsiteX2" fmla="*/ 10231340 w 10287000"/>
                <a:gd name="connsiteY2" fmla="*/ 11367141 h 11473553"/>
                <a:gd name="connsiteX3" fmla="*/ 8469818 w 10287000"/>
                <a:gd name="connsiteY3" fmla="*/ 10069794 h 11473553"/>
                <a:gd name="connsiteX4" fmla="*/ 6093812 w 10287000"/>
                <a:gd name="connsiteY4" fmla="*/ 9660106 h 11473553"/>
                <a:gd name="connsiteX5" fmla="*/ 5397399 w 10287000"/>
                <a:gd name="connsiteY5" fmla="*/ 8936322 h 11473553"/>
                <a:gd name="connsiteX6" fmla="*/ 5424706 w 10287000"/>
                <a:gd name="connsiteY6" fmla="*/ 7980384 h 11473553"/>
                <a:gd name="connsiteX7" fmla="*/ 5165260 w 10287000"/>
                <a:gd name="connsiteY7" fmla="*/ 7106383 h 11473553"/>
                <a:gd name="connsiteX8" fmla="*/ 4209394 w 10287000"/>
                <a:gd name="connsiteY8" fmla="*/ 7065413 h 11473553"/>
                <a:gd name="connsiteX9" fmla="*/ 2202080 w 10287000"/>
                <a:gd name="connsiteY9" fmla="*/ 7051757 h 11473553"/>
                <a:gd name="connsiteX10" fmla="*/ 2666357 w 10287000"/>
                <a:gd name="connsiteY10" fmla="*/ 5549564 h 11473553"/>
                <a:gd name="connsiteX11" fmla="*/ 2092841 w 10287000"/>
                <a:gd name="connsiteY11" fmla="*/ 4020063 h 11473553"/>
                <a:gd name="connsiteX12" fmla="*/ 467870 w 10287000"/>
                <a:gd name="connsiteY12" fmla="*/ 3473811 h 11473553"/>
                <a:gd name="connsiteX13" fmla="*/ 138224 w 10287000"/>
                <a:gd name="connsiteY13" fmla="*/ 3445645 h 11473553"/>
                <a:gd name="connsiteX14" fmla="*/ 0 w 10287000"/>
                <a:gd name="connsiteY14" fmla="*/ 3431741 h 11473553"/>
                <a:gd name="connsiteX15" fmla="*/ 0 w 10287000"/>
                <a:gd name="connsiteY15" fmla="*/ 0 h 1147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287000" h="11473553">
                  <a:moveTo>
                    <a:pt x="10287000" y="0"/>
                  </a:moveTo>
                  <a:lnTo>
                    <a:pt x="10287000" y="11473553"/>
                  </a:lnTo>
                  <a:lnTo>
                    <a:pt x="10231340" y="11367141"/>
                  </a:lnTo>
                  <a:cubicBezTo>
                    <a:pt x="9848994" y="10711639"/>
                    <a:pt x="9179889" y="10301952"/>
                    <a:pt x="8469818" y="10069794"/>
                  </a:cubicBezTo>
                  <a:cubicBezTo>
                    <a:pt x="7705126" y="9823981"/>
                    <a:pt x="6831193" y="9960545"/>
                    <a:pt x="6093812" y="9660106"/>
                  </a:cubicBezTo>
                  <a:cubicBezTo>
                    <a:pt x="5779743" y="9523544"/>
                    <a:pt x="5492983" y="9277729"/>
                    <a:pt x="5397399" y="8936322"/>
                  </a:cubicBezTo>
                  <a:cubicBezTo>
                    <a:pt x="5315465" y="8635885"/>
                    <a:pt x="5397399" y="8308134"/>
                    <a:pt x="5424706" y="7980384"/>
                  </a:cubicBezTo>
                  <a:cubicBezTo>
                    <a:pt x="5465674" y="7666290"/>
                    <a:pt x="5424706" y="7297571"/>
                    <a:pt x="5165260" y="7106383"/>
                  </a:cubicBezTo>
                  <a:cubicBezTo>
                    <a:pt x="4892153" y="6915195"/>
                    <a:pt x="4523466" y="6983474"/>
                    <a:pt x="4209394" y="7065413"/>
                  </a:cubicBezTo>
                  <a:cubicBezTo>
                    <a:pt x="3676841" y="7215632"/>
                    <a:pt x="2557114" y="7761884"/>
                    <a:pt x="2202080" y="7051757"/>
                  </a:cubicBezTo>
                  <a:cubicBezTo>
                    <a:pt x="1956285" y="6573787"/>
                    <a:pt x="2502494" y="6068504"/>
                    <a:pt x="2666357" y="5549564"/>
                  </a:cubicBezTo>
                  <a:cubicBezTo>
                    <a:pt x="2843874" y="5003313"/>
                    <a:pt x="2557114" y="4375125"/>
                    <a:pt x="2092841" y="4020063"/>
                  </a:cubicBezTo>
                  <a:cubicBezTo>
                    <a:pt x="1642218" y="3664999"/>
                    <a:pt x="1041387" y="3528437"/>
                    <a:pt x="467870" y="3473811"/>
                  </a:cubicBezTo>
                  <a:cubicBezTo>
                    <a:pt x="358628" y="3463569"/>
                    <a:pt x="248533" y="3455033"/>
                    <a:pt x="138224" y="3445645"/>
                  </a:cubicBezTo>
                  <a:lnTo>
                    <a:pt x="0" y="343174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chemeClr val="bg1">
                    <a:alpha val="35000"/>
                  </a:schemeClr>
                </a:gs>
                <a:gs pos="5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Freeform 4"/>
            <p:cNvSpPr/>
            <p:nvPr/>
          </p:nvSpPr>
          <p:spPr>
            <a:xfrm rot="16200000">
              <a:off x="-201663" y="201665"/>
              <a:ext cx="8650271" cy="8246943"/>
            </a:xfrm>
            <a:custGeom>
              <a:avLst/>
              <a:gdLst>
                <a:gd name="connsiteX0" fmla="*/ 809245 w 8650271"/>
                <a:gd name="connsiteY0" fmla="*/ 0 h 8246943"/>
                <a:gd name="connsiteX1" fmla="*/ 8650271 w 8650271"/>
                <a:gd name="connsiteY1" fmla="*/ 0 h 8246943"/>
                <a:gd name="connsiteX2" fmla="*/ 8650271 w 8650271"/>
                <a:gd name="connsiteY2" fmla="*/ 8246943 h 8246943"/>
                <a:gd name="connsiteX3" fmla="*/ 8610263 w 8650271"/>
                <a:gd name="connsiteY3" fmla="*/ 8170455 h 8246943"/>
                <a:gd name="connsiteX4" fmla="*/ 7344119 w 8650271"/>
                <a:gd name="connsiteY4" fmla="*/ 7237950 h 8246943"/>
                <a:gd name="connsiteX5" fmla="*/ 5636298 w 8650271"/>
                <a:gd name="connsiteY5" fmla="*/ 6943475 h 8246943"/>
                <a:gd name="connsiteX6" fmla="*/ 5135731 w 8650271"/>
                <a:gd name="connsiteY6" fmla="*/ 6423235 h 8246943"/>
                <a:gd name="connsiteX7" fmla="*/ 5155359 w 8650271"/>
                <a:gd name="connsiteY7" fmla="*/ 5736127 h 8246943"/>
                <a:gd name="connsiteX8" fmla="*/ 4968875 w 8650271"/>
                <a:gd name="connsiteY8" fmla="*/ 5107914 h 8246943"/>
                <a:gd name="connsiteX9" fmla="*/ 4281819 w 8650271"/>
                <a:gd name="connsiteY9" fmla="*/ 5078466 h 8246943"/>
                <a:gd name="connsiteX10" fmla="*/ 2839005 w 8650271"/>
                <a:gd name="connsiteY10" fmla="*/ 5068650 h 8246943"/>
                <a:gd name="connsiteX11" fmla="*/ 3172717 w 8650271"/>
                <a:gd name="connsiteY11" fmla="*/ 3988907 h 8246943"/>
                <a:gd name="connsiteX12" fmla="*/ 2760486 w 8650271"/>
                <a:gd name="connsiteY12" fmla="*/ 2889534 h 8246943"/>
                <a:gd name="connsiteX13" fmla="*/ 1592492 w 8650271"/>
                <a:gd name="connsiteY13" fmla="*/ 2496900 h 8246943"/>
                <a:gd name="connsiteX14" fmla="*/ 650246 w 8650271"/>
                <a:gd name="connsiteY14" fmla="*/ 2349664 h 8246943"/>
                <a:gd name="connsiteX15" fmla="*/ 12266 w 8650271"/>
                <a:gd name="connsiteY15" fmla="*/ 1711632 h 8246943"/>
                <a:gd name="connsiteX16" fmla="*/ 807286 w 8650271"/>
                <a:gd name="connsiteY16" fmla="*/ 13493 h 824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50271" h="8246943">
                  <a:moveTo>
                    <a:pt x="809245" y="0"/>
                  </a:moveTo>
                  <a:lnTo>
                    <a:pt x="8650271" y="0"/>
                  </a:lnTo>
                  <a:lnTo>
                    <a:pt x="8650271" y="8246943"/>
                  </a:lnTo>
                  <a:lnTo>
                    <a:pt x="8610263" y="8170455"/>
                  </a:lnTo>
                  <a:cubicBezTo>
                    <a:pt x="8335441" y="7699294"/>
                    <a:pt x="7854503" y="7404820"/>
                    <a:pt x="7344119" y="7237950"/>
                  </a:cubicBezTo>
                  <a:cubicBezTo>
                    <a:pt x="6794475" y="7061265"/>
                    <a:pt x="6166311" y="7159424"/>
                    <a:pt x="5636298" y="6943475"/>
                  </a:cubicBezTo>
                  <a:cubicBezTo>
                    <a:pt x="5410552" y="6845317"/>
                    <a:pt x="5204435" y="6668631"/>
                    <a:pt x="5135731" y="6423235"/>
                  </a:cubicBezTo>
                  <a:cubicBezTo>
                    <a:pt x="5076839" y="6207287"/>
                    <a:pt x="5135731" y="5971707"/>
                    <a:pt x="5155359" y="5736127"/>
                  </a:cubicBezTo>
                  <a:cubicBezTo>
                    <a:pt x="5184806" y="5510363"/>
                    <a:pt x="5155359" y="5245336"/>
                    <a:pt x="4968875" y="5107914"/>
                  </a:cubicBezTo>
                  <a:cubicBezTo>
                    <a:pt x="4772571" y="4970492"/>
                    <a:pt x="4507567" y="5019570"/>
                    <a:pt x="4281819" y="5078466"/>
                  </a:cubicBezTo>
                  <a:cubicBezTo>
                    <a:pt x="3899031" y="5186440"/>
                    <a:pt x="3094196" y="5579074"/>
                    <a:pt x="2839005" y="5068650"/>
                  </a:cubicBezTo>
                  <a:cubicBezTo>
                    <a:pt x="2662333" y="4725096"/>
                    <a:pt x="3054936" y="4361909"/>
                    <a:pt x="3172717" y="3988907"/>
                  </a:cubicBezTo>
                  <a:cubicBezTo>
                    <a:pt x="3300313" y="3596273"/>
                    <a:pt x="3094196" y="3144745"/>
                    <a:pt x="2760486" y="2889534"/>
                  </a:cubicBezTo>
                  <a:cubicBezTo>
                    <a:pt x="2436588" y="2634322"/>
                    <a:pt x="2004724" y="2536164"/>
                    <a:pt x="1592492" y="2496900"/>
                  </a:cubicBezTo>
                  <a:cubicBezTo>
                    <a:pt x="1278410" y="2467452"/>
                    <a:pt x="954512" y="2457636"/>
                    <a:pt x="650246" y="2349664"/>
                  </a:cubicBezTo>
                  <a:cubicBezTo>
                    <a:pt x="355793" y="2251504"/>
                    <a:pt x="71157" y="2015924"/>
                    <a:pt x="12266" y="1711632"/>
                  </a:cubicBezTo>
                  <a:cubicBezTo>
                    <a:pt x="-105515" y="1083419"/>
                    <a:pt x="660061" y="631891"/>
                    <a:pt x="807286" y="13493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35000"/>
                  </a:schemeClr>
                </a:gs>
                <a:gs pos="5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 rot="16200000">
              <a:off x="-673099" y="673100"/>
              <a:ext cx="6187970" cy="4841771"/>
            </a:xfrm>
            <a:custGeom>
              <a:avLst/>
              <a:gdLst>
                <a:gd name="connsiteX0" fmla="*/ 18610 w 6187970"/>
                <a:gd name="connsiteY0" fmla="*/ 0 h 4841771"/>
                <a:gd name="connsiteX1" fmla="*/ 6187970 w 6187970"/>
                <a:gd name="connsiteY1" fmla="*/ 0 h 4841771"/>
                <a:gd name="connsiteX2" fmla="*/ 6187970 w 6187970"/>
                <a:gd name="connsiteY2" fmla="*/ 4841771 h 4841771"/>
                <a:gd name="connsiteX3" fmla="*/ 6046042 w 6187970"/>
                <a:gd name="connsiteY3" fmla="*/ 4784983 h 4841771"/>
                <a:gd name="connsiteX4" fmla="*/ 4640079 w 6187970"/>
                <a:gd name="connsiteY4" fmla="*/ 4542557 h 4841771"/>
                <a:gd name="connsiteX5" fmla="*/ 4227988 w 6187970"/>
                <a:gd name="connsiteY5" fmla="*/ 4114269 h 4841771"/>
                <a:gd name="connsiteX6" fmla="*/ 4244146 w 6187970"/>
                <a:gd name="connsiteY6" fmla="*/ 3548608 h 4841771"/>
                <a:gd name="connsiteX7" fmla="*/ 4090624 w 6187970"/>
                <a:gd name="connsiteY7" fmla="*/ 3031432 h 4841771"/>
                <a:gd name="connsiteX8" fmla="*/ 3525005 w 6187970"/>
                <a:gd name="connsiteY8" fmla="*/ 3007189 h 4841771"/>
                <a:gd name="connsiteX9" fmla="*/ 2337209 w 6187970"/>
                <a:gd name="connsiteY9" fmla="*/ 2999108 h 4841771"/>
                <a:gd name="connsiteX10" fmla="*/ 2611938 w 6187970"/>
                <a:gd name="connsiteY10" fmla="*/ 2110210 h 4841771"/>
                <a:gd name="connsiteX11" fmla="*/ 2272568 w 6187970"/>
                <a:gd name="connsiteY11" fmla="*/ 1205152 h 4841771"/>
                <a:gd name="connsiteX12" fmla="*/ 1311018 w 6187970"/>
                <a:gd name="connsiteY12" fmla="*/ 881917 h 4841771"/>
                <a:gd name="connsiteX13" fmla="*/ 535315 w 6187970"/>
                <a:gd name="connsiteY13" fmla="*/ 760704 h 4841771"/>
                <a:gd name="connsiteX14" fmla="*/ 10098 w 6187970"/>
                <a:gd name="connsiteY14" fmla="*/ 235445 h 4841771"/>
                <a:gd name="connsiteX15" fmla="*/ 5411 w 6187970"/>
                <a:gd name="connsiteY15" fmla="*/ 47770 h 484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187970" h="4841771">
                  <a:moveTo>
                    <a:pt x="18610" y="0"/>
                  </a:moveTo>
                  <a:lnTo>
                    <a:pt x="6187970" y="0"/>
                  </a:lnTo>
                  <a:lnTo>
                    <a:pt x="6187970" y="4841771"/>
                  </a:lnTo>
                  <a:lnTo>
                    <a:pt x="6046042" y="4784983"/>
                  </a:lnTo>
                  <a:cubicBezTo>
                    <a:pt x="5593548" y="4639527"/>
                    <a:pt x="5076412" y="4720337"/>
                    <a:pt x="4640079" y="4542557"/>
                  </a:cubicBezTo>
                  <a:cubicBezTo>
                    <a:pt x="4454234" y="4461749"/>
                    <a:pt x="4284548" y="4316292"/>
                    <a:pt x="4227988" y="4114269"/>
                  </a:cubicBezTo>
                  <a:cubicBezTo>
                    <a:pt x="4179505" y="3936490"/>
                    <a:pt x="4227988" y="3742549"/>
                    <a:pt x="4244146" y="3548608"/>
                  </a:cubicBezTo>
                  <a:cubicBezTo>
                    <a:pt x="4268388" y="3362748"/>
                    <a:pt x="4244146" y="3144565"/>
                    <a:pt x="4090624" y="3031432"/>
                  </a:cubicBezTo>
                  <a:cubicBezTo>
                    <a:pt x="3929016" y="2918300"/>
                    <a:pt x="3710852" y="2958703"/>
                    <a:pt x="3525005" y="3007189"/>
                  </a:cubicBezTo>
                  <a:cubicBezTo>
                    <a:pt x="3209875" y="3096079"/>
                    <a:pt x="2547295" y="3419314"/>
                    <a:pt x="2337209" y="2999108"/>
                  </a:cubicBezTo>
                  <a:cubicBezTo>
                    <a:pt x="2191764" y="2716277"/>
                    <a:pt x="2514974" y="2417284"/>
                    <a:pt x="2611938" y="2110210"/>
                  </a:cubicBezTo>
                  <a:cubicBezTo>
                    <a:pt x="2716981" y="1786975"/>
                    <a:pt x="2547295" y="1415255"/>
                    <a:pt x="2272568" y="1205152"/>
                  </a:cubicBezTo>
                  <a:cubicBezTo>
                    <a:pt x="2005920" y="995049"/>
                    <a:pt x="1650388" y="914241"/>
                    <a:pt x="1311018" y="881917"/>
                  </a:cubicBezTo>
                  <a:cubicBezTo>
                    <a:pt x="1052450" y="857673"/>
                    <a:pt x="785801" y="849592"/>
                    <a:pt x="535315" y="760704"/>
                  </a:cubicBezTo>
                  <a:cubicBezTo>
                    <a:pt x="292906" y="679894"/>
                    <a:pt x="58580" y="485953"/>
                    <a:pt x="10098" y="235445"/>
                  </a:cubicBezTo>
                  <a:cubicBezTo>
                    <a:pt x="-2022" y="170798"/>
                    <a:pt x="-2780" y="108424"/>
                    <a:pt x="5411" y="47770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35000"/>
                  </a:schemeClr>
                </a:gs>
                <a:gs pos="5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 rot="16200000">
              <a:off x="-323948" y="323949"/>
              <a:ext cx="2978146" cy="2330247"/>
            </a:xfrm>
            <a:custGeom>
              <a:avLst/>
              <a:gdLst>
                <a:gd name="connsiteX0" fmla="*/ 18610 w 6187970"/>
                <a:gd name="connsiteY0" fmla="*/ 0 h 4841771"/>
                <a:gd name="connsiteX1" fmla="*/ 6187970 w 6187970"/>
                <a:gd name="connsiteY1" fmla="*/ 0 h 4841771"/>
                <a:gd name="connsiteX2" fmla="*/ 6187970 w 6187970"/>
                <a:gd name="connsiteY2" fmla="*/ 4841771 h 4841771"/>
                <a:gd name="connsiteX3" fmla="*/ 6046042 w 6187970"/>
                <a:gd name="connsiteY3" fmla="*/ 4784983 h 4841771"/>
                <a:gd name="connsiteX4" fmla="*/ 4640079 w 6187970"/>
                <a:gd name="connsiteY4" fmla="*/ 4542557 h 4841771"/>
                <a:gd name="connsiteX5" fmla="*/ 4227988 w 6187970"/>
                <a:gd name="connsiteY5" fmla="*/ 4114269 h 4841771"/>
                <a:gd name="connsiteX6" fmla="*/ 4244146 w 6187970"/>
                <a:gd name="connsiteY6" fmla="*/ 3548608 h 4841771"/>
                <a:gd name="connsiteX7" fmla="*/ 4090624 w 6187970"/>
                <a:gd name="connsiteY7" fmla="*/ 3031432 h 4841771"/>
                <a:gd name="connsiteX8" fmla="*/ 3525005 w 6187970"/>
                <a:gd name="connsiteY8" fmla="*/ 3007189 h 4841771"/>
                <a:gd name="connsiteX9" fmla="*/ 2337209 w 6187970"/>
                <a:gd name="connsiteY9" fmla="*/ 2999108 h 4841771"/>
                <a:gd name="connsiteX10" fmla="*/ 2611938 w 6187970"/>
                <a:gd name="connsiteY10" fmla="*/ 2110210 h 4841771"/>
                <a:gd name="connsiteX11" fmla="*/ 2272568 w 6187970"/>
                <a:gd name="connsiteY11" fmla="*/ 1205152 h 4841771"/>
                <a:gd name="connsiteX12" fmla="*/ 1311018 w 6187970"/>
                <a:gd name="connsiteY12" fmla="*/ 881917 h 4841771"/>
                <a:gd name="connsiteX13" fmla="*/ 535315 w 6187970"/>
                <a:gd name="connsiteY13" fmla="*/ 760704 h 4841771"/>
                <a:gd name="connsiteX14" fmla="*/ 10098 w 6187970"/>
                <a:gd name="connsiteY14" fmla="*/ 235445 h 4841771"/>
                <a:gd name="connsiteX15" fmla="*/ 5411 w 6187970"/>
                <a:gd name="connsiteY15" fmla="*/ 47770 h 484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187970" h="4841771">
                  <a:moveTo>
                    <a:pt x="18610" y="0"/>
                  </a:moveTo>
                  <a:lnTo>
                    <a:pt x="6187970" y="0"/>
                  </a:lnTo>
                  <a:lnTo>
                    <a:pt x="6187970" y="4841771"/>
                  </a:lnTo>
                  <a:lnTo>
                    <a:pt x="6046042" y="4784983"/>
                  </a:lnTo>
                  <a:cubicBezTo>
                    <a:pt x="5593548" y="4639527"/>
                    <a:pt x="5076412" y="4720337"/>
                    <a:pt x="4640079" y="4542557"/>
                  </a:cubicBezTo>
                  <a:cubicBezTo>
                    <a:pt x="4454234" y="4461749"/>
                    <a:pt x="4284548" y="4316292"/>
                    <a:pt x="4227988" y="4114269"/>
                  </a:cubicBezTo>
                  <a:cubicBezTo>
                    <a:pt x="4179505" y="3936490"/>
                    <a:pt x="4227988" y="3742549"/>
                    <a:pt x="4244146" y="3548608"/>
                  </a:cubicBezTo>
                  <a:cubicBezTo>
                    <a:pt x="4268388" y="3362748"/>
                    <a:pt x="4244146" y="3144565"/>
                    <a:pt x="4090624" y="3031432"/>
                  </a:cubicBezTo>
                  <a:cubicBezTo>
                    <a:pt x="3929016" y="2918300"/>
                    <a:pt x="3710852" y="2958703"/>
                    <a:pt x="3525005" y="3007189"/>
                  </a:cubicBezTo>
                  <a:cubicBezTo>
                    <a:pt x="3209875" y="3096079"/>
                    <a:pt x="2547295" y="3419314"/>
                    <a:pt x="2337209" y="2999108"/>
                  </a:cubicBezTo>
                  <a:cubicBezTo>
                    <a:pt x="2191764" y="2716277"/>
                    <a:pt x="2514974" y="2417284"/>
                    <a:pt x="2611938" y="2110210"/>
                  </a:cubicBezTo>
                  <a:cubicBezTo>
                    <a:pt x="2716981" y="1786975"/>
                    <a:pt x="2547295" y="1415255"/>
                    <a:pt x="2272568" y="1205152"/>
                  </a:cubicBezTo>
                  <a:cubicBezTo>
                    <a:pt x="2005920" y="995049"/>
                    <a:pt x="1650388" y="914241"/>
                    <a:pt x="1311018" y="881917"/>
                  </a:cubicBezTo>
                  <a:cubicBezTo>
                    <a:pt x="1052450" y="857673"/>
                    <a:pt x="785801" y="849592"/>
                    <a:pt x="535315" y="760704"/>
                  </a:cubicBezTo>
                  <a:cubicBezTo>
                    <a:pt x="292906" y="679894"/>
                    <a:pt x="58580" y="485953"/>
                    <a:pt x="10098" y="235445"/>
                  </a:cubicBezTo>
                  <a:cubicBezTo>
                    <a:pt x="-2022" y="170798"/>
                    <a:pt x="-2780" y="108424"/>
                    <a:pt x="5411" y="47770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35000"/>
                  </a:schemeClr>
                </a:gs>
                <a:gs pos="5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9562397" y="3126293"/>
            <a:ext cx="5022529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SWOT Analytics</a:t>
            </a:r>
            <a:endParaRPr lang="en-US" sz="3200" b="1">
              <a:solidFill>
                <a:schemeClr val="bg1"/>
              </a:solidFill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Company Strength.</a:t>
            </a:r>
            <a:endParaRPr lang="en-US" sz="4600" b="1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62396" y="5386403"/>
            <a:ext cx="61589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5957750" y="1191400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9916251" y="7484736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Financial Freedom</a:t>
            </a:r>
            <a:endParaRPr lang="en-US" sz="1800" b="1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916251" y="8152611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Public Education</a:t>
            </a:r>
            <a:endParaRPr lang="en-US" sz="1800" b="1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916251" y="8820487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Business Srategy</a:t>
            </a:r>
            <a:endParaRPr lang="en-US" sz="1800" b="1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3643701" y="7484736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Connection</a:t>
            </a:r>
            <a:endParaRPr lang="en-US" sz="1800" b="1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643701" y="8152611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Sales Analytics</a:t>
            </a:r>
            <a:endParaRPr lang="en-US" sz="1800" b="1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3643701" y="8820487"/>
            <a:ext cx="1792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Problem Solving</a:t>
            </a:r>
            <a:endParaRPr lang="en-US" sz="1800" b="1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Freeform 54"/>
          <p:cNvSpPr>
            <a:spLocks/>
          </p:cNvSpPr>
          <p:nvPr/>
        </p:nvSpPr>
        <p:spPr bwMode="auto">
          <a:xfrm>
            <a:off x="9576112" y="7509382"/>
            <a:ext cx="320040" cy="320040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6" name="Freeform 55"/>
          <p:cNvSpPr>
            <a:spLocks/>
          </p:cNvSpPr>
          <p:nvPr/>
        </p:nvSpPr>
        <p:spPr bwMode="auto">
          <a:xfrm>
            <a:off x="9576112" y="8177257"/>
            <a:ext cx="320040" cy="320040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7" name="Freeform 56"/>
          <p:cNvSpPr>
            <a:spLocks/>
          </p:cNvSpPr>
          <p:nvPr/>
        </p:nvSpPr>
        <p:spPr bwMode="auto">
          <a:xfrm>
            <a:off x="9576112" y="8845133"/>
            <a:ext cx="320040" cy="320040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8" name="Freeform 57"/>
          <p:cNvSpPr>
            <a:spLocks/>
          </p:cNvSpPr>
          <p:nvPr/>
        </p:nvSpPr>
        <p:spPr bwMode="auto">
          <a:xfrm>
            <a:off x="13303562" y="7509382"/>
            <a:ext cx="320040" cy="320040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9" name="Freeform 58"/>
          <p:cNvSpPr>
            <a:spLocks/>
          </p:cNvSpPr>
          <p:nvPr/>
        </p:nvSpPr>
        <p:spPr bwMode="auto">
          <a:xfrm>
            <a:off x="13303562" y="8177257"/>
            <a:ext cx="320040" cy="320040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60" name="Freeform 59"/>
          <p:cNvSpPr>
            <a:spLocks/>
          </p:cNvSpPr>
          <p:nvPr/>
        </p:nvSpPr>
        <p:spPr bwMode="auto">
          <a:xfrm>
            <a:off x="13303562" y="8845133"/>
            <a:ext cx="320040" cy="320040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70" name="Google Shape;132;p7"/>
          <p:cNvSpPr/>
          <p:nvPr/>
        </p:nvSpPr>
        <p:spPr>
          <a:xfrm>
            <a:off x="16192782" y="1445416"/>
            <a:ext cx="348568" cy="310598"/>
          </a:xfrm>
          <a:custGeom>
            <a:avLst/>
            <a:gdLst/>
            <a:ahLst/>
            <a:cxnLst/>
            <a:rect l="l" t="t" r="r" b="b"/>
            <a:pathLst>
              <a:path w="6674" h="5947" extrusionOk="0">
                <a:moveTo>
                  <a:pt x="1491" y="1491"/>
                </a:moveTo>
                <a:lnTo>
                  <a:pt x="1510" y="1771"/>
                </a:lnTo>
                <a:lnTo>
                  <a:pt x="1529" y="2032"/>
                </a:lnTo>
                <a:lnTo>
                  <a:pt x="1585" y="2274"/>
                </a:lnTo>
                <a:lnTo>
                  <a:pt x="1641" y="2498"/>
                </a:lnTo>
                <a:lnTo>
                  <a:pt x="1380" y="2386"/>
                </a:lnTo>
                <a:lnTo>
                  <a:pt x="1156" y="2237"/>
                </a:lnTo>
                <a:lnTo>
                  <a:pt x="970" y="2088"/>
                </a:lnTo>
                <a:lnTo>
                  <a:pt x="839" y="1939"/>
                </a:lnTo>
                <a:lnTo>
                  <a:pt x="764" y="1790"/>
                </a:lnTo>
                <a:lnTo>
                  <a:pt x="746" y="1678"/>
                </a:lnTo>
                <a:lnTo>
                  <a:pt x="746" y="1491"/>
                </a:lnTo>
                <a:close/>
                <a:moveTo>
                  <a:pt x="5928" y="1491"/>
                </a:moveTo>
                <a:lnTo>
                  <a:pt x="5928" y="1678"/>
                </a:lnTo>
                <a:lnTo>
                  <a:pt x="5928" y="1752"/>
                </a:lnTo>
                <a:lnTo>
                  <a:pt x="5909" y="1827"/>
                </a:lnTo>
                <a:lnTo>
                  <a:pt x="5816" y="1976"/>
                </a:lnTo>
                <a:lnTo>
                  <a:pt x="5685" y="2125"/>
                </a:lnTo>
                <a:lnTo>
                  <a:pt x="5536" y="2237"/>
                </a:lnTo>
                <a:lnTo>
                  <a:pt x="5294" y="2386"/>
                </a:lnTo>
                <a:lnTo>
                  <a:pt x="5052" y="2498"/>
                </a:lnTo>
                <a:lnTo>
                  <a:pt x="5089" y="2274"/>
                </a:lnTo>
                <a:lnTo>
                  <a:pt x="5145" y="2032"/>
                </a:lnTo>
                <a:lnTo>
                  <a:pt x="5182" y="1771"/>
                </a:lnTo>
                <a:lnTo>
                  <a:pt x="5182" y="1491"/>
                </a:lnTo>
                <a:close/>
                <a:moveTo>
                  <a:pt x="1752" y="0"/>
                </a:moveTo>
                <a:lnTo>
                  <a:pt x="1696" y="19"/>
                </a:lnTo>
                <a:lnTo>
                  <a:pt x="1659" y="37"/>
                </a:lnTo>
                <a:lnTo>
                  <a:pt x="1566" y="93"/>
                </a:lnTo>
                <a:lnTo>
                  <a:pt x="1510" y="168"/>
                </a:lnTo>
                <a:lnTo>
                  <a:pt x="1491" y="224"/>
                </a:lnTo>
                <a:lnTo>
                  <a:pt x="1473" y="280"/>
                </a:lnTo>
                <a:lnTo>
                  <a:pt x="1473" y="746"/>
                </a:lnTo>
                <a:lnTo>
                  <a:pt x="280" y="746"/>
                </a:lnTo>
                <a:lnTo>
                  <a:pt x="224" y="764"/>
                </a:lnTo>
                <a:lnTo>
                  <a:pt x="168" y="764"/>
                </a:lnTo>
                <a:lnTo>
                  <a:pt x="75" y="839"/>
                </a:lnTo>
                <a:lnTo>
                  <a:pt x="19" y="913"/>
                </a:lnTo>
                <a:lnTo>
                  <a:pt x="0" y="969"/>
                </a:lnTo>
                <a:lnTo>
                  <a:pt x="0" y="1025"/>
                </a:lnTo>
                <a:lnTo>
                  <a:pt x="0" y="1678"/>
                </a:lnTo>
                <a:lnTo>
                  <a:pt x="0" y="1827"/>
                </a:lnTo>
                <a:lnTo>
                  <a:pt x="38" y="1995"/>
                </a:lnTo>
                <a:lnTo>
                  <a:pt x="112" y="2144"/>
                </a:lnTo>
                <a:lnTo>
                  <a:pt x="187" y="2293"/>
                </a:lnTo>
                <a:lnTo>
                  <a:pt x="280" y="2442"/>
                </a:lnTo>
                <a:lnTo>
                  <a:pt x="410" y="2591"/>
                </a:lnTo>
                <a:lnTo>
                  <a:pt x="559" y="2722"/>
                </a:lnTo>
                <a:lnTo>
                  <a:pt x="709" y="2852"/>
                </a:lnTo>
                <a:lnTo>
                  <a:pt x="858" y="2945"/>
                </a:lnTo>
                <a:lnTo>
                  <a:pt x="1007" y="3020"/>
                </a:lnTo>
                <a:lnTo>
                  <a:pt x="1324" y="3169"/>
                </a:lnTo>
                <a:lnTo>
                  <a:pt x="1641" y="3262"/>
                </a:lnTo>
                <a:lnTo>
                  <a:pt x="1995" y="3337"/>
                </a:lnTo>
                <a:lnTo>
                  <a:pt x="2125" y="3542"/>
                </a:lnTo>
                <a:lnTo>
                  <a:pt x="2274" y="3709"/>
                </a:lnTo>
                <a:lnTo>
                  <a:pt x="2405" y="3859"/>
                </a:lnTo>
                <a:lnTo>
                  <a:pt x="2517" y="3989"/>
                </a:lnTo>
                <a:lnTo>
                  <a:pt x="2703" y="4138"/>
                </a:lnTo>
                <a:lnTo>
                  <a:pt x="2778" y="4175"/>
                </a:lnTo>
                <a:lnTo>
                  <a:pt x="2778" y="5014"/>
                </a:lnTo>
                <a:lnTo>
                  <a:pt x="2218" y="5014"/>
                </a:lnTo>
                <a:lnTo>
                  <a:pt x="2069" y="5033"/>
                </a:lnTo>
                <a:lnTo>
                  <a:pt x="1939" y="5070"/>
                </a:lnTo>
                <a:lnTo>
                  <a:pt x="1808" y="5107"/>
                </a:lnTo>
                <a:lnTo>
                  <a:pt x="1696" y="5182"/>
                </a:lnTo>
                <a:lnTo>
                  <a:pt x="1603" y="5275"/>
                </a:lnTo>
                <a:lnTo>
                  <a:pt x="1547" y="5387"/>
                </a:lnTo>
                <a:lnTo>
                  <a:pt x="1491" y="5518"/>
                </a:lnTo>
                <a:lnTo>
                  <a:pt x="1473" y="5667"/>
                </a:lnTo>
                <a:lnTo>
                  <a:pt x="1473" y="5816"/>
                </a:lnTo>
                <a:lnTo>
                  <a:pt x="1491" y="5853"/>
                </a:lnTo>
                <a:lnTo>
                  <a:pt x="1529" y="5909"/>
                </a:lnTo>
                <a:lnTo>
                  <a:pt x="1566" y="5928"/>
                </a:lnTo>
                <a:lnTo>
                  <a:pt x="1622" y="5946"/>
                </a:lnTo>
                <a:lnTo>
                  <a:pt x="5052" y="5946"/>
                </a:lnTo>
                <a:lnTo>
                  <a:pt x="5108" y="5928"/>
                </a:lnTo>
                <a:lnTo>
                  <a:pt x="5145" y="5909"/>
                </a:lnTo>
                <a:lnTo>
                  <a:pt x="5182" y="5853"/>
                </a:lnTo>
                <a:lnTo>
                  <a:pt x="5201" y="5816"/>
                </a:lnTo>
                <a:lnTo>
                  <a:pt x="5201" y="5667"/>
                </a:lnTo>
                <a:lnTo>
                  <a:pt x="5182" y="5518"/>
                </a:lnTo>
                <a:lnTo>
                  <a:pt x="5145" y="5387"/>
                </a:lnTo>
                <a:lnTo>
                  <a:pt x="5070" y="5275"/>
                </a:lnTo>
                <a:lnTo>
                  <a:pt x="4977" y="5182"/>
                </a:lnTo>
                <a:lnTo>
                  <a:pt x="4865" y="5107"/>
                </a:lnTo>
                <a:lnTo>
                  <a:pt x="4735" y="5070"/>
                </a:lnTo>
                <a:lnTo>
                  <a:pt x="4604" y="5033"/>
                </a:lnTo>
                <a:lnTo>
                  <a:pt x="4455" y="5014"/>
                </a:lnTo>
                <a:lnTo>
                  <a:pt x="3896" y="5014"/>
                </a:lnTo>
                <a:lnTo>
                  <a:pt x="3896" y="4175"/>
                </a:lnTo>
                <a:lnTo>
                  <a:pt x="3971" y="4138"/>
                </a:lnTo>
                <a:lnTo>
                  <a:pt x="4157" y="3989"/>
                </a:lnTo>
                <a:lnTo>
                  <a:pt x="4269" y="3859"/>
                </a:lnTo>
                <a:lnTo>
                  <a:pt x="4399" y="3709"/>
                </a:lnTo>
                <a:lnTo>
                  <a:pt x="4548" y="3542"/>
                </a:lnTo>
                <a:lnTo>
                  <a:pt x="4679" y="3337"/>
                </a:lnTo>
                <a:lnTo>
                  <a:pt x="5033" y="3262"/>
                </a:lnTo>
                <a:lnTo>
                  <a:pt x="5369" y="3169"/>
                </a:lnTo>
                <a:lnTo>
                  <a:pt x="5667" y="3020"/>
                </a:lnTo>
                <a:lnTo>
                  <a:pt x="5816" y="2945"/>
                </a:lnTo>
                <a:lnTo>
                  <a:pt x="5965" y="2852"/>
                </a:lnTo>
                <a:lnTo>
                  <a:pt x="6114" y="2722"/>
                </a:lnTo>
                <a:lnTo>
                  <a:pt x="6263" y="2591"/>
                </a:lnTo>
                <a:lnTo>
                  <a:pt x="6394" y="2442"/>
                </a:lnTo>
                <a:lnTo>
                  <a:pt x="6487" y="2293"/>
                </a:lnTo>
                <a:lnTo>
                  <a:pt x="6580" y="2144"/>
                </a:lnTo>
                <a:lnTo>
                  <a:pt x="6636" y="1995"/>
                </a:lnTo>
                <a:lnTo>
                  <a:pt x="6673" y="1827"/>
                </a:lnTo>
                <a:lnTo>
                  <a:pt x="6673" y="1678"/>
                </a:lnTo>
                <a:lnTo>
                  <a:pt x="6673" y="1025"/>
                </a:lnTo>
                <a:lnTo>
                  <a:pt x="6673" y="969"/>
                </a:lnTo>
                <a:lnTo>
                  <a:pt x="6655" y="913"/>
                </a:lnTo>
                <a:lnTo>
                  <a:pt x="6599" y="839"/>
                </a:lnTo>
                <a:lnTo>
                  <a:pt x="6506" y="764"/>
                </a:lnTo>
                <a:lnTo>
                  <a:pt x="6450" y="764"/>
                </a:lnTo>
                <a:lnTo>
                  <a:pt x="6394" y="746"/>
                </a:lnTo>
                <a:lnTo>
                  <a:pt x="5201" y="746"/>
                </a:lnTo>
                <a:lnTo>
                  <a:pt x="5201" y="280"/>
                </a:lnTo>
                <a:lnTo>
                  <a:pt x="5182" y="224"/>
                </a:lnTo>
                <a:lnTo>
                  <a:pt x="5163" y="168"/>
                </a:lnTo>
                <a:lnTo>
                  <a:pt x="5108" y="93"/>
                </a:lnTo>
                <a:lnTo>
                  <a:pt x="5033" y="37"/>
                </a:lnTo>
                <a:lnTo>
                  <a:pt x="4977" y="19"/>
                </a:lnTo>
                <a:lnTo>
                  <a:pt x="492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65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/>
          <p:cNvGrpSpPr/>
          <p:nvPr/>
        </p:nvGrpSpPr>
        <p:grpSpPr>
          <a:xfrm>
            <a:off x="14752347" y="0"/>
            <a:ext cx="3535653" cy="10286999"/>
            <a:chOff x="15161743" y="603765"/>
            <a:chExt cx="3126258" cy="9095863"/>
          </a:xfrm>
          <a:gradFill>
            <a:gsLst>
              <a:gs pos="100000">
                <a:schemeClr val="bg1">
                  <a:alpha val="20000"/>
                </a:schemeClr>
              </a:gs>
              <a:gs pos="0">
                <a:schemeClr val="bg1">
                  <a:alpha val="0"/>
                </a:schemeClr>
              </a:gs>
            </a:gsLst>
            <a:lin ang="10800000" scaled="0"/>
          </a:gradFill>
          <a:effectLst/>
        </p:grpSpPr>
        <p:sp>
          <p:nvSpPr>
            <p:cNvPr id="63" name="TextBox 62"/>
            <p:cNvSpPr txBox="1"/>
            <p:nvPr/>
          </p:nvSpPr>
          <p:spPr>
            <a:xfrm rot="16200000">
              <a:off x="14199843" y="5611469"/>
              <a:ext cx="5050060" cy="3126257"/>
            </a:xfrm>
            <a:custGeom>
              <a:avLst/>
              <a:gdLst/>
              <a:ahLst/>
              <a:cxnLst/>
              <a:rect l="l" t="t" r="r" b="b"/>
              <a:pathLst>
                <a:path w="5050060" h="3126257">
                  <a:moveTo>
                    <a:pt x="2241881" y="2566597"/>
                  </a:moveTo>
                  <a:lnTo>
                    <a:pt x="2241880" y="3126257"/>
                  </a:lnTo>
                  <a:lnTo>
                    <a:pt x="0" y="3126257"/>
                  </a:lnTo>
                  <a:lnTo>
                    <a:pt x="0" y="2611079"/>
                  </a:lnTo>
                  <a:cubicBezTo>
                    <a:pt x="943013" y="1937921"/>
                    <a:pt x="1414520" y="1402657"/>
                    <a:pt x="1414520" y="1005287"/>
                  </a:cubicBezTo>
                  <a:cubicBezTo>
                    <a:pt x="1414520" y="762120"/>
                    <a:pt x="1309246" y="640537"/>
                    <a:pt x="1098700" y="640537"/>
                  </a:cubicBezTo>
                  <a:cubicBezTo>
                    <a:pt x="980082" y="640537"/>
                    <a:pt x="893342" y="682053"/>
                    <a:pt x="838481" y="765086"/>
                  </a:cubicBezTo>
                  <a:cubicBezTo>
                    <a:pt x="783620" y="848118"/>
                    <a:pt x="753225" y="977115"/>
                    <a:pt x="747294" y="1152077"/>
                  </a:cubicBezTo>
                  <a:lnTo>
                    <a:pt x="4448" y="1152077"/>
                  </a:lnTo>
                  <a:cubicBezTo>
                    <a:pt x="22241" y="769534"/>
                    <a:pt x="137894" y="481885"/>
                    <a:pt x="351406" y="289131"/>
                  </a:cubicBezTo>
                  <a:cubicBezTo>
                    <a:pt x="564918" y="96377"/>
                    <a:pt x="834774" y="0"/>
                    <a:pt x="1160974" y="0"/>
                  </a:cubicBezTo>
                  <a:cubicBezTo>
                    <a:pt x="1502001" y="0"/>
                    <a:pt x="1759254" y="85998"/>
                    <a:pt x="1932732" y="257994"/>
                  </a:cubicBezTo>
                  <a:cubicBezTo>
                    <a:pt x="2106211" y="429990"/>
                    <a:pt x="2192951" y="653881"/>
                    <a:pt x="2192951" y="929668"/>
                  </a:cubicBezTo>
                  <a:cubicBezTo>
                    <a:pt x="2192951" y="1235109"/>
                    <a:pt x="2075815" y="1533879"/>
                    <a:pt x="1841545" y="1825975"/>
                  </a:cubicBezTo>
                  <a:cubicBezTo>
                    <a:pt x="1607274" y="2118073"/>
                    <a:pt x="1327039" y="2364945"/>
                    <a:pt x="1000840" y="2566597"/>
                  </a:cubicBezTo>
                  <a:close/>
                  <a:moveTo>
                    <a:pt x="4293870" y="1610239"/>
                  </a:moveTo>
                  <a:cubicBezTo>
                    <a:pt x="4293870" y="1328521"/>
                    <a:pt x="4260509" y="1112785"/>
                    <a:pt x="4193786" y="963029"/>
                  </a:cubicBezTo>
                  <a:cubicBezTo>
                    <a:pt x="4127063" y="813274"/>
                    <a:pt x="3995842" y="738397"/>
                    <a:pt x="3800122" y="738397"/>
                  </a:cubicBezTo>
                  <a:cubicBezTo>
                    <a:pt x="3601438" y="738397"/>
                    <a:pt x="3467992" y="814016"/>
                    <a:pt x="3399787" y="965253"/>
                  </a:cubicBezTo>
                  <a:cubicBezTo>
                    <a:pt x="3331581" y="1116491"/>
                    <a:pt x="3297479" y="1331487"/>
                    <a:pt x="3297479" y="1610239"/>
                  </a:cubicBezTo>
                  <a:cubicBezTo>
                    <a:pt x="3297479" y="1891957"/>
                    <a:pt x="3331581" y="2109177"/>
                    <a:pt x="3399787" y="2261897"/>
                  </a:cubicBezTo>
                  <a:cubicBezTo>
                    <a:pt x="3467992" y="2414617"/>
                    <a:pt x="3601437" y="2490977"/>
                    <a:pt x="3800122" y="2490977"/>
                  </a:cubicBezTo>
                  <a:cubicBezTo>
                    <a:pt x="3995842" y="2490977"/>
                    <a:pt x="4127063" y="2414617"/>
                    <a:pt x="4193786" y="2261897"/>
                  </a:cubicBezTo>
                  <a:cubicBezTo>
                    <a:pt x="4260509" y="2109177"/>
                    <a:pt x="4293870" y="1891957"/>
                    <a:pt x="4293870" y="1610239"/>
                  </a:cubicBezTo>
                  <a:close/>
                  <a:moveTo>
                    <a:pt x="5050060" y="1610239"/>
                  </a:moveTo>
                  <a:cubicBezTo>
                    <a:pt x="5050060" y="2102503"/>
                    <a:pt x="4949976" y="2492461"/>
                    <a:pt x="4749808" y="2780109"/>
                  </a:cubicBezTo>
                  <a:cubicBezTo>
                    <a:pt x="4649724" y="2923933"/>
                    <a:pt x="4520542" y="3031801"/>
                    <a:pt x="4362261" y="3103713"/>
                  </a:cubicBezTo>
                  <a:lnTo>
                    <a:pt x="4302946" y="3126257"/>
                  </a:lnTo>
                  <a:lnTo>
                    <a:pt x="3294702" y="3126257"/>
                  </a:lnTo>
                  <a:lnTo>
                    <a:pt x="3235204" y="3103713"/>
                  </a:lnTo>
                  <a:cubicBezTo>
                    <a:pt x="3076552" y="3031801"/>
                    <a:pt x="2947555" y="2923933"/>
                    <a:pt x="2848213" y="2780109"/>
                  </a:cubicBezTo>
                  <a:cubicBezTo>
                    <a:pt x="2649528" y="2492461"/>
                    <a:pt x="2550186" y="2102503"/>
                    <a:pt x="2550186" y="1610239"/>
                  </a:cubicBezTo>
                  <a:cubicBezTo>
                    <a:pt x="2550186" y="1120940"/>
                    <a:pt x="2649528" y="733207"/>
                    <a:pt x="2848213" y="447041"/>
                  </a:cubicBezTo>
                  <a:cubicBezTo>
                    <a:pt x="3046899" y="160875"/>
                    <a:pt x="3364201" y="17792"/>
                    <a:pt x="3800122" y="17792"/>
                  </a:cubicBezTo>
                  <a:cubicBezTo>
                    <a:pt x="4233079" y="17792"/>
                    <a:pt x="4549640" y="160875"/>
                    <a:pt x="4749808" y="447041"/>
                  </a:cubicBezTo>
                  <a:cubicBezTo>
                    <a:pt x="4949976" y="733207"/>
                    <a:pt x="5050060" y="1120940"/>
                    <a:pt x="5050060" y="161023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35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C691D109-F90F-4558-8D9A-7DBFF558AED4}"/>
                </a:ext>
              </a:extLst>
            </p:cNvPr>
            <p:cNvSpPr/>
            <p:nvPr/>
          </p:nvSpPr>
          <p:spPr>
            <a:xfrm>
              <a:off x="15161743" y="603765"/>
              <a:ext cx="3126257" cy="3684470"/>
            </a:xfrm>
            <a:custGeom>
              <a:avLst/>
              <a:gdLst/>
              <a:ahLst/>
              <a:cxnLst/>
              <a:rect l="l" t="t" r="r" b="b"/>
              <a:pathLst>
                <a:path w="3126257" h="3684470">
                  <a:moveTo>
                    <a:pt x="2566597" y="1442589"/>
                  </a:moveTo>
                  <a:lnTo>
                    <a:pt x="3126257" y="1442589"/>
                  </a:lnTo>
                  <a:lnTo>
                    <a:pt x="3126257" y="3684470"/>
                  </a:lnTo>
                  <a:lnTo>
                    <a:pt x="2611079" y="3684470"/>
                  </a:lnTo>
                  <a:cubicBezTo>
                    <a:pt x="1937921" y="2741457"/>
                    <a:pt x="1402657" y="2269950"/>
                    <a:pt x="1005287" y="2269950"/>
                  </a:cubicBezTo>
                  <a:cubicBezTo>
                    <a:pt x="762120" y="2269950"/>
                    <a:pt x="640537" y="2375224"/>
                    <a:pt x="640537" y="2585770"/>
                  </a:cubicBezTo>
                  <a:cubicBezTo>
                    <a:pt x="640537" y="2704388"/>
                    <a:pt x="682053" y="2791128"/>
                    <a:pt x="765086" y="2845989"/>
                  </a:cubicBezTo>
                  <a:cubicBezTo>
                    <a:pt x="848118" y="2900850"/>
                    <a:pt x="977115" y="2931245"/>
                    <a:pt x="1152077" y="2937176"/>
                  </a:cubicBezTo>
                  <a:lnTo>
                    <a:pt x="1152077" y="3680022"/>
                  </a:lnTo>
                  <a:cubicBezTo>
                    <a:pt x="769534" y="3662229"/>
                    <a:pt x="481885" y="3546576"/>
                    <a:pt x="289131" y="3333064"/>
                  </a:cubicBezTo>
                  <a:cubicBezTo>
                    <a:pt x="96377" y="3119552"/>
                    <a:pt x="0" y="2849696"/>
                    <a:pt x="0" y="2523496"/>
                  </a:cubicBezTo>
                  <a:cubicBezTo>
                    <a:pt x="0" y="2182469"/>
                    <a:pt x="85998" y="1925216"/>
                    <a:pt x="257994" y="1751738"/>
                  </a:cubicBezTo>
                  <a:cubicBezTo>
                    <a:pt x="429990" y="1578259"/>
                    <a:pt x="653881" y="1491519"/>
                    <a:pt x="929668" y="1491519"/>
                  </a:cubicBezTo>
                  <a:cubicBezTo>
                    <a:pt x="1235109" y="1491519"/>
                    <a:pt x="1533879" y="1608655"/>
                    <a:pt x="1825975" y="1842925"/>
                  </a:cubicBezTo>
                  <a:cubicBezTo>
                    <a:pt x="2118073" y="2077196"/>
                    <a:pt x="2364945" y="2357431"/>
                    <a:pt x="2566597" y="2683630"/>
                  </a:cubicBezTo>
                  <a:close/>
                  <a:moveTo>
                    <a:pt x="71170" y="0"/>
                  </a:moveTo>
                  <a:lnTo>
                    <a:pt x="3126257" y="0"/>
                  </a:lnTo>
                  <a:lnTo>
                    <a:pt x="3126257" y="800671"/>
                  </a:lnTo>
                  <a:lnTo>
                    <a:pt x="782878" y="800671"/>
                  </a:lnTo>
                  <a:lnTo>
                    <a:pt x="782878" y="1272178"/>
                  </a:lnTo>
                  <a:lnTo>
                    <a:pt x="71170" y="127217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562397" y="3126293"/>
            <a:ext cx="542007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SWOT Analytics</a:t>
            </a:r>
            <a:endParaRPr lang="en-US" sz="3200" b="1">
              <a:solidFill>
                <a:schemeClr val="bg1"/>
              </a:solidFill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Company Weakness.</a:t>
            </a:r>
            <a:endParaRPr lang="en-US" sz="4600" b="1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62396" y="5386403"/>
            <a:ext cx="61589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5957750" y="1191400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9562396" y="7691529"/>
            <a:ext cx="2371230" cy="498936"/>
          </a:xfrm>
          <a:prstGeom prst="roundRect">
            <a:avLst>
              <a:gd name="adj" fmla="val 50000"/>
            </a:avLst>
          </a:prstGeom>
          <a:gradFill>
            <a:gsLst>
              <a:gs pos="1200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  <a:effectLst>
            <a:outerShdw blurRad="355600" dist="266700" dir="5400000" sx="88000" sy="88000" algn="t" rotWithShape="0">
              <a:schemeClr val="accent4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9789260" y="7771720"/>
            <a:ext cx="1917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Support Application</a:t>
            </a:r>
            <a:endParaRPr lang="en-US" sz="160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2223610" y="7691529"/>
            <a:ext cx="1658902" cy="498936"/>
          </a:xfrm>
          <a:prstGeom prst="roundRect">
            <a:avLst>
              <a:gd name="adj" fmla="val 50000"/>
            </a:avLst>
          </a:prstGeom>
          <a:gradFill>
            <a:gsLst>
              <a:gs pos="12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  <a:effectLst>
            <a:outerShdw blurRad="355600" dist="266700" dir="5400000" sx="88000" sy="88000" algn="t" rotWithShape="0">
              <a:schemeClr val="accent5">
                <a:lumMod val="50000"/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2467812" y="7771720"/>
            <a:ext cx="1170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Connection</a:t>
            </a:r>
            <a:endParaRPr lang="en-US" sz="160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4126714" y="7691529"/>
            <a:ext cx="2371230" cy="498936"/>
          </a:xfrm>
          <a:prstGeom prst="roundRect">
            <a:avLst>
              <a:gd name="adj" fmla="val 50000"/>
            </a:avLst>
          </a:prstGeom>
          <a:gradFill>
            <a:gsLst>
              <a:gs pos="1200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  <a:effectLst>
            <a:outerShdw blurRad="355600" dist="266700" dir="5400000" sx="88000" sy="88000" algn="t" rotWithShape="0">
              <a:schemeClr val="accent4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14414494" y="7771720"/>
            <a:ext cx="17956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Financial Freedom</a:t>
            </a:r>
            <a:endParaRPr lang="en-US" sz="160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570396" y="8576901"/>
            <a:ext cx="1917524" cy="498936"/>
          </a:xfrm>
          <a:prstGeom prst="roundRect">
            <a:avLst>
              <a:gd name="adj" fmla="val 50000"/>
            </a:avLst>
          </a:prstGeom>
          <a:gradFill>
            <a:gsLst>
              <a:gs pos="12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  <a:effectLst>
            <a:outerShdw blurRad="355600" dist="266700" dir="5400000" sx="88000" sy="88000" algn="t" rotWithShape="0">
              <a:schemeClr val="accent5">
                <a:lumMod val="50000"/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9757961" y="8657092"/>
            <a:ext cx="15424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Budget Planner</a:t>
            </a:r>
            <a:endParaRPr lang="en-US" sz="160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1716506" y="8576901"/>
            <a:ext cx="2166006" cy="498936"/>
          </a:xfrm>
          <a:prstGeom prst="roundRect">
            <a:avLst>
              <a:gd name="adj" fmla="val 50000"/>
            </a:avLst>
          </a:prstGeom>
          <a:gradFill>
            <a:gsLst>
              <a:gs pos="1200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  <a:effectLst>
            <a:outerShdw blurRad="355600" dist="266700" dir="5400000" sx="88000" sy="88000" algn="t" rotWithShape="0">
              <a:schemeClr val="accent4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11992245" y="8657092"/>
            <a:ext cx="1614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Problem Solving</a:t>
            </a:r>
            <a:endParaRPr lang="en-US" sz="160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14158251" y="8576901"/>
            <a:ext cx="2513380" cy="498936"/>
          </a:xfrm>
          <a:prstGeom prst="roundRect">
            <a:avLst>
              <a:gd name="adj" fmla="val 50000"/>
            </a:avLst>
          </a:prstGeom>
          <a:gradFill>
            <a:gsLst>
              <a:gs pos="1200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  <a:effectLst>
            <a:outerShdw blurRad="355600" dist="266700" dir="5400000" sx="88000" sy="88000" algn="t" rotWithShape="0">
              <a:schemeClr val="accent5">
                <a:lumMod val="50000"/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14499478" y="8657092"/>
            <a:ext cx="18309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Time Management</a:t>
            </a:r>
            <a:endParaRPr lang="en-US" sz="160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Google Shape;125;p7"/>
          <p:cNvSpPr/>
          <p:nvPr/>
        </p:nvSpPr>
        <p:spPr>
          <a:xfrm>
            <a:off x="16193330" y="1426979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5929" h="5947" extrusionOk="0">
                <a:moveTo>
                  <a:pt x="802" y="2703"/>
                </a:moveTo>
                <a:lnTo>
                  <a:pt x="840" y="2722"/>
                </a:lnTo>
                <a:lnTo>
                  <a:pt x="933" y="2777"/>
                </a:lnTo>
                <a:lnTo>
                  <a:pt x="989" y="2871"/>
                </a:lnTo>
                <a:lnTo>
                  <a:pt x="1007" y="2927"/>
                </a:lnTo>
                <a:lnTo>
                  <a:pt x="1026" y="2983"/>
                </a:lnTo>
                <a:lnTo>
                  <a:pt x="1007" y="3038"/>
                </a:lnTo>
                <a:lnTo>
                  <a:pt x="989" y="3094"/>
                </a:lnTo>
                <a:lnTo>
                  <a:pt x="933" y="3188"/>
                </a:lnTo>
                <a:lnTo>
                  <a:pt x="840" y="3243"/>
                </a:lnTo>
                <a:lnTo>
                  <a:pt x="802" y="3262"/>
                </a:lnTo>
                <a:lnTo>
                  <a:pt x="690" y="3262"/>
                </a:lnTo>
                <a:lnTo>
                  <a:pt x="635" y="3243"/>
                </a:lnTo>
                <a:lnTo>
                  <a:pt x="541" y="3188"/>
                </a:lnTo>
                <a:lnTo>
                  <a:pt x="485" y="3094"/>
                </a:lnTo>
                <a:lnTo>
                  <a:pt x="467" y="3038"/>
                </a:lnTo>
                <a:lnTo>
                  <a:pt x="467" y="2983"/>
                </a:lnTo>
                <a:lnTo>
                  <a:pt x="467" y="2927"/>
                </a:lnTo>
                <a:lnTo>
                  <a:pt x="485" y="2871"/>
                </a:lnTo>
                <a:lnTo>
                  <a:pt x="541" y="2777"/>
                </a:lnTo>
                <a:lnTo>
                  <a:pt x="635" y="2722"/>
                </a:lnTo>
                <a:lnTo>
                  <a:pt x="690" y="2703"/>
                </a:lnTo>
                <a:close/>
                <a:moveTo>
                  <a:pt x="280" y="373"/>
                </a:moveTo>
                <a:lnTo>
                  <a:pt x="224" y="392"/>
                </a:lnTo>
                <a:lnTo>
                  <a:pt x="169" y="392"/>
                </a:lnTo>
                <a:lnTo>
                  <a:pt x="75" y="466"/>
                </a:lnTo>
                <a:lnTo>
                  <a:pt x="19" y="541"/>
                </a:lnTo>
                <a:lnTo>
                  <a:pt x="1" y="597"/>
                </a:lnTo>
                <a:lnTo>
                  <a:pt x="1" y="653"/>
                </a:lnTo>
                <a:lnTo>
                  <a:pt x="1" y="3449"/>
                </a:lnTo>
                <a:lnTo>
                  <a:pt x="1" y="3504"/>
                </a:lnTo>
                <a:lnTo>
                  <a:pt x="19" y="3542"/>
                </a:lnTo>
                <a:lnTo>
                  <a:pt x="75" y="3635"/>
                </a:lnTo>
                <a:lnTo>
                  <a:pt x="169" y="3691"/>
                </a:lnTo>
                <a:lnTo>
                  <a:pt x="224" y="3709"/>
                </a:lnTo>
                <a:lnTo>
                  <a:pt x="280" y="3728"/>
                </a:lnTo>
                <a:lnTo>
                  <a:pt x="1194" y="3728"/>
                </a:lnTo>
                <a:lnTo>
                  <a:pt x="1250" y="3709"/>
                </a:lnTo>
                <a:lnTo>
                  <a:pt x="1306" y="3691"/>
                </a:lnTo>
                <a:lnTo>
                  <a:pt x="1399" y="3635"/>
                </a:lnTo>
                <a:lnTo>
                  <a:pt x="1455" y="3542"/>
                </a:lnTo>
                <a:lnTo>
                  <a:pt x="1473" y="3504"/>
                </a:lnTo>
                <a:lnTo>
                  <a:pt x="1473" y="3449"/>
                </a:lnTo>
                <a:lnTo>
                  <a:pt x="1473" y="653"/>
                </a:lnTo>
                <a:lnTo>
                  <a:pt x="1473" y="597"/>
                </a:lnTo>
                <a:lnTo>
                  <a:pt x="1455" y="541"/>
                </a:lnTo>
                <a:lnTo>
                  <a:pt x="1399" y="466"/>
                </a:lnTo>
                <a:lnTo>
                  <a:pt x="1306" y="392"/>
                </a:lnTo>
                <a:lnTo>
                  <a:pt x="1250" y="392"/>
                </a:lnTo>
                <a:lnTo>
                  <a:pt x="1194" y="373"/>
                </a:lnTo>
                <a:close/>
                <a:moveTo>
                  <a:pt x="3990" y="0"/>
                </a:moveTo>
                <a:lnTo>
                  <a:pt x="3785" y="19"/>
                </a:lnTo>
                <a:lnTo>
                  <a:pt x="3580" y="37"/>
                </a:lnTo>
                <a:lnTo>
                  <a:pt x="3393" y="75"/>
                </a:lnTo>
                <a:lnTo>
                  <a:pt x="3225" y="131"/>
                </a:lnTo>
                <a:lnTo>
                  <a:pt x="2890" y="242"/>
                </a:lnTo>
                <a:lnTo>
                  <a:pt x="2592" y="373"/>
                </a:lnTo>
                <a:lnTo>
                  <a:pt x="2293" y="503"/>
                </a:lnTo>
                <a:lnTo>
                  <a:pt x="2144" y="541"/>
                </a:lnTo>
                <a:lnTo>
                  <a:pt x="1995" y="559"/>
                </a:lnTo>
                <a:lnTo>
                  <a:pt x="1939" y="578"/>
                </a:lnTo>
                <a:lnTo>
                  <a:pt x="1883" y="597"/>
                </a:lnTo>
                <a:lnTo>
                  <a:pt x="1865" y="653"/>
                </a:lnTo>
                <a:lnTo>
                  <a:pt x="1846" y="708"/>
                </a:lnTo>
                <a:lnTo>
                  <a:pt x="1846" y="3188"/>
                </a:lnTo>
                <a:lnTo>
                  <a:pt x="1865" y="3243"/>
                </a:lnTo>
                <a:lnTo>
                  <a:pt x="1902" y="3281"/>
                </a:lnTo>
                <a:lnTo>
                  <a:pt x="2051" y="3449"/>
                </a:lnTo>
                <a:lnTo>
                  <a:pt x="2200" y="3616"/>
                </a:lnTo>
                <a:lnTo>
                  <a:pt x="2443" y="3970"/>
                </a:lnTo>
                <a:lnTo>
                  <a:pt x="2666" y="4287"/>
                </a:lnTo>
                <a:lnTo>
                  <a:pt x="2797" y="4455"/>
                </a:lnTo>
                <a:lnTo>
                  <a:pt x="2927" y="4586"/>
                </a:lnTo>
                <a:lnTo>
                  <a:pt x="2983" y="4660"/>
                </a:lnTo>
                <a:lnTo>
                  <a:pt x="3039" y="4735"/>
                </a:lnTo>
                <a:lnTo>
                  <a:pt x="3114" y="4902"/>
                </a:lnTo>
                <a:lnTo>
                  <a:pt x="3170" y="5089"/>
                </a:lnTo>
                <a:lnTo>
                  <a:pt x="3225" y="5275"/>
                </a:lnTo>
                <a:lnTo>
                  <a:pt x="3281" y="5480"/>
                </a:lnTo>
                <a:lnTo>
                  <a:pt x="3356" y="5685"/>
                </a:lnTo>
                <a:lnTo>
                  <a:pt x="3393" y="5797"/>
                </a:lnTo>
                <a:lnTo>
                  <a:pt x="3468" y="5872"/>
                </a:lnTo>
                <a:lnTo>
                  <a:pt x="3542" y="5928"/>
                </a:lnTo>
                <a:lnTo>
                  <a:pt x="3617" y="5946"/>
                </a:lnTo>
                <a:lnTo>
                  <a:pt x="3729" y="5946"/>
                </a:lnTo>
                <a:lnTo>
                  <a:pt x="3859" y="5928"/>
                </a:lnTo>
                <a:lnTo>
                  <a:pt x="4008" y="5872"/>
                </a:lnTo>
                <a:lnTo>
                  <a:pt x="4139" y="5797"/>
                </a:lnTo>
                <a:lnTo>
                  <a:pt x="4195" y="5741"/>
                </a:lnTo>
                <a:lnTo>
                  <a:pt x="4251" y="5667"/>
                </a:lnTo>
                <a:lnTo>
                  <a:pt x="4307" y="5592"/>
                </a:lnTo>
                <a:lnTo>
                  <a:pt x="4363" y="5518"/>
                </a:lnTo>
                <a:lnTo>
                  <a:pt x="4400" y="5406"/>
                </a:lnTo>
                <a:lnTo>
                  <a:pt x="4418" y="5294"/>
                </a:lnTo>
                <a:lnTo>
                  <a:pt x="4437" y="5145"/>
                </a:lnTo>
                <a:lnTo>
                  <a:pt x="4456" y="4996"/>
                </a:lnTo>
                <a:lnTo>
                  <a:pt x="4437" y="4828"/>
                </a:lnTo>
                <a:lnTo>
                  <a:pt x="4400" y="4660"/>
                </a:lnTo>
                <a:lnTo>
                  <a:pt x="4344" y="4530"/>
                </a:lnTo>
                <a:lnTo>
                  <a:pt x="4288" y="4399"/>
                </a:lnTo>
                <a:lnTo>
                  <a:pt x="4157" y="4138"/>
                </a:lnTo>
                <a:lnTo>
                  <a:pt x="4102" y="4026"/>
                </a:lnTo>
                <a:lnTo>
                  <a:pt x="4064" y="3896"/>
                </a:lnTo>
                <a:lnTo>
                  <a:pt x="5388" y="3896"/>
                </a:lnTo>
                <a:lnTo>
                  <a:pt x="5518" y="3840"/>
                </a:lnTo>
                <a:lnTo>
                  <a:pt x="5630" y="3784"/>
                </a:lnTo>
                <a:lnTo>
                  <a:pt x="5742" y="3691"/>
                </a:lnTo>
                <a:lnTo>
                  <a:pt x="5816" y="3598"/>
                </a:lnTo>
                <a:lnTo>
                  <a:pt x="5872" y="3486"/>
                </a:lnTo>
                <a:lnTo>
                  <a:pt x="5928" y="3355"/>
                </a:lnTo>
                <a:lnTo>
                  <a:pt x="5928" y="3225"/>
                </a:lnTo>
                <a:lnTo>
                  <a:pt x="5928" y="3076"/>
                </a:lnTo>
                <a:lnTo>
                  <a:pt x="5872" y="2927"/>
                </a:lnTo>
                <a:lnTo>
                  <a:pt x="5798" y="2777"/>
                </a:lnTo>
                <a:lnTo>
                  <a:pt x="5705" y="2666"/>
                </a:lnTo>
                <a:lnTo>
                  <a:pt x="5742" y="2554"/>
                </a:lnTo>
                <a:lnTo>
                  <a:pt x="5761" y="2442"/>
                </a:lnTo>
                <a:lnTo>
                  <a:pt x="5779" y="2311"/>
                </a:lnTo>
                <a:lnTo>
                  <a:pt x="5779" y="2200"/>
                </a:lnTo>
                <a:lnTo>
                  <a:pt x="5761" y="2069"/>
                </a:lnTo>
                <a:lnTo>
                  <a:pt x="5723" y="1957"/>
                </a:lnTo>
                <a:lnTo>
                  <a:pt x="5667" y="1845"/>
                </a:lnTo>
                <a:lnTo>
                  <a:pt x="5593" y="1734"/>
                </a:lnTo>
                <a:lnTo>
                  <a:pt x="5630" y="1622"/>
                </a:lnTo>
                <a:lnTo>
                  <a:pt x="5649" y="1510"/>
                </a:lnTo>
                <a:lnTo>
                  <a:pt x="5630" y="1379"/>
                </a:lnTo>
                <a:lnTo>
                  <a:pt x="5611" y="1268"/>
                </a:lnTo>
                <a:lnTo>
                  <a:pt x="5574" y="1156"/>
                </a:lnTo>
                <a:lnTo>
                  <a:pt x="5537" y="1044"/>
                </a:lnTo>
                <a:lnTo>
                  <a:pt x="5481" y="951"/>
                </a:lnTo>
                <a:lnTo>
                  <a:pt x="5406" y="876"/>
                </a:lnTo>
                <a:lnTo>
                  <a:pt x="5444" y="727"/>
                </a:lnTo>
                <a:lnTo>
                  <a:pt x="5425" y="578"/>
                </a:lnTo>
                <a:lnTo>
                  <a:pt x="5406" y="466"/>
                </a:lnTo>
                <a:lnTo>
                  <a:pt x="5332" y="354"/>
                </a:lnTo>
                <a:lnTo>
                  <a:pt x="5239" y="242"/>
                </a:lnTo>
                <a:lnTo>
                  <a:pt x="5108" y="149"/>
                </a:lnTo>
                <a:lnTo>
                  <a:pt x="4940" y="93"/>
                </a:lnTo>
                <a:lnTo>
                  <a:pt x="4773" y="56"/>
                </a:lnTo>
                <a:lnTo>
                  <a:pt x="4586" y="19"/>
                </a:lnTo>
                <a:lnTo>
                  <a:pt x="4400" y="19"/>
                </a:lnTo>
                <a:lnTo>
                  <a:pt x="402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13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0" y="1"/>
            <a:ext cx="18288000" cy="9727899"/>
          </a:xfrm>
          <a:custGeom>
            <a:avLst/>
            <a:gdLst>
              <a:gd name="connsiteX0" fmla="*/ 0 w 18288000"/>
              <a:gd name="connsiteY0" fmla="*/ 0 h 9727899"/>
              <a:gd name="connsiteX1" fmla="*/ 18288000 w 18288000"/>
              <a:gd name="connsiteY1" fmla="*/ 0 h 9727899"/>
              <a:gd name="connsiteX2" fmla="*/ 18288000 w 18288000"/>
              <a:gd name="connsiteY2" fmla="*/ 69305 h 9727899"/>
              <a:gd name="connsiteX3" fmla="*/ 18288000 w 18288000"/>
              <a:gd name="connsiteY3" fmla="*/ 7941987 h 9727899"/>
              <a:gd name="connsiteX4" fmla="*/ 18236856 w 18288000"/>
              <a:gd name="connsiteY4" fmla="*/ 7933731 h 9727899"/>
              <a:gd name="connsiteX5" fmla="*/ 14702140 w 18288000"/>
              <a:gd name="connsiteY5" fmla="*/ 7798922 h 9727899"/>
              <a:gd name="connsiteX6" fmla="*/ 11557961 w 18288000"/>
              <a:gd name="connsiteY6" fmla="*/ 9642855 h 9727899"/>
              <a:gd name="connsiteX7" fmla="*/ 7648318 w 18288000"/>
              <a:gd name="connsiteY7" fmla="*/ 8449333 h 9727899"/>
              <a:gd name="connsiteX8" fmla="*/ 3873512 w 18288000"/>
              <a:gd name="connsiteY8" fmla="*/ 6611977 h 9727899"/>
              <a:gd name="connsiteX9" fmla="*/ 3666464 w 18288000"/>
              <a:gd name="connsiteY9" fmla="*/ 6600207 h 9727899"/>
              <a:gd name="connsiteX10" fmla="*/ 310434 w 18288000"/>
              <a:gd name="connsiteY10" fmla="*/ 7854337 h 9727899"/>
              <a:gd name="connsiteX11" fmla="*/ 0 w 18288000"/>
              <a:gd name="connsiteY11" fmla="*/ 8077923 h 9727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88000" h="9727899">
                <a:moveTo>
                  <a:pt x="0" y="0"/>
                </a:moveTo>
                <a:lnTo>
                  <a:pt x="18288000" y="0"/>
                </a:lnTo>
                <a:lnTo>
                  <a:pt x="18288000" y="69305"/>
                </a:lnTo>
                <a:lnTo>
                  <a:pt x="18288000" y="7941987"/>
                </a:lnTo>
                <a:lnTo>
                  <a:pt x="18236856" y="7933731"/>
                </a:lnTo>
                <a:cubicBezTo>
                  <a:pt x="17065452" y="7720230"/>
                  <a:pt x="15819332" y="7402782"/>
                  <a:pt x="14702140" y="7798922"/>
                </a:cubicBezTo>
                <a:cubicBezTo>
                  <a:pt x="13540824" y="8211888"/>
                  <a:pt x="12739535" y="9337210"/>
                  <a:pt x="11557961" y="9642855"/>
                </a:cubicBezTo>
                <a:cubicBezTo>
                  <a:pt x="10243964" y="9982828"/>
                  <a:pt x="8834541" y="9246165"/>
                  <a:pt x="7648318" y="8449333"/>
                </a:cubicBezTo>
                <a:cubicBezTo>
                  <a:pt x="6459151" y="7651350"/>
                  <a:pt x="5259715" y="6731077"/>
                  <a:pt x="3873512" y="6611977"/>
                </a:cubicBezTo>
                <a:cubicBezTo>
                  <a:pt x="3804289" y="6605992"/>
                  <a:pt x="3735260" y="6602088"/>
                  <a:pt x="3666464" y="6600207"/>
                </a:cubicBezTo>
                <a:cubicBezTo>
                  <a:pt x="2459915" y="6567274"/>
                  <a:pt x="1326817" y="7148878"/>
                  <a:pt x="310434" y="7854337"/>
                </a:cubicBezTo>
                <a:lnTo>
                  <a:pt x="0" y="8077923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35000"/>
                </a:schemeClr>
              </a:gs>
              <a:gs pos="5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/>
        </p:nvSpPr>
        <p:spPr>
          <a:xfrm flipH="1">
            <a:off x="837572" y="1"/>
            <a:ext cx="17450428" cy="4484847"/>
          </a:xfrm>
          <a:custGeom>
            <a:avLst/>
            <a:gdLst>
              <a:gd name="connsiteX0" fmla="*/ 17450428 w 17450428"/>
              <a:gd name="connsiteY0" fmla="*/ 0 h 4484847"/>
              <a:gd name="connsiteX1" fmla="*/ 0 w 17450428"/>
              <a:gd name="connsiteY1" fmla="*/ 0 h 4484847"/>
              <a:gd name="connsiteX2" fmla="*/ 0 w 17450428"/>
              <a:gd name="connsiteY2" fmla="*/ 2266333 h 4484847"/>
              <a:gd name="connsiteX3" fmla="*/ 141902 w 17450428"/>
              <a:gd name="connsiteY3" fmla="*/ 2179666 h 4484847"/>
              <a:gd name="connsiteX4" fmla="*/ 2828890 w 17450428"/>
              <a:gd name="connsiteY4" fmla="*/ 1357155 h 4484847"/>
              <a:gd name="connsiteX5" fmla="*/ 3035937 w 17450428"/>
              <a:gd name="connsiteY5" fmla="*/ 1368925 h 4484847"/>
              <a:gd name="connsiteX6" fmla="*/ 6810743 w 17450428"/>
              <a:gd name="connsiteY6" fmla="*/ 3206281 h 4484847"/>
              <a:gd name="connsiteX7" fmla="*/ 10720387 w 17450428"/>
              <a:gd name="connsiteY7" fmla="*/ 4399803 h 4484847"/>
              <a:gd name="connsiteX8" fmla="*/ 13864568 w 17450428"/>
              <a:gd name="connsiteY8" fmla="*/ 2555870 h 4484847"/>
              <a:gd name="connsiteX9" fmla="*/ 17399284 w 17450428"/>
              <a:gd name="connsiteY9" fmla="*/ 2690679 h 4484847"/>
              <a:gd name="connsiteX10" fmla="*/ 17450428 w 17450428"/>
              <a:gd name="connsiteY10" fmla="*/ 2698935 h 4484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450428" h="4484847">
                <a:moveTo>
                  <a:pt x="17450428" y="0"/>
                </a:moveTo>
                <a:lnTo>
                  <a:pt x="0" y="0"/>
                </a:lnTo>
                <a:lnTo>
                  <a:pt x="0" y="2266333"/>
                </a:lnTo>
                <a:lnTo>
                  <a:pt x="141902" y="2179666"/>
                </a:lnTo>
                <a:cubicBezTo>
                  <a:pt x="978228" y="1684786"/>
                  <a:pt x="1880887" y="1331279"/>
                  <a:pt x="2828890" y="1357155"/>
                </a:cubicBezTo>
                <a:cubicBezTo>
                  <a:pt x="2897686" y="1359036"/>
                  <a:pt x="2966714" y="1362940"/>
                  <a:pt x="3035937" y="1368925"/>
                </a:cubicBezTo>
                <a:cubicBezTo>
                  <a:pt x="4422140" y="1488025"/>
                  <a:pt x="5621575" y="2408298"/>
                  <a:pt x="6810743" y="3206281"/>
                </a:cubicBezTo>
                <a:cubicBezTo>
                  <a:pt x="7996967" y="4003113"/>
                  <a:pt x="9406390" y="4739776"/>
                  <a:pt x="10720387" y="4399803"/>
                </a:cubicBezTo>
                <a:cubicBezTo>
                  <a:pt x="11901961" y="4094158"/>
                  <a:pt x="12703248" y="2968836"/>
                  <a:pt x="13864568" y="2555870"/>
                </a:cubicBezTo>
                <a:cubicBezTo>
                  <a:pt x="14981760" y="2159730"/>
                  <a:pt x="16227880" y="2477178"/>
                  <a:pt x="17399284" y="2690679"/>
                </a:cubicBezTo>
                <a:lnTo>
                  <a:pt x="17450428" y="2698935"/>
                </a:lnTo>
                <a:close/>
              </a:path>
            </a:pathLst>
          </a:custGeom>
          <a:gradFill>
            <a:gsLst>
              <a:gs pos="100000">
                <a:schemeClr val="bg1">
                  <a:alpha val="35000"/>
                </a:schemeClr>
              </a:gs>
              <a:gs pos="5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562397" y="3126293"/>
            <a:ext cx="6287299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SWOT Analytics</a:t>
            </a:r>
            <a:endParaRPr lang="en-US" sz="3200" b="1">
              <a:solidFill>
                <a:schemeClr val="bg1"/>
              </a:solidFill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Company Opportunities.</a:t>
            </a:r>
            <a:endParaRPr lang="en-US" sz="4600" b="1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62396" y="5386403"/>
            <a:ext cx="61589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5957750" y="1191400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9718309" y="8195483"/>
            <a:ext cx="5816966" cy="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9718309" y="8195483"/>
            <a:ext cx="4178666" cy="0"/>
          </a:xfrm>
          <a:prstGeom prst="line">
            <a:avLst/>
          </a:prstGeom>
          <a:ln w="114300" cap="rnd">
            <a:solidFill>
              <a:schemeClr val="accent4">
                <a:lumMod val="60000"/>
                <a:lumOff val="4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718310" y="7717528"/>
            <a:ext cx="167834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Opportunity Title</a:t>
            </a:r>
            <a:endParaRPr lang="en-US" sz="1800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959222" y="7717528"/>
            <a:ext cx="576053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75%</a:t>
            </a:r>
            <a:endParaRPr lang="en-US" sz="1800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>
            <a:off x="9718309" y="9189720"/>
            <a:ext cx="5816966" cy="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9718309" y="9189720"/>
            <a:ext cx="3125821" cy="0"/>
          </a:xfrm>
          <a:prstGeom prst="line">
            <a:avLst/>
          </a:prstGeom>
          <a:ln w="114300" cap="rnd">
            <a:solidFill>
              <a:schemeClr val="accent4">
                <a:lumMod val="60000"/>
                <a:lumOff val="4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718310" y="8711765"/>
            <a:ext cx="167834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Opportunity Title</a:t>
            </a:r>
            <a:endParaRPr lang="en-US" sz="1800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959222" y="8711765"/>
            <a:ext cx="576053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18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49%</a:t>
            </a:r>
            <a:endParaRPr lang="en-US" sz="1800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Google Shape;117;p7"/>
          <p:cNvSpPr/>
          <p:nvPr/>
        </p:nvSpPr>
        <p:spPr>
          <a:xfrm>
            <a:off x="16192787" y="1434295"/>
            <a:ext cx="348558" cy="332840"/>
          </a:xfrm>
          <a:custGeom>
            <a:avLst/>
            <a:gdLst/>
            <a:ahLst/>
            <a:cxnLst/>
            <a:rect l="l" t="t" r="r" b="b"/>
            <a:pathLst>
              <a:path w="6209" h="5929" extrusionOk="0">
                <a:moveTo>
                  <a:pt x="3002" y="1"/>
                </a:moveTo>
                <a:lnTo>
                  <a:pt x="2909" y="38"/>
                </a:lnTo>
                <a:lnTo>
                  <a:pt x="2834" y="113"/>
                </a:lnTo>
                <a:lnTo>
                  <a:pt x="2778" y="206"/>
                </a:lnTo>
                <a:lnTo>
                  <a:pt x="2014" y="1734"/>
                </a:lnTo>
                <a:lnTo>
                  <a:pt x="318" y="1977"/>
                </a:lnTo>
                <a:lnTo>
                  <a:pt x="225" y="2014"/>
                </a:lnTo>
                <a:lnTo>
                  <a:pt x="131" y="2070"/>
                </a:lnTo>
                <a:lnTo>
                  <a:pt x="57" y="2145"/>
                </a:lnTo>
                <a:lnTo>
                  <a:pt x="20" y="2238"/>
                </a:lnTo>
                <a:lnTo>
                  <a:pt x="1" y="2331"/>
                </a:lnTo>
                <a:lnTo>
                  <a:pt x="20" y="2443"/>
                </a:lnTo>
                <a:lnTo>
                  <a:pt x="57" y="2536"/>
                </a:lnTo>
                <a:lnTo>
                  <a:pt x="113" y="2611"/>
                </a:lnTo>
                <a:lnTo>
                  <a:pt x="1343" y="3822"/>
                </a:lnTo>
                <a:lnTo>
                  <a:pt x="1045" y="5500"/>
                </a:lnTo>
                <a:lnTo>
                  <a:pt x="1045" y="5612"/>
                </a:lnTo>
                <a:lnTo>
                  <a:pt x="1082" y="5705"/>
                </a:lnTo>
                <a:lnTo>
                  <a:pt x="1119" y="5798"/>
                </a:lnTo>
                <a:lnTo>
                  <a:pt x="1194" y="5872"/>
                </a:lnTo>
                <a:lnTo>
                  <a:pt x="1287" y="5910"/>
                </a:lnTo>
                <a:lnTo>
                  <a:pt x="1380" y="5928"/>
                </a:lnTo>
                <a:lnTo>
                  <a:pt x="1492" y="5928"/>
                </a:lnTo>
                <a:lnTo>
                  <a:pt x="1585" y="5891"/>
                </a:lnTo>
                <a:lnTo>
                  <a:pt x="3114" y="5090"/>
                </a:lnTo>
                <a:lnTo>
                  <a:pt x="4624" y="5891"/>
                </a:lnTo>
                <a:lnTo>
                  <a:pt x="4717" y="5928"/>
                </a:lnTo>
                <a:lnTo>
                  <a:pt x="4829" y="5928"/>
                </a:lnTo>
                <a:lnTo>
                  <a:pt x="4922" y="5910"/>
                </a:lnTo>
                <a:lnTo>
                  <a:pt x="5015" y="5872"/>
                </a:lnTo>
                <a:lnTo>
                  <a:pt x="5090" y="5798"/>
                </a:lnTo>
                <a:lnTo>
                  <a:pt x="5146" y="5705"/>
                </a:lnTo>
                <a:lnTo>
                  <a:pt x="5164" y="5612"/>
                </a:lnTo>
                <a:lnTo>
                  <a:pt x="5164" y="5500"/>
                </a:lnTo>
                <a:lnTo>
                  <a:pt x="4866" y="3822"/>
                </a:lnTo>
                <a:lnTo>
                  <a:pt x="6096" y="2611"/>
                </a:lnTo>
                <a:lnTo>
                  <a:pt x="6171" y="2536"/>
                </a:lnTo>
                <a:lnTo>
                  <a:pt x="6208" y="2443"/>
                </a:lnTo>
                <a:lnTo>
                  <a:pt x="6208" y="2331"/>
                </a:lnTo>
                <a:lnTo>
                  <a:pt x="6189" y="2238"/>
                </a:lnTo>
                <a:lnTo>
                  <a:pt x="6152" y="2145"/>
                </a:lnTo>
                <a:lnTo>
                  <a:pt x="6078" y="2070"/>
                </a:lnTo>
                <a:lnTo>
                  <a:pt x="6003" y="2014"/>
                </a:lnTo>
                <a:lnTo>
                  <a:pt x="5891" y="1977"/>
                </a:lnTo>
                <a:lnTo>
                  <a:pt x="4195" y="1734"/>
                </a:lnTo>
                <a:lnTo>
                  <a:pt x="3431" y="206"/>
                </a:lnTo>
                <a:lnTo>
                  <a:pt x="3375" y="113"/>
                </a:lnTo>
                <a:lnTo>
                  <a:pt x="3300" y="57"/>
                </a:lnTo>
                <a:lnTo>
                  <a:pt x="3207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70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5389230" y="0"/>
            <a:ext cx="12898771" cy="10285412"/>
            <a:chOff x="5389230" y="0"/>
            <a:chExt cx="12898771" cy="10285412"/>
          </a:xfrm>
        </p:grpSpPr>
        <p:sp>
          <p:nvSpPr>
            <p:cNvPr id="38" name="Freeform 37"/>
            <p:cNvSpPr/>
            <p:nvPr/>
          </p:nvSpPr>
          <p:spPr>
            <a:xfrm>
              <a:off x="5389230" y="0"/>
              <a:ext cx="6786556" cy="10285412"/>
            </a:xfrm>
            <a:custGeom>
              <a:avLst/>
              <a:gdLst>
                <a:gd name="connsiteX0" fmla="*/ 3612671 w 6786556"/>
                <a:gd name="connsiteY0" fmla="*/ 0 h 10285412"/>
                <a:gd name="connsiteX1" fmla="*/ 3618774 w 6786556"/>
                <a:gd name="connsiteY1" fmla="*/ 0 h 10285412"/>
                <a:gd name="connsiteX2" fmla="*/ 3633269 w 6786556"/>
                <a:gd name="connsiteY2" fmla="*/ 0 h 10285412"/>
                <a:gd name="connsiteX3" fmla="*/ 3661495 w 6786556"/>
                <a:gd name="connsiteY3" fmla="*/ 0 h 10285412"/>
                <a:gd name="connsiteX4" fmla="*/ 3708031 w 6786556"/>
                <a:gd name="connsiteY4" fmla="*/ 0 h 10285412"/>
                <a:gd name="connsiteX5" fmla="*/ 3777453 w 6786556"/>
                <a:gd name="connsiteY5" fmla="*/ 0 h 10285412"/>
                <a:gd name="connsiteX6" fmla="*/ 3874339 w 6786556"/>
                <a:gd name="connsiteY6" fmla="*/ 0 h 10285412"/>
                <a:gd name="connsiteX7" fmla="*/ 4003265 w 6786556"/>
                <a:gd name="connsiteY7" fmla="*/ 0 h 10285412"/>
                <a:gd name="connsiteX8" fmla="*/ 4168811 w 6786556"/>
                <a:gd name="connsiteY8" fmla="*/ 0 h 10285412"/>
                <a:gd name="connsiteX9" fmla="*/ 4375551 w 6786556"/>
                <a:gd name="connsiteY9" fmla="*/ 0 h 10285412"/>
                <a:gd name="connsiteX10" fmla="*/ 4628064 w 6786556"/>
                <a:gd name="connsiteY10" fmla="*/ 0 h 10285412"/>
                <a:gd name="connsiteX11" fmla="*/ 4772916 w 6786556"/>
                <a:gd name="connsiteY11" fmla="*/ 0 h 10285412"/>
                <a:gd name="connsiteX12" fmla="*/ 4930928 w 6786556"/>
                <a:gd name="connsiteY12" fmla="*/ 0 h 10285412"/>
                <a:gd name="connsiteX13" fmla="*/ 5102671 w 6786556"/>
                <a:gd name="connsiteY13" fmla="*/ 0 h 10285412"/>
                <a:gd name="connsiteX14" fmla="*/ 5288718 w 6786556"/>
                <a:gd name="connsiteY14" fmla="*/ 0 h 10285412"/>
                <a:gd name="connsiteX15" fmla="*/ 5489642 w 6786556"/>
                <a:gd name="connsiteY15" fmla="*/ 0 h 10285412"/>
                <a:gd name="connsiteX16" fmla="*/ 5706014 w 6786556"/>
                <a:gd name="connsiteY16" fmla="*/ 0 h 10285412"/>
                <a:gd name="connsiteX17" fmla="*/ 5938406 w 6786556"/>
                <a:gd name="connsiteY17" fmla="*/ 0 h 10285412"/>
                <a:gd name="connsiteX18" fmla="*/ 6187392 w 6786556"/>
                <a:gd name="connsiteY18" fmla="*/ 0 h 10285412"/>
                <a:gd name="connsiteX19" fmla="*/ 6453542 w 6786556"/>
                <a:gd name="connsiteY19" fmla="*/ 0 h 10285412"/>
                <a:gd name="connsiteX20" fmla="*/ 6737428 w 6786556"/>
                <a:gd name="connsiteY20" fmla="*/ 0 h 10285412"/>
                <a:gd name="connsiteX21" fmla="*/ 6786556 w 6786556"/>
                <a:gd name="connsiteY21" fmla="*/ 0 h 10285412"/>
                <a:gd name="connsiteX22" fmla="*/ 6786556 w 6786556"/>
                <a:gd name="connsiteY22" fmla="*/ 10285412 h 10285412"/>
                <a:gd name="connsiteX23" fmla="*/ 3588739 w 6786556"/>
                <a:gd name="connsiteY23" fmla="*/ 10285412 h 10285412"/>
                <a:gd name="connsiteX24" fmla="*/ 3410600 w 6786556"/>
                <a:gd name="connsiteY24" fmla="*/ 10273591 h 10285412"/>
                <a:gd name="connsiteX25" fmla="*/ 2289671 w 6786556"/>
                <a:gd name="connsiteY25" fmla="*/ 9522619 h 10285412"/>
                <a:gd name="connsiteX26" fmla="*/ 205232 w 6786556"/>
                <a:gd name="connsiteY26" fmla="*/ 5907881 h 10285412"/>
                <a:gd name="connsiteX27" fmla="*/ 205232 w 6786556"/>
                <a:gd name="connsiteY27" fmla="*/ 4379119 h 10285412"/>
                <a:gd name="connsiteX28" fmla="*/ 2289671 w 6786556"/>
                <a:gd name="connsiteY28" fmla="*/ 764381 h 10285412"/>
                <a:gd name="connsiteX29" fmla="*/ 3612671 w 6786556"/>
                <a:gd name="connsiteY29" fmla="*/ 0 h 10285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786556" h="10285412">
                  <a:moveTo>
                    <a:pt x="3612671" y="0"/>
                  </a:moveTo>
                  <a:lnTo>
                    <a:pt x="3618774" y="0"/>
                  </a:lnTo>
                  <a:lnTo>
                    <a:pt x="3633269" y="0"/>
                  </a:lnTo>
                  <a:lnTo>
                    <a:pt x="3661495" y="0"/>
                  </a:lnTo>
                  <a:lnTo>
                    <a:pt x="3708031" y="0"/>
                  </a:lnTo>
                  <a:lnTo>
                    <a:pt x="3777453" y="0"/>
                  </a:lnTo>
                  <a:lnTo>
                    <a:pt x="3874339" y="0"/>
                  </a:lnTo>
                  <a:lnTo>
                    <a:pt x="4003265" y="0"/>
                  </a:lnTo>
                  <a:lnTo>
                    <a:pt x="4168811" y="0"/>
                  </a:lnTo>
                  <a:lnTo>
                    <a:pt x="4375551" y="0"/>
                  </a:lnTo>
                  <a:lnTo>
                    <a:pt x="4628064" y="0"/>
                  </a:lnTo>
                  <a:lnTo>
                    <a:pt x="4772916" y="0"/>
                  </a:lnTo>
                  <a:lnTo>
                    <a:pt x="4930928" y="0"/>
                  </a:lnTo>
                  <a:lnTo>
                    <a:pt x="5102671" y="0"/>
                  </a:lnTo>
                  <a:lnTo>
                    <a:pt x="5288718" y="0"/>
                  </a:lnTo>
                  <a:lnTo>
                    <a:pt x="5489642" y="0"/>
                  </a:lnTo>
                  <a:lnTo>
                    <a:pt x="5706014" y="0"/>
                  </a:lnTo>
                  <a:lnTo>
                    <a:pt x="5938406" y="0"/>
                  </a:lnTo>
                  <a:lnTo>
                    <a:pt x="6187392" y="0"/>
                  </a:lnTo>
                  <a:lnTo>
                    <a:pt x="6453542" y="0"/>
                  </a:lnTo>
                  <a:lnTo>
                    <a:pt x="6737428" y="0"/>
                  </a:lnTo>
                  <a:lnTo>
                    <a:pt x="6786556" y="0"/>
                  </a:lnTo>
                  <a:lnTo>
                    <a:pt x="6786556" y="10285412"/>
                  </a:lnTo>
                  <a:lnTo>
                    <a:pt x="3588739" y="10285412"/>
                  </a:lnTo>
                  <a:lnTo>
                    <a:pt x="3410600" y="10273591"/>
                  </a:lnTo>
                  <a:cubicBezTo>
                    <a:pt x="2945260" y="10211507"/>
                    <a:pt x="2529108" y="9937254"/>
                    <a:pt x="2289671" y="9522619"/>
                  </a:cubicBezTo>
                  <a:cubicBezTo>
                    <a:pt x="2289671" y="9522619"/>
                    <a:pt x="2289671" y="9522619"/>
                    <a:pt x="205232" y="5907881"/>
                  </a:cubicBezTo>
                  <a:cubicBezTo>
                    <a:pt x="-68410" y="5434013"/>
                    <a:pt x="-68410" y="4852988"/>
                    <a:pt x="205232" y="4379119"/>
                  </a:cubicBezTo>
                  <a:cubicBezTo>
                    <a:pt x="205232" y="4379119"/>
                    <a:pt x="205232" y="4379119"/>
                    <a:pt x="2289671" y="764381"/>
                  </a:cubicBezTo>
                  <a:cubicBezTo>
                    <a:pt x="2563313" y="290513"/>
                    <a:pt x="3067767" y="0"/>
                    <a:pt x="3612671" y="0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15000"/>
                  </a:schemeClr>
                </a:gs>
                <a:gs pos="28000">
                  <a:schemeClr val="bg1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339179" y="0"/>
              <a:ext cx="6786556" cy="10285412"/>
            </a:xfrm>
            <a:custGeom>
              <a:avLst/>
              <a:gdLst>
                <a:gd name="connsiteX0" fmla="*/ 3612671 w 6786556"/>
                <a:gd name="connsiteY0" fmla="*/ 0 h 10285412"/>
                <a:gd name="connsiteX1" fmla="*/ 3618774 w 6786556"/>
                <a:gd name="connsiteY1" fmla="*/ 0 h 10285412"/>
                <a:gd name="connsiteX2" fmla="*/ 3633269 w 6786556"/>
                <a:gd name="connsiteY2" fmla="*/ 0 h 10285412"/>
                <a:gd name="connsiteX3" fmla="*/ 3661495 w 6786556"/>
                <a:gd name="connsiteY3" fmla="*/ 0 h 10285412"/>
                <a:gd name="connsiteX4" fmla="*/ 3708031 w 6786556"/>
                <a:gd name="connsiteY4" fmla="*/ 0 h 10285412"/>
                <a:gd name="connsiteX5" fmla="*/ 3777453 w 6786556"/>
                <a:gd name="connsiteY5" fmla="*/ 0 h 10285412"/>
                <a:gd name="connsiteX6" fmla="*/ 3874339 w 6786556"/>
                <a:gd name="connsiteY6" fmla="*/ 0 h 10285412"/>
                <a:gd name="connsiteX7" fmla="*/ 4003265 w 6786556"/>
                <a:gd name="connsiteY7" fmla="*/ 0 h 10285412"/>
                <a:gd name="connsiteX8" fmla="*/ 4168811 w 6786556"/>
                <a:gd name="connsiteY8" fmla="*/ 0 h 10285412"/>
                <a:gd name="connsiteX9" fmla="*/ 4375551 w 6786556"/>
                <a:gd name="connsiteY9" fmla="*/ 0 h 10285412"/>
                <a:gd name="connsiteX10" fmla="*/ 4628064 w 6786556"/>
                <a:gd name="connsiteY10" fmla="*/ 0 h 10285412"/>
                <a:gd name="connsiteX11" fmla="*/ 4772916 w 6786556"/>
                <a:gd name="connsiteY11" fmla="*/ 0 h 10285412"/>
                <a:gd name="connsiteX12" fmla="*/ 4930928 w 6786556"/>
                <a:gd name="connsiteY12" fmla="*/ 0 h 10285412"/>
                <a:gd name="connsiteX13" fmla="*/ 5102671 w 6786556"/>
                <a:gd name="connsiteY13" fmla="*/ 0 h 10285412"/>
                <a:gd name="connsiteX14" fmla="*/ 5288718 w 6786556"/>
                <a:gd name="connsiteY14" fmla="*/ 0 h 10285412"/>
                <a:gd name="connsiteX15" fmla="*/ 5489642 w 6786556"/>
                <a:gd name="connsiteY15" fmla="*/ 0 h 10285412"/>
                <a:gd name="connsiteX16" fmla="*/ 5706014 w 6786556"/>
                <a:gd name="connsiteY16" fmla="*/ 0 h 10285412"/>
                <a:gd name="connsiteX17" fmla="*/ 5938406 w 6786556"/>
                <a:gd name="connsiteY17" fmla="*/ 0 h 10285412"/>
                <a:gd name="connsiteX18" fmla="*/ 6187392 w 6786556"/>
                <a:gd name="connsiteY18" fmla="*/ 0 h 10285412"/>
                <a:gd name="connsiteX19" fmla="*/ 6453542 w 6786556"/>
                <a:gd name="connsiteY19" fmla="*/ 0 h 10285412"/>
                <a:gd name="connsiteX20" fmla="*/ 6737428 w 6786556"/>
                <a:gd name="connsiteY20" fmla="*/ 0 h 10285412"/>
                <a:gd name="connsiteX21" fmla="*/ 6786556 w 6786556"/>
                <a:gd name="connsiteY21" fmla="*/ 0 h 10285412"/>
                <a:gd name="connsiteX22" fmla="*/ 6786556 w 6786556"/>
                <a:gd name="connsiteY22" fmla="*/ 10285412 h 10285412"/>
                <a:gd name="connsiteX23" fmla="*/ 3588739 w 6786556"/>
                <a:gd name="connsiteY23" fmla="*/ 10285412 h 10285412"/>
                <a:gd name="connsiteX24" fmla="*/ 3410600 w 6786556"/>
                <a:gd name="connsiteY24" fmla="*/ 10273591 h 10285412"/>
                <a:gd name="connsiteX25" fmla="*/ 2289671 w 6786556"/>
                <a:gd name="connsiteY25" fmla="*/ 9522619 h 10285412"/>
                <a:gd name="connsiteX26" fmla="*/ 205232 w 6786556"/>
                <a:gd name="connsiteY26" fmla="*/ 5907881 h 10285412"/>
                <a:gd name="connsiteX27" fmla="*/ 205232 w 6786556"/>
                <a:gd name="connsiteY27" fmla="*/ 4379119 h 10285412"/>
                <a:gd name="connsiteX28" fmla="*/ 2289671 w 6786556"/>
                <a:gd name="connsiteY28" fmla="*/ 764381 h 10285412"/>
                <a:gd name="connsiteX29" fmla="*/ 3612671 w 6786556"/>
                <a:gd name="connsiteY29" fmla="*/ 0 h 10285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786556" h="10285412">
                  <a:moveTo>
                    <a:pt x="3612671" y="0"/>
                  </a:moveTo>
                  <a:lnTo>
                    <a:pt x="3618774" y="0"/>
                  </a:lnTo>
                  <a:lnTo>
                    <a:pt x="3633269" y="0"/>
                  </a:lnTo>
                  <a:lnTo>
                    <a:pt x="3661495" y="0"/>
                  </a:lnTo>
                  <a:lnTo>
                    <a:pt x="3708031" y="0"/>
                  </a:lnTo>
                  <a:lnTo>
                    <a:pt x="3777453" y="0"/>
                  </a:lnTo>
                  <a:lnTo>
                    <a:pt x="3874339" y="0"/>
                  </a:lnTo>
                  <a:lnTo>
                    <a:pt x="4003265" y="0"/>
                  </a:lnTo>
                  <a:lnTo>
                    <a:pt x="4168811" y="0"/>
                  </a:lnTo>
                  <a:lnTo>
                    <a:pt x="4375551" y="0"/>
                  </a:lnTo>
                  <a:lnTo>
                    <a:pt x="4628064" y="0"/>
                  </a:lnTo>
                  <a:lnTo>
                    <a:pt x="4772916" y="0"/>
                  </a:lnTo>
                  <a:lnTo>
                    <a:pt x="4930928" y="0"/>
                  </a:lnTo>
                  <a:lnTo>
                    <a:pt x="5102671" y="0"/>
                  </a:lnTo>
                  <a:lnTo>
                    <a:pt x="5288718" y="0"/>
                  </a:lnTo>
                  <a:lnTo>
                    <a:pt x="5489642" y="0"/>
                  </a:lnTo>
                  <a:lnTo>
                    <a:pt x="5706014" y="0"/>
                  </a:lnTo>
                  <a:lnTo>
                    <a:pt x="5938406" y="0"/>
                  </a:lnTo>
                  <a:lnTo>
                    <a:pt x="6187392" y="0"/>
                  </a:lnTo>
                  <a:lnTo>
                    <a:pt x="6453542" y="0"/>
                  </a:lnTo>
                  <a:lnTo>
                    <a:pt x="6737428" y="0"/>
                  </a:lnTo>
                  <a:lnTo>
                    <a:pt x="6786556" y="0"/>
                  </a:lnTo>
                  <a:lnTo>
                    <a:pt x="6786556" y="10285412"/>
                  </a:lnTo>
                  <a:lnTo>
                    <a:pt x="3588739" y="10285412"/>
                  </a:lnTo>
                  <a:lnTo>
                    <a:pt x="3410600" y="10273591"/>
                  </a:lnTo>
                  <a:cubicBezTo>
                    <a:pt x="2945260" y="10211507"/>
                    <a:pt x="2529108" y="9937254"/>
                    <a:pt x="2289671" y="9522619"/>
                  </a:cubicBezTo>
                  <a:cubicBezTo>
                    <a:pt x="2289671" y="9522619"/>
                    <a:pt x="2289671" y="9522619"/>
                    <a:pt x="205232" y="5907881"/>
                  </a:cubicBezTo>
                  <a:cubicBezTo>
                    <a:pt x="-68410" y="5434013"/>
                    <a:pt x="-68410" y="4852988"/>
                    <a:pt x="205232" y="4379119"/>
                  </a:cubicBezTo>
                  <a:cubicBezTo>
                    <a:pt x="205232" y="4379119"/>
                    <a:pt x="205232" y="4379119"/>
                    <a:pt x="2289671" y="764381"/>
                  </a:cubicBezTo>
                  <a:cubicBezTo>
                    <a:pt x="2563313" y="290513"/>
                    <a:pt x="3067767" y="0"/>
                    <a:pt x="3612671" y="0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15000"/>
                  </a:schemeClr>
                </a:gs>
                <a:gs pos="28000">
                  <a:schemeClr val="bg1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1501444" y="0"/>
              <a:ext cx="6786556" cy="10285412"/>
            </a:xfrm>
            <a:custGeom>
              <a:avLst/>
              <a:gdLst>
                <a:gd name="connsiteX0" fmla="*/ 3612671 w 6786556"/>
                <a:gd name="connsiteY0" fmla="*/ 0 h 10285412"/>
                <a:gd name="connsiteX1" fmla="*/ 3618774 w 6786556"/>
                <a:gd name="connsiteY1" fmla="*/ 0 h 10285412"/>
                <a:gd name="connsiteX2" fmla="*/ 3633269 w 6786556"/>
                <a:gd name="connsiteY2" fmla="*/ 0 h 10285412"/>
                <a:gd name="connsiteX3" fmla="*/ 3661495 w 6786556"/>
                <a:gd name="connsiteY3" fmla="*/ 0 h 10285412"/>
                <a:gd name="connsiteX4" fmla="*/ 3708031 w 6786556"/>
                <a:gd name="connsiteY4" fmla="*/ 0 h 10285412"/>
                <a:gd name="connsiteX5" fmla="*/ 3777453 w 6786556"/>
                <a:gd name="connsiteY5" fmla="*/ 0 h 10285412"/>
                <a:gd name="connsiteX6" fmla="*/ 3874339 w 6786556"/>
                <a:gd name="connsiteY6" fmla="*/ 0 h 10285412"/>
                <a:gd name="connsiteX7" fmla="*/ 4003265 w 6786556"/>
                <a:gd name="connsiteY7" fmla="*/ 0 h 10285412"/>
                <a:gd name="connsiteX8" fmla="*/ 4168811 w 6786556"/>
                <a:gd name="connsiteY8" fmla="*/ 0 h 10285412"/>
                <a:gd name="connsiteX9" fmla="*/ 4375551 w 6786556"/>
                <a:gd name="connsiteY9" fmla="*/ 0 h 10285412"/>
                <a:gd name="connsiteX10" fmla="*/ 4628064 w 6786556"/>
                <a:gd name="connsiteY10" fmla="*/ 0 h 10285412"/>
                <a:gd name="connsiteX11" fmla="*/ 4772916 w 6786556"/>
                <a:gd name="connsiteY11" fmla="*/ 0 h 10285412"/>
                <a:gd name="connsiteX12" fmla="*/ 4930928 w 6786556"/>
                <a:gd name="connsiteY12" fmla="*/ 0 h 10285412"/>
                <a:gd name="connsiteX13" fmla="*/ 5102671 w 6786556"/>
                <a:gd name="connsiteY13" fmla="*/ 0 h 10285412"/>
                <a:gd name="connsiteX14" fmla="*/ 5288718 w 6786556"/>
                <a:gd name="connsiteY14" fmla="*/ 0 h 10285412"/>
                <a:gd name="connsiteX15" fmla="*/ 5489642 w 6786556"/>
                <a:gd name="connsiteY15" fmla="*/ 0 h 10285412"/>
                <a:gd name="connsiteX16" fmla="*/ 5706014 w 6786556"/>
                <a:gd name="connsiteY16" fmla="*/ 0 h 10285412"/>
                <a:gd name="connsiteX17" fmla="*/ 5938406 w 6786556"/>
                <a:gd name="connsiteY17" fmla="*/ 0 h 10285412"/>
                <a:gd name="connsiteX18" fmla="*/ 6187392 w 6786556"/>
                <a:gd name="connsiteY18" fmla="*/ 0 h 10285412"/>
                <a:gd name="connsiteX19" fmla="*/ 6453542 w 6786556"/>
                <a:gd name="connsiteY19" fmla="*/ 0 h 10285412"/>
                <a:gd name="connsiteX20" fmla="*/ 6737428 w 6786556"/>
                <a:gd name="connsiteY20" fmla="*/ 0 h 10285412"/>
                <a:gd name="connsiteX21" fmla="*/ 6786556 w 6786556"/>
                <a:gd name="connsiteY21" fmla="*/ 0 h 10285412"/>
                <a:gd name="connsiteX22" fmla="*/ 6786556 w 6786556"/>
                <a:gd name="connsiteY22" fmla="*/ 10285412 h 10285412"/>
                <a:gd name="connsiteX23" fmla="*/ 3588739 w 6786556"/>
                <a:gd name="connsiteY23" fmla="*/ 10285412 h 10285412"/>
                <a:gd name="connsiteX24" fmla="*/ 3410600 w 6786556"/>
                <a:gd name="connsiteY24" fmla="*/ 10273591 h 10285412"/>
                <a:gd name="connsiteX25" fmla="*/ 2289671 w 6786556"/>
                <a:gd name="connsiteY25" fmla="*/ 9522619 h 10285412"/>
                <a:gd name="connsiteX26" fmla="*/ 205232 w 6786556"/>
                <a:gd name="connsiteY26" fmla="*/ 5907881 h 10285412"/>
                <a:gd name="connsiteX27" fmla="*/ 205232 w 6786556"/>
                <a:gd name="connsiteY27" fmla="*/ 4379119 h 10285412"/>
                <a:gd name="connsiteX28" fmla="*/ 2289671 w 6786556"/>
                <a:gd name="connsiteY28" fmla="*/ 764381 h 10285412"/>
                <a:gd name="connsiteX29" fmla="*/ 3612671 w 6786556"/>
                <a:gd name="connsiteY29" fmla="*/ 0 h 10285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786556" h="10285412">
                  <a:moveTo>
                    <a:pt x="3612671" y="0"/>
                  </a:moveTo>
                  <a:lnTo>
                    <a:pt x="3618774" y="0"/>
                  </a:lnTo>
                  <a:lnTo>
                    <a:pt x="3633269" y="0"/>
                  </a:lnTo>
                  <a:lnTo>
                    <a:pt x="3661495" y="0"/>
                  </a:lnTo>
                  <a:lnTo>
                    <a:pt x="3708031" y="0"/>
                  </a:lnTo>
                  <a:lnTo>
                    <a:pt x="3777453" y="0"/>
                  </a:lnTo>
                  <a:lnTo>
                    <a:pt x="3874339" y="0"/>
                  </a:lnTo>
                  <a:lnTo>
                    <a:pt x="4003265" y="0"/>
                  </a:lnTo>
                  <a:lnTo>
                    <a:pt x="4168811" y="0"/>
                  </a:lnTo>
                  <a:lnTo>
                    <a:pt x="4375551" y="0"/>
                  </a:lnTo>
                  <a:lnTo>
                    <a:pt x="4628064" y="0"/>
                  </a:lnTo>
                  <a:lnTo>
                    <a:pt x="4772916" y="0"/>
                  </a:lnTo>
                  <a:lnTo>
                    <a:pt x="4930928" y="0"/>
                  </a:lnTo>
                  <a:lnTo>
                    <a:pt x="5102671" y="0"/>
                  </a:lnTo>
                  <a:lnTo>
                    <a:pt x="5288718" y="0"/>
                  </a:lnTo>
                  <a:lnTo>
                    <a:pt x="5489642" y="0"/>
                  </a:lnTo>
                  <a:lnTo>
                    <a:pt x="5706014" y="0"/>
                  </a:lnTo>
                  <a:lnTo>
                    <a:pt x="5938406" y="0"/>
                  </a:lnTo>
                  <a:lnTo>
                    <a:pt x="6187392" y="0"/>
                  </a:lnTo>
                  <a:lnTo>
                    <a:pt x="6453542" y="0"/>
                  </a:lnTo>
                  <a:lnTo>
                    <a:pt x="6737428" y="0"/>
                  </a:lnTo>
                  <a:lnTo>
                    <a:pt x="6786556" y="0"/>
                  </a:lnTo>
                  <a:lnTo>
                    <a:pt x="6786556" y="10285412"/>
                  </a:lnTo>
                  <a:lnTo>
                    <a:pt x="3588739" y="10285412"/>
                  </a:lnTo>
                  <a:lnTo>
                    <a:pt x="3410600" y="10273591"/>
                  </a:lnTo>
                  <a:cubicBezTo>
                    <a:pt x="2945260" y="10211507"/>
                    <a:pt x="2529108" y="9937254"/>
                    <a:pt x="2289671" y="9522619"/>
                  </a:cubicBezTo>
                  <a:cubicBezTo>
                    <a:pt x="2289671" y="9522619"/>
                    <a:pt x="2289671" y="9522619"/>
                    <a:pt x="205232" y="5907881"/>
                  </a:cubicBezTo>
                  <a:cubicBezTo>
                    <a:pt x="-68410" y="5434013"/>
                    <a:pt x="-68410" y="4852988"/>
                    <a:pt x="205232" y="4379119"/>
                  </a:cubicBezTo>
                  <a:cubicBezTo>
                    <a:pt x="205232" y="4379119"/>
                    <a:pt x="205232" y="4379119"/>
                    <a:pt x="2289671" y="764381"/>
                  </a:cubicBezTo>
                  <a:cubicBezTo>
                    <a:pt x="2563313" y="290513"/>
                    <a:pt x="3067767" y="0"/>
                    <a:pt x="3612671" y="0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15000"/>
                  </a:schemeClr>
                </a:gs>
                <a:gs pos="28000">
                  <a:schemeClr val="bg1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15036128" y="45300"/>
              <a:ext cx="3251873" cy="10197749"/>
            </a:xfrm>
            <a:custGeom>
              <a:avLst/>
              <a:gdLst>
                <a:gd name="connsiteX0" fmla="*/ 3251873 w 3251873"/>
                <a:gd name="connsiteY0" fmla="*/ 0 h 10197749"/>
                <a:gd name="connsiteX1" fmla="*/ 3251873 w 3251873"/>
                <a:gd name="connsiteY1" fmla="*/ 10197749 h 10197749"/>
                <a:gd name="connsiteX2" fmla="*/ 3238653 w 3251873"/>
                <a:gd name="connsiteY2" fmla="*/ 10195205 h 10197749"/>
                <a:gd name="connsiteX3" fmla="*/ 2289671 w 3251873"/>
                <a:gd name="connsiteY3" fmla="*/ 9477320 h 10197749"/>
                <a:gd name="connsiteX4" fmla="*/ 205232 w 3251873"/>
                <a:gd name="connsiteY4" fmla="*/ 5862582 h 10197749"/>
                <a:gd name="connsiteX5" fmla="*/ 205232 w 3251873"/>
                <a:gd name="connsiteY5" fmla="*/ 4333820 h 10197749"/>
                <a:gd name="connsiteX6" fmla="*/ 2289671 w 3251873"/>
                <a:gd name="connsiteY6" fmla="*/ 719082 h 10197749"/>
                <a:gd name="connsiteX7" fmla="*/ 3214551 w 3251873"/>
                <a:gd name="connsiteY7" fmla="*/ 7498 h 1019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873" h="10197749">
                  <a:moveTo>
                    <a:pt x="3251873" y="0"/>
                  </a:moveTo>
                  <a:lnTo>
                    <a:pt x="3251873" y="10197749"/>
                  </a:lnTo>
                  <a:lnTo>
                    <a:pt x="3238653" y="10195205"/>
                  </a:lnTo>
                  <a:cubicBezTo>
                    <a:pt x="2843985" y="10095451"/>
                    <a:pt x="2499179" y="9840126"/>
                    <a:pt x="2289671" y="9477320"/>
                  </a:cubicBezTo>
                  <a:cubicBezTo>
                    <a:pt x="2289671" y="9477320"/>
                    <a:pt x="2289671" y="9477320"/>
                    <a:pt x="205232" y="5862582"/>
                  </a:cubicBezTo>
                  <a:cubicBezTo>
                    <a:pt x="-68410" y="5388714"/>
                    <a:pt x="-68410" y="4807690"/>
                    <a:pt x="205232" y="4333820"/>
                  </a:cubicBezTo>
                  <a:cubicBezTo>
                    <a:pt x="205232" y="4333820"/>
                    <a:pt x="205232" y="4333820"/>
                    <a:pt x="2289671" y="719082"/>
                  </a:cubicBezTo>
                  <a:cubicBezTo>
                    <a:pt x="2494903" y="363681"/>
                    <a:pt x="2829965" y="111417"/>
                    <a:pt x="3214551" y="7498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15000"/>
                  </a:schemeClr>
                </a:gs>
                <a:gs pos="28000">
                  <a:schemeClr val="bg1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9562397" y="3126293"/>
            <a:ext cx="474681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SWOT Analytics</a:t>
            </a:r>
            <a:endParaRPr lang="en-US" sz="3200" b="1">
              <a:solidFill>
                <a:schemeClr val="bg1"/>
              </a:solidFill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Company Threats.</a:t>
            </a:r>
            <a:endParaRPr lang="en-US" sz="4600" b="1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62396" y="5386403"/>
            <a:ext cx="61589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5957750" y="1191400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Google Shape;111;p7"/>
          <p:cNvSpPr/>
          <p:nvPr/>
        </p:nvSpPr>
        <p:spPr>
          <a:xfrm>
            <a:off x="16213690" y="1425344"/>
            <a:ext cx="306752" cy="350742"/>
          </a:xfrm>
          <a:custGeom>
            <a:avLst/>
            <a:gdLst/>
            <a:ahLst/>
            <a:cxnLst/>
            <a:rect l="l" t="t" r="r" b="b"/>
            <a:pathLst>
              <a:path w="5202" h="5948" extrusionOk="0">
                <a:moveTo>
                  <a:pt x="2032" y="1306"/>
                </a:moveTo>
                <a:lnTo>
                  <a:pt x="2088" y="1324"/>
                </a:lnTo>
                <a:lnTo>
                  <a:pt x="2163" y="1362"/>
                </a:lnTo>
                <a:lnTo>
                  <a:pt x="2219" y="1418"/>
                </a:lnTo>
                <a:lnTo>
                  <a:pt x="2256" y="1455"/>
                </a:lnTo>
                <a:lnTo>
                  <a:pt x="2293" y="1529"/>
                </a:lnTo>
                <a:lnTo>
                  <a:pt x="2312" y="1604"/>
                </a:lnTo>
                <a:lnTo>
                  <a:pt x="2312" y="1679"/>
                </a:lnTo>
                <a:lnTo>
                  <a:pt x="2312" y="1753"/>
                </a:lnTo>
                <a:lnTo>
                  <a:pt x="2293" y="1809"/>
                </a:lnTo>
                <a:lnTo>
                  <a:pt x="2256" y="1884"/>
                </a:lnTo>
                <a:lnTo>
                  <a:pt x="2219" y="1939"/>
                </a:lnTo>
                <a:lnTo>
                  <a:pt x="2163" y="1977"/>
                </a:lnTo>
                <a:lnTo>
                  <a:pt x="2088" y="2014"/>
                </a:lnTo>
                <a:lnTo>
                  <a:pt x="2032" y="2033"/>
                </a:lnTo>
                <a:lnTo>
                  <a:pt x="1939" y="2051"/>
                </a:lnTo>
                <a:lnTo>
                  <a:pt x="1865" y="2033"/>
                </a:lnTo>
                <a:lnTo>
                  <a:pt x="1809" y="2014"/>
                </a:lnTo>
                <a:lnTo>
                  <a:pt x="1734" y="1977"/>
                </a:lnTo>
                <a:lnTo>
                  <a:pt x="1678" y="1939"/>
                </a:lnTo>
                <a:lnTo>
                  <a:pt x="1641" y="1884"/>
                </a:lnTo>
                <a:lnTo>
                  <a:pt x="1604" y="1809"/>
                </a:lnTo>
                <a:lnTo>
                  <a:pt x="1585" y="1753"/>
                </a:lnTo>
                <a:lnTo>
                  <a:pt x="1585" y="1679"/>
                </a:lnTo>
                <a:lnTo>
                  <a:pt x="1585" y="1604"/>
                </a:lnTo>
                <a:lnTo>
                  <a:pt x="1604" y="1529"/>
                </a:lnTo>
                <a:lnTo>
                  <a:pt x="1641" y="1455"/>
                </a:lnTo>
                <a:lnTo>
                  <a:pt x="1678" y="1418"/>
                </a:lnTo>
                <a:lnTo>
                  <a:pt x="1734" y="1362"/>
                </a:lnTo>
                <a:lnTo>
                  <a:pt x="1809" y="1324"/>
                </a:lnTo>
                <a:lnTo>
                  <a:pt x="1865" y="1306"/>
                </a:lnTo>
                <a:close/>
                <a:moveTo>
                  <a:pt x="3319" y="1306"/>
                </a:moveTo>
                <a:lnTo>
                  <a:pt x="3393" y="1324"/>
                </a:lnTo>
                <a:lnTo>
                  <a:pt x="3449" y="1362"/>
                </a:lnTo>
                <a:lnTo>
                  <a:pt x="3505" y="1418"/>
                </a:lnTo>
                <a:lnTo>
                  <a:pt x="3561" y="1455"/>
                </a:lnTo>
                <a:lnTo>
                  <a:pt x="3598" y="1529"/>
                </a:lnTo>
                <a:lnTo>
                  <a:pt x="3617" y="1604"/>
                </a:lnTo>
                <a:lnTo>
                  <a:pt x="3617" y="1679"/>
                </a:lnTo>
                <a:lnTo>
                  <a:pt x="3617" y="1753"/>
                </a:lnTo>
                <a:lnTo>
                  <a:pt x="3598" y="1809"/>
                </a:lnTo>
                <a:lnTo>
                  <a:pt x="3561" y="1884"/>
                </a:lnTo>
                <a:lnTo>
                  <a:pt x="3505" y="1939"/>
                </a:lnTo>
                <a:lnTo>
                  <a:pt x="3449" y="1977"/>
                </a:lnTo>
                <a:lnTo>
                  <a:pt x="3393" y="2014"/>
                </a:lnTo>
                <a:lnTo>
                  <a:pt x="3319" y="2033"/>
                </a:lnTo>
                <a:lnTo>
                  <a:pt x="3244" y="2051"/>
                </a:lnTo>
                <a:lnTo>
                  <a:pt x="3169" y="2033"/>
                </a:lnTo>
                <a:lnTo>
                  <a:pt x="3095" y="2014"/>
                </a:lnTo>
                <a:lnTo>
                  <a:pt x="3039" y="1977"/>
                </a:lnTo>
                <a:lnTo>
                  <a:pt x="2983" y="1939"/>
                </a:lnTo>
                <a:lnTo>
                  <a:pt x="2946" y="1884"/>
                </a:lnTo>
                <a:lnTo>
                  <a:pt x="2908" y="1809"/>
                </a:lnTo>
                <a:lnTo>
                  <a:pt x="2890" y="1753"/>
                </a:lnTo>
                <a:lnTo>
                  <a:pt x="2871" y="1679"/>
                </a:lnTo>
                <a:lnTo>
                  <a:pt x="2890" y="1604"/>
                </a:lnTo>
                <a:lnTo>
                  <a:pt x="2908" y="1529"/>
                </a:lnTo>
                <a:lnTo>
                  <a:pt x="2946" y="1455"/>
                </a:lnTo>
                <a:lnTo>
                  <a:pt x="2983" y="1418"/>
                </a:lnTo>
                <a:lnTo>
                  <a:pt x="3039" y="1362"/>
                </a:lnTo>
                <a:lnTo>
                  <a:pt x="3095" y="1324"/>
                </a:lnTo>
                <a:lnTo>
                  <a:pt x="3169" y="1306"/>
                </a:lnTo>
                <a:close/>
                <a:moveTo>
                  <a:pt x="2424" y="1"/>
                </a:moveTo>
                <a:lnTo>
                  <a:pt x="2256" y="20"/>
                </a:lnTo>
                <a:lnTo>
                  <a:pt x="2107" y="57"/>
                </a:lnTo>
                <a:lnTo>
                  <a:pt x="1939" y="113"/>
                </a:lnTo>
                <a:lnTo>
                  <a:pt x="1809" y="169"/>
                </a:lnTo>
                <a:lnTo>
                  <a:pt x="1660" y="243"/>
                </a:lnTo>
                <a:lnTo>
                  <a:pt x="1529" y="336"/>
                </a:lnTo>
                <a:lnTo>
                  <a:pt x="1417" y="430"/>
                </a:lnTo>
                <a:lnTo>
                  <a:pt x="1305" y="541"/>
                </a:lnTo>
                <a:lnTo>
                  <a:pt x="1212" y="653"/>
                </a:lnTo>
                <a:lnTo>
                  <a:pt x="1138" y="765"/>
                </a:lnTo>
                <a:lnTo>
                  <a:pt x="1063" y="896"/>
                </a:lnTo>
                <a:lnTo>
                  <a:pt x="1007" y="1045"/>
                </a:lnTo>
                <a:lnTo>
                  <a:pt x="970" y="1175"/>
                </a:lnTo>
                <a:lnTo>
                  <a:pt x="933" y="1324"/>
                </a:lnTo>
                <a:lnTo>
                  <a:pt x="933" y="1473"/>
                </a:lnTo>
                <a:lnTo>
                  <a:pt x="951" y="1679"/>
                </a:lnTo>
                <a:lnTo>
                  <a:pt x="989" y="1865"/>
                </a:lnTo>
                <a:lnTo>
                  <a:pt x="1063" y="2051"/>
                </a:lnTo>
                <a:lnTo>
                  <a:pt x="1156" y="2219"/>
                </a:lnTo>
                <a:lnTo>
                  <a:pt x="1268" y="2368"/>
                </a:lnTo>
                <a:lnTo>
                  <a:pt x="1417" y="2517"/>
                </a:lnTo>
                <a:lnTo>
                  <a:pt x="1566" y="2648"/>
                </a:lnTo>
                <a:lnTo>
                  <a:pt x="1734" y="2741"/>
                </a:lnTo>
                <a:lnTo>
                  <a:pt x="1678" y="3058"/>
                </a:lnTo>
                <a:lnTo>
                  <a:pt x="1678" y="3151"/>
                </a:lnTo>
                <a:lnTo>
                  <a:pt x="1716" y="3244"/>
                </a:lnTo>
                <a:lnTo>
                  <a:pt x="1771" y="3319"/>
                </a:lnTo>
                <a:lnTo>
                  <a:pt x="1827" y="3337"/>
                </a:lnTo>
                <a:lnTo>
                  <a:pt x="3374" y="3337"/>
                </a:lnTo>
                <a:lnTo>
                  <a:pt x="3412" y="3319"/>
                </a:lnTo>
                <a:lnTo>
                  <a:pt x="3486" y="3244"/>
                </a:lnTo>
                <a:lnTo>
                  <a:pt x="3524" y="3151"/>
                </a:lnTo>
                <a:lnTo>
                  <a:pt x="3524" y="3058"/>
                </a:lnTo>
                <a:lnTo>
                  <a:pt x="3449" y="2741"/>
                </a:lnTo>
                <a:lnTo>
                  <a:pt x="3635" y="2648"/>
                </a:lnTo>
                <a:lnTo>
                  <a:pt x="3785" y="2517"/>
                </a:lnTo>
                <a:lnTo>
                  <a:pt x="3934" y="2368"/>
                </a:lnTo>
                <a:lnTo>
                  <a:pt x="4045" y="2219"/>
                </a:lnTo>
                <a:lnTo>
                  <a:pt x="4139" y="2051"/>
                </a:lnTo>
                <a:lnTo>
                  <a:pt x="4213" y="1865"/>
                </a:lnTo>
                <a:lnTo>
                  <a:pt x="4251" y="1679"/>
                </a:lnTo>
                <a:lnTo>
                  <a:pt x="4269" y="1473"/>
                </a:lnTo>
                <a:lnTo>
                  <a:pt x="4269" y="1324"/>
                </a:lnTo>
                <a:lnTo>
                  <a:pt x="4232" y="1175"/>
                </a:lnTo>
                <a:lnTo>
                  <a:pt x="4195" y="1045"/>
                </a:lnTo>
                <a:lnTo>
                  <a:pt x="4139" y="896"/>
                </a:lnTo>
                <a:lnTo>
                  <a:pt x="4064" y="765"/>
                </a:lnTo>
                <a:lnTo>
                  <a:pt x="3990" y="653"/>
                </a:lnTo>
                <a:lnTo>
                  <a:pt x="3896" y="541"/>
                </a:lnTo>
                <a:lnTo>
                  <a:pt x="3785" y="430"/>
                </a:lnTo>
                <a:lnTo>
                  <a:pt x="3654" y="336"/>
                </a:lnTo>
                <a:lnTo>
                  <a:pt x="3524" y="243"/>
                </a:lnTo>
                <a:lnTo>
                  <a:pt x="3393" y="169"/>
                </a:lnTo>
                <a:lnTo>
                  <a:pt x="3244" y="113"/>
                </a:lnTo>
                <a:lnTo>
                  <a:pt x="3095" y="57"/>
                </a:lnTo>
                <a:lnTo>
                  <a:pt x="2927" y="20"/>
                </a:lnTo>
                <a:lnTo>
                  <a:pt x="2778" y="1"/>
                </a:lnTo>
                <a:close/>
                <a:moveTo>
                  <a:pt x="355" y="2965"/>
                </a:moveTo>
                <a:lnTo>
                  <a:pt x="299" y="2983"/>
                </a:lnTo>
                <a:lnTo>
                  <a:pt x="224" y="3021"/>
                </a:lnTo>
                <a:lnTo>
                  <a:pt x="187" y="3077"/>
                </a:lnTo>
                <a:lnTo>
                  <a:pt x="19" y="3412"/>
                </a:lnTo>
                <a:lnTo>
                  <a:pt x="1" y="3468"/>
                </a:lnTo>
                <a:lnTo>
                  <a:pt x="1" y="3543"/>
                </a:lnTo>
                <a:lnTo>
                  <a:pt x="38" y="3617"/>
                </a:lnTo>
                <a:lnTo>
                  <a:pt x="94" y="3654"/>
                </a:lnTo>
                <a:lnTo>
                  <a:pt x="1753" y="4456"/>
                </a:lnTo>
                <a:lnTo>
                  <a:pt x="94" y="5257"/>
                </a:lnTo>
                <a:lnTo>
                  <a:pt x="38" y="5295"/>
                </a:lnTo>
                <a:lnTo>
                  <a:pt x="1" y="5369"/>
                </a:lnTo>
                <a:lnTo>
                  <a:pt x="1" y="5444"/>
                </a:lnTo>
                <a:lnTo>
                  <a:pt x="19" y="5500"/>
                </a:lnTo>
                <a:lnTo>
                  <a:pt x="187" y="5835"/>
                </a:lnTo>
                <a:lnTo>
                  <a:pt x="224" y="5891"/>
                </a:lnTo>
                <a:lnTo>
                  <a:pt x="299" y="5928"/>
                </a:lnTo>
                <a:lnTo>
                  <a:pt x="355" y="5947"/>
                </a:lnTo>
                <a:lnTo>
                  <a:pt x="429" y="5928"/>
                </a:lnTo>
                <a:lnTo>
                  <a:pt x="2592" y="4866"/>
                </a:lnTo>
                <a:lnTo>
                  <a:pt x="4754" y="5928"/>
                </a:lnTo>
                <a:lnTo>
                  <a:pt x="4828" y="5947"/>
                </a:lnTo>
                <a:lnTo>
                  <a:pt x="4903" y="5928"/>
                </a:lnTo>
                <a:lnTo>
                  <a:pt x="4959" y="5891"/>
                </a:lnTo>
                <a:lnTo>
                  <a:pt x="5015" y="5835"/>
                </a:lnTo>
                <a:lnTo>
                  <a:pt x="5183" y="5500"/>
                </a:lnTo>
                <a:lnTo>
                  <a:pt x="5201" y="5444"/>
                </a:lnTo>
                <a:lnTo>
                  <a:pt x="5183" y="5369"/>
                </a:lnTo>
                <a:lnTo>
                  <a:pt x="5145" y="5295"/>
                </a:lnTo>
                <a:lnTo>
                  <a:pt x="5089" y="5257"/>
                </a:lnTo>
                <a:lnTo>
                  <a:pt x="3449" y="4456"/>
                </a:lnTo>
                <a:lnTo>
                  <a:pt x="5089" y="3654"/>
                </a:lnTo>
                <a:lnTo>
                  <a:pt x="5145" y="3617"/>
                </a:lnTo>
                <a:lnTo>
                  <a:pt x="5183" y="3543"/>
                </a:lnTo>
                <a:lnTo>
                  <a:pt x="5201" y="3468"/>
                </a:lnTo>
                <a:lnTo>
                  <a:pt x="5183" y="3412"/>
                </a:lnTo>
                <a:lnTo>
                  <a:pt x="5015" y="3077"/>
                </a:lnTo>
                <a:lnTo>
                  <a:pt x="4959" y="3021"/>
                </a:lnTo>
                <a:lnTo>
                  <a:pt x="4903" y="2983"/>
                </a:lnTo>
                <a:lnTo>
                  <a:pt x="4828" y="2965"/>
                </a:lnTo>
                <a:lnTo>
                  <a:pt x="4754" y="2983"/>
                </a:lnTo>
                <a:lnTo>
                  <a:pt x="2592" y="4046"/>
                </a:lnTo>
                <a:lnTo>
                  <a:pt x="429" y="2983"/>
                </a:lnTo>
                <a:lnTo>
                  <a:pt x="355" y="29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62396" y="7672171"/>
            <a:ext cx="6800352" cy="1209662"/>
          </a:xfrm>
          <a:prstGeom prst="roundRect">
            <a:avLst>
              <a:gd name="adj" fmla="val 6703"/>
            </a:avLst>
          </a:prstGeom>
          <a:gradFill>
            <a:gsLst>
              <a:gs pos="30000">
                <a:srgbClr val="E5FAFF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355600" dist="266700" dir="5400000" sx="88000" sy="88000" algn="t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9920300" y="7782828"/>
            <a:ext cx="1651099" cy="988349"/>
            <a:chOff x="9920300" y="7823276"/>
            <a:chExt cx="1651099" cy="9883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543D479-5EC6-446A-A551-E06D525C8540}"/>
                </a:ext>
              </a:extLst>
            </p:cNvPr>
            <p:cNvSpPr txBox="1"/>
            <p:nvPr/>
          </p:nvSpPr>
          <p:spPr>
            <a:xfrm>
              <a:off x="9920301" y="8439215"/>
              <a:ext cx="1651098" cy="372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en-US" sz="1400">
                  <a:latin typeface="Poppins" panose="00000500000000000000" pitchFamily="2" charset="0"/>
                  <a:cs typeface="Poppins" panose="00000500000000000000" pitchFamily="2" charset="0"/>
                </a:rPr>
                <a:t>Behind the word</a:t>
              </a:r>
              <a:endParaRPr lang="id-ID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6B921FE-2F6F-41E7-B4F6-F8EFCABC885A}"/>
                </a:ext>
              </a:extLst>
            </p:cNvPr>
            <p:cNvSpPr txBox="1"/>
            <p:nvPr/>
          </p:nvSpPr>
          <p:spPr>
            <a:xfrm>
              <a:off x="9920300" y="7823276"/>
              <a:ext cx="1651099" cy="695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id-ID" sz="3200" dirty="0">
                  <a:solidFill>
                    <a:schemeClr val="accent2"/>
                  </a:solidFill>
                  <a:latin typeface="Titillium Web SemiBold" panose="00000700000000000000" pitchFamily="2" charset="0"/>
                </a:rPr>
                <a:t>240K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4353746" y="7782828"/>
            <a:ext cx="1651099" cy="988349"/>
            <a:chOff x="14353746" y="7823276"/>
            <a:chExt cx="1651099" cy="98834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6179EE7-C01B-4EBC-AE3B-9AFF9F1E9304}"/>
                </a:ext>
              </a:extLst>
            </p:cNvPr>
            <p:cNvSpPr txBox="1"/>
            <p:nvPr/>
          </p:nvSpPr>
          <p:spPr>
            <a:xfrm>
              <a:off x="14353747" y="8439215"/>
              <a:ext cx="1651098" cy="372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en-US" sz="1400">
                  <a:latin typeface="Poppins" panose="00000500000000000000" pitchFamily="2" charset="0"/>
                  <a:cs typeface="Poppins" panose="00000500000000000000" pitchFamily="2" charset="0"/>
                </a:rPr>
                <a:t>Behind the word</a:t>
              </a:r>
              <a:endParaRPr lang="id-ID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003BDD7-3CD6-4EF9-B057-E2F536AFCD0C}"/>
                </a:ext>
              </a:extLst>
            </p:cNvPr>
            <p:cNvSpPr txBox="1"/>
            <p:nvPr/>
          </p:nvSpPr>
          <p:spPr>
            <a:xfrm>
              <a:off x="14353746" y="7823276"/>
              <a:ext cx="1651099" cy="695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id-ID" sz="3200" dirty="0">
                  <a:solidFill>
                    <a:schemeClr val="accent2"/>
                  </a:solidFill>
                  <a:latin typeface="Titillium Web SemiBold" panose="00000700000000000000" pitchFamily="2" charset="0"/>
                </a:rPr>
                <a:t>1460+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2137023" y="7782828"/>
            <a:ext cx="1651100" cy="988349"/>
            <a:chOff x="12137023" y="7823276"/>
            <a:chExt cx="1651100" cy="98834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FC9338B-0428-48B9-B157-2C964A3CD878}"/>
                </a:ext>
              </a:extLst>
            </p:cNvPr>
            <p:cNvSpPr txBox="1"/>
            <p:nvPr/>
          </p:nvSpPr>
          <p:spPr>
            <a:xfrm>
              <a:off x="12137025" y="8439215"/>
              <a:ext cx="1651098" cy="372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en-US" sz="1400">
                  <a:latin typeface="Poppins" panose="00000500000000000000" pitchFamily="2" charset="0"/>
                  <a:cs typeface="Poppins" panose="00000500000000000000" pitchFamily="2" charset="0"/>
                </a:rPr>
                <a:t>Behind the word</a:t>
              </a:r>
              <a:endParaRPr lang="id-ID" sz="1400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F5E3139-3F2D-4E31-B2D5-8E2C011F9035}"/>
                </a:ext>
              </a:extLst>
            </p:cNvPr>
            <p:cNvSpPr txBox="1"/>
            <p:nvPr/>
          </p:nvSpPr>
          <p:spPr>
            <a:xfrm>
              <a:off x="12137023" y="7823276"/>
              <a:ext cx="1651099" cy="6955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l"/>
              <a:r>
                <a:rPr lang="id-ID" sz="3200" dirty="0">
                  <a:solidFill>
                    <a:schemeClr val="accent2"/>
                  </a:solidFill>
                  <a:latin typeface="Titillium Web SemiBold" panose="00000700000000000000" pitchFamily="2" charset="0"/>
                </a:rPr>
                <a:t>99,9%</a:t>
              </a: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7E2D8D-DA88-4E71-A7AF-1DB5713D1B3E}"/>
              </a:ext>
            </a:extLst>
          </p:cNvPr>
          <p:cNvCxnSpPr/>
          <p:nvPr/>
        </p:nvCxnSpPr>
        <p:spPr>
          <a:xfrm>
            <a:off x="11854212" y="7911242"/>
            <a:ext cx="0" cy="731520"/>
          </a:xfrm>
          <a:prstGeom prst="line">
            <a:avLst/>
          </a:prstGeom>
          <a:ln w="22225" cap="rnd">
            <a:solidFill>
              <a:schemeClr val="bg1">
                <a:lumMod val="65000"/>
                <a:alpha val="26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7E2D8D-DA88-4E71-A7AF-1DB5713D1B3E}"/>
              </a:ext>
            </a:extLst>
          </p:cNvPr>
          <p:cNvCxnSpPr/>
          <p:nvPr/>
        </p:nvCxnSpPr>
        <p:spPr>
          <a:xfrm>
            <a:off x="14070936" y="7911242"/>
            <a:ext cx="0" cy="731520"/>
          </a:xfrm>
          <a:prstGeom prst="line">
            <a:avLst/>
          </a:prstGeom>
          <a:ln w="22225" cap="rnd">
            <a:solidFill>
              <a:schemeClr val="bg1">
                <a:lumMod val="65000"/>
                <a:alpha val="26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44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Chart 32"/>
          <p:cNvGraphicFramePr/>
          <p:nvPr>
            <p:extLst>
              <p:ext uri="{D42A27DB-BD31-4B8C-83A1-F6EECF244321}">
                <p14:modId xmlns:p14="http://schemas.microsoft.com/office/powerpoint/2010/main" val="3458440442"/>
              </p:ext>
            </p:extLst>
          </p:nvPr>
        </p:nvGraphicFramePr>
        <p:xfrm>
          <a:off x="1097280" y="4109507"/>
          <a:ext cx="8275319" cy="455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1097280" y="2641901"/>
            <a:ext cx="486062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Monthly</a:t>
            </a:r>
            <a:endParaRPr lang="en-US" sz="3200" b="1"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Data Chart Report.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97279" y="4072664"/>
            <a:ext cx="71729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Far far away, behind the word mountains, far from the countries Vokalia and Consonantia, there live the blind texts.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02C62C1-CDF3-4E47-873A-9BD91702DBBC}"/>
              </a:ext>
            </a:extLst>
          </p:cNvPr>
          <p:cNvSpPr/>
          <p:nvPr/>
        </p:nvSpPr>
        <p:spPr>
          <a:xfrm>
            <a:off x="10134584" y="5282616"/>
            <a:ext cx="55321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i="1">
                <a:latin typeface="Lato" panose="020F0502020204030203" pitchFamily="34" charset="0"/>
                <a:ea typeface="Karla" pitchFamily="2" charset="0"/>
                <a:cs typeface="Baloo Chettan 2" panose="03080502040302020200" pitchFamily="66" charset="0"/>
              </a:rPr>
              <a:t>Service and solutions providing highest quality customers world class new products.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34584" y="7283912"/>
            <a:ext cx="70561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417320" y="8942406"/>
            <a:ext cx="1698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Titillium Web SemiBold" panose="00000700000000000000" pitchFamily="2" charset="0"/>
                <a:cs typeface="Poppins" panose="00000500000000000000" pitchFamily="2" charset="0"/>
              </a:rPr>
              <a:t>Your Subtitle Here</a:t>
            </a:r>
            <a:endParaRPr lang="en-ID" sz="14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Freeform 45"/>
          <p:cNvSpPr>
            <a:spLocks/>
          </p:cNvSpPr>
          <p:nvPr/>
        </p:nvSpPr>
        <p:spPr bwMode="auto">
          <a:xfrm>
            <a:off x="1097280" y="8922086"/>
            <a:ext cx="267634" cy="267634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3700731" y="8942406"/>
            <a:ext cx="1698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Titillium Web SemiBold" panose="00000700000000000000" pitchFamily="2" charset="0"/>
                <a:cs typeface="Poppins" panose="00000500000000000000" pitchFamily="2" charset="0"/>
              </a:rPr>
              <a:t>Your Subtitle Here</a:t>
            </a:r>
            <a:endParaRPr lang="en-ID" sz="14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Freeform 52"/>
          <p:cNvSpPr>
            <a:spLocks/>
          </p:cNvSpPr>
          <p:nvPr/>
        </p:nvSpPr>
        <p:spPr bwMode="auto">
          <a:xfrm>
            <a:off x="3380691" y="8922086"/>
            <a:ext cx="267634" cy="267634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80" y="1051459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6" name="Freeform 12"/>
          <p:cNvSpPr>
            <a:spLocks noEditPoints="1"/>
          </p:cNvSpPr>
          <p:nvPr/>
        </p:nvSpPr>
        <p:spPr bwMode="auto">
          <a:xfrm>
            <a:off x="1332860" y="1287038"/>
            <a:ext cx="347472" cy="347472"/>
          </a:xfrm>
          <a:custGeom>
            <a:avLst/>
            <a:gdLst>
              <a:gd name="T0" fmla="*/ 229 w 265"/>
              <a:gd name="T1" fmla="*/ 152 h 265"/>
              <a:gd name="T2" fmla="*/ 229 w 265"/>
              <a:gd name="T3" fmla="*/ 150 h 265"/>
              <a:gd name="T4" fmla="*/ 115 w 265"/>
              <a:gd name="T5" fmla="*/ 265 h 265"/>
              <a:gd name="T6" fmla="*/ 0 w 265"/>
              <a:gd name="T7" fmla="*/ 150 h 265"/>
              <a:gd name="T8" fmla="*/ 115 w 265"/>
              <a:gd name="T9" fmla="*/ 36 h 265"/>
              <a:gd name="T10" fmla="*/ 115 w 265"/>
              <a:gd name="T11" fmla="*/ 152 h 265"/>
              <a:gd name="T12" fmla="*/ 229 w 265"/>
              <a:gd name="T13" fmla="*/ 152 h 265"/>
              <a:gd name="T14" fmla="*/ 151 w 265"/>
              <a:gd name="T15" fmla="*/ 116 h 265"/>
              <a:gd name="T16" fmla="*/ 151 w 265"/>
              <a:gd name="T17" fmla="*/ 0 h 265"/>
              <a:gd name="T18" fmla="*/ 265 w 265"/>
              <a:gd name="T19" fmla="*/ 114 h 265"/>
              <a:gd name="T20" fmla="*/ 265 w 265"/>
              <a:gd name="T21" fmla="*/ 116 h 265"/>
              <a:gd name="T22" fmla="*/ 151 w 265"/>
              <a:gd name="T23" fmla="*/ 116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5" h="265">
                <a:moveTo>
                  <a:pt x="229" y="152"/>
                </a:moveTo>
                <a:cubicBezTo>
                  <a:pt x="229" y="151"/>
                  <a:pt x="229" y="150"/>
                  <a:pt x="229" y="150"/>
                </a:cubicBezTo>
                <a:cubicBezTo>
                  <a:pt x="229" y="214"/>
                  <a:pt x="178" y="265"/>
                  <a:pt x="115" y="265"/>
                </a:cubicBezTo>
                <a:cubicBezTo>
                  <a:pt x="51" y="265"/>
                  <a:pt x="0" y="214"/>
                  <a:pt x="0" y="150"/>
                </a:cubicBezTo>
                <a:cubicBezTo>
                  <a:pt x="0" y="87"/>
                  <a:pt x="51" y="36"/>
                  <a:pt x="115" y="36"/>
                </a:cubicBezTo>
                <a:cubicBezTo>
                  <a:pt x="115" y="152"/>
                  <a:pt x="115" y="152"/>
                  <a:pt x="115" y="152"/>
                </a:cubicBezTo>
                <a:lnTo>
                  <a:pt x="229" y="152"/>
                </a:lnTo>
                <a:close/>
                <a:moveTo>
                  <a:pt x="151" y="116"/>
                </a:moveTo>
                <a:cubicBezTo>
                  <a:pt x="151" y="0"/>
                  <a:pt x="151" y="0"/>
                  <a:pt x="151" y="0"/>
                </a:cubicBezTo>
                <a:cubicBezTo>
                  <a:pt x="214" y="0"/>
                  <a:pt x="265" y="51"/>
                  <a:pt x="265" y="114"/>
                </a:cubicBezTo>
                <a:cubicBezTo>
                  <a:pt x="265" y="115"/>
                  <a:pt x="265" y="115"/>
                  <a:pt x="265" y="116"/>
                </a:cubicBezTo>
                <a:lnTo>
                  <a:pt x="151" y="11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79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017738922"/>
              </p:ext>
            </p:extLst>
          </p:nvPr>
        </p:nvGraphicFramePr>
        <p:xfrm>
          <a:off x="1097280" y="4570174"/>
          <a:ext cx="7190156" cy="3752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97280" y="2416555"/>
            <a:ext cx="486062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Monthly</a:t>
            </a:r>
            <a:endParaRPr lang="en-US" sz="3200" b="1"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Data Chart Report.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79" y="3847318"/>
            <a:ext cx="71729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Far far away, behind the word mountains, far from the countries Vokalia and Consonantia, there live the blind texts. 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097280" y="8861623"/>
            <a:ext cx="2018538" cy="328097"/>
            <a:chOff x="1097280" y="8922086"/>
            <a:chExt cx="2018538" cy="32809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17BC37-D48C-407B-8548-52330EB7A143}"/>
                </a:ext>
              </a:extLst>
            </p:cNvPr>
            <p:cNvSpPr txBox="1"/>
            <p:nvPr/>
          </p:nvSpPr>
          <p:spPr>
            <a:xfrm>
              <a:off x="1417320" y="8942406"/>
              <a:ext cx="16984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tillium Web SemiBold" panose="00000700000000000000" pitchFamily="2" charset="0"/>
                  <a:cs typeface="Poppins" panose="00000500000000000000" pitchFamily="2" charset="0"/>
                </a:rPr>
                <a:t>Your Subtitle Here</a:t>
              </a:r>
              <a:endParaRPr lang="en-ID" sz="1400" b="1">
                <a:latin typeface="Titillium Web SemiBold" panose="000007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1097280" y="8922086"/>
              <a:ext cx="267634" cy="267634"/>
            </a:xfrm>
            <a:custGeom>
              <a:avLst/>
              <a:gdLst>
                <a:gd name="connsiteX0" fmla="*/ 20348 w 206078"/>
                <a:gd name="connsiteY0" fmla="*/ 18730 h 181095"/>
                <a:gd name="connsiteX1" fmla="*/ 120055 w 206078"/>
                <a:gd name="connsiteY1" fmla="*/ 18730 h 181095"/>
                <a:gd name="connsiteX2" fmla="*/ 120055 w 206078"/>
                <a:gd name="connsiteY2" fmla="*/ 39283 h 181095"/>
                <a:gd name="connsiteX3" fmla="*/ 20348 w 206078"/>
                <a:gd name="connsiteY3" fmla="*/ 39283 h 181095"/>
                <a:gd name="connsiteX4" fmla="*/ 20348 w 206078"/>
                <a:gd name="connsiteY4" fmla="*/ 160543 h 181095"/>
                <a:gd name="connsiteX5" fmla="*/ 160752 w 206078"/>
                <a:gd name="connsiteY5" fmla="*/ 160543 h 181095"/>
                <a:gd name="connsiteX6" fmla="*/ 160752 w 206078"/>
                <a:gd name="connsiteY6" fmla="*/ 109161 h 181095"/>
                <a:gd name="connsiteX7" fmla="*/ 181100 w 206078"/>
                <a:gd name="connsiteY7" fmla="*/ 109161 h 181095"/>
                <a:gd name="connsiteX8" fmla="*/ 181100 w 206078"/>
                <a:gd name="connsiteY8" fmla="*/ 160543 h 181095"/>
                <a:gd name="connsiteX9" fmla="*/ 179065 w 206078"/>
                <a:gd name="connsiteY9" fmla="*/ 168764 h 181095"/>
                <a:gd name="connsiteX10" fmla="*/ 174996 w 206078"/>
                <a:gd name="connsiteY10" fmla="*/ 176985 h 181095"/>
                <a:gd name="connsiteX11" fmla="*/ 168891 w 206078"/>
                <a:gd name="connsiteY11" fmla="*/ 179040 h 181095"/>
                <a:gd name="connsiteX12" fmla="*/ 160752 w 206078"/>
                <a:gd name="connsiteY12" fmla="*/ 181095 h 181095"/>
                <a:gd name="connsiteX13" fmla="*/ 20348 w 206078"/>
                <a:gd name="connsiteY13" fmla="*/ 181095 h 181095"/>
                <a:gd name="connsiteX14" fmla="*/ 12209 w 206078"/>
                <a:gd name="connsiteY14" fmla="*/ 179040 h 181095"/>
                <a:gd name="connsiteX15" fmla="*/ 4070 w 206078"/>
                <a:gd name="connsiteY15" fmla="*/ 176985 h 181095"/>
                <a:gd name="connsiteX16" fmla="*/ 2035 w 206078"/>
                <a:gd name="connsiteY16" fmla="*/ 168764 h 181095"/>
                <a:gd name="connsiteX17" fmla="*/ 0 w 206078"/>
                <a:gd name="connsiteY17" fmla="*/ 160543 h 181095"/>
                <a:gd name="connsiteX18" fmla="*/ 0 w 206078"/>
                <a:gd name="connsiteY18" fmla="*/ 39283 h 181095"/>
                <a:gd name="connsiteX19" fmla="*/ 2035 w 206078"/>
                <a:gd name="connsiteY19" fmla="*/ 31062 h 181095"/>
                <a:gd name="connsiteX20" fmla="*/ 4070 w 206078"/>
                <a:gd name="connsiteY20" fmla="*/ 24896 h 181095"/>
                <a:gd name="connsiteX21" fmla="*/ 12209 w 206078"/>
                <a:gd name="connsiteY21" fmla="*/ 20786 h 181095"/>
                <a:gd name="connsiteX22" fmla="*/ 184735 w 206078"/>
                <a:gd name="connsiteY22" fmla="*/ 0 h 181095"/>
                <a:gd name="connsiteX23" fmla="*/ 206078 w 206078"/>
                <a:gd name="connsiteY23" fmla="*/ 16404 h 181095"/>
                <a:gd name="connsiteX24" fmla="*/ 88691 w 206078"/>
                <a:gd name="connsiteY24" fmla="*/ 137385 h 181095"/>
                <a:gd name="connsiteX25" fmla="*/ 37467 w 206078"/>
                <a:gd name="connsiteY25" fmla="*/ 90223 h 181095"/>
                <a:gd name="connsiteX26" fmla="*/ 58810 w 206078"/>
                <a:gd name="connsiteY26" fmla="*/ 69718 h 181095"/>
                <a:gd name="connsiteX27" fmla="*/ 88691 w 206078"/>
                <a:gd name="connsiteY27" fmla="*/ 102526 h 181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06078" h="181095">
                  <a:moveTo>
                    <a:pt x="20348" y="18730"/>
                  </a:moveTo>
                  <a:lnTo>
                    <a:pt x="120055" y="18730"/>
                  </a:lnTo>
                  <a:lnTo>
                    <a:pt x="120055" y="39283"/>
                  </a:lnTo>
                  <a:lnTo>
                    <a:pt x="20348" y="39283"/>
                  </a:lnTo>
                  <a:lnTo>
                    <a:pt x="20348" y="160543"/>
                  </a:lnTo>
                  <a:lnTo>
                    <a:pt x="160752" y="160543"/>
                  </a:lnTo>
                  <a:lnTo>
                    <a:pt x="160752" y="109161"/>
                  </a:lnTo>
                  <a:lnTo>
                    <a:pt x="181100" y="109161"/>
                  </a:lnTo>
                  <a:lnTo>
                    <a:pt x="181100" y="160543"/>
                  </a:lnTo>
                  <a:lnTo>
                    <a:pt x="179065" y="168764"/>
                  </a:lnTo>
                  <a:lnTo>
                    <a:pt x="174996" y="176985"/>
                  </a:lnTo>
                  <a:lnTo>
                    <a:pt x="168891" y="179040"/>
                  </a:lnTo>
                  <a:lnTo>
                    <a:pt x="160752" y="181095"/>
                  </a:lnTo>
                  <a:lnTo>
                    <a:pt x="20348" y="181095"/>
                  </a:lnTo>
                  <a:lnTo>
                    <a:pt x="12209" y="179040"/>
                  </a:lnTo>
                  <a:lnTo>
                    <a:pt x="4070" y="176985"/>
                  </a:lnTo>
                  <a:lnTo>
                    <a:pt x="2035" y="168764"/>
                  </a:lnTo>
                  <a:lnTo>
                    <a:pt x="0" y="160543"/>
                  </a:lnTo>
                  <a:lnTo>
                    <a:pt x="0" y="39283"/>
                  </a:lnTo>
                  <a:lnTo>
                    <a:pt x="2035" y="31062"/>
                  </a:lnTo>
                  <a:lnTo>
                    <a:pt x="4070" y="24896"/>
                  </a:lnTo>
                  <a:lnTo>
                    <a:pt x="12209" y="20786"/>
                  </a:lnTo>
                  <a:close/>
                  <a:moveTo>
                    <a:pt x="184735" y="0"/>
                  </a:moveTo>
                  <a:lnTo>
                    <a:pt x="206078" y="16404"/>
                  </a:lnTo>
                  <a:lnTo>
                    <a:pt x="88691" y="137385"/>
                  </a:lnTo>
                  <a:lnTo>
                    <a:pt x="37467" y="90223"/>
                  </a:lnTo>
                  <a:lnTo>
                    <a:pt x="58810" y="69718"/>
                  </a:lnTo>
                  <a:lnTo>
                    <a:pt x="88691" y="1025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240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674491" y="8861623"/>
            <a:ext cx="2018538" cy="328097"/>
            <a:chOff x="3380691" y="8922086"/>
            <a:chExt cx="2018538" cy="3280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17BC37-D48C-407B-8548-52330EB7A143}"/>
                </a:ext>
              </a:extLst>
            </p:cNvPr>
            <p:cNvSpPr txBox="1"/>
            <p:nvPr/>
          </p:nvSpPr>
          <p:spPr>
            <a:xfrm>
              <a:off x="3700731" y="8942406"/>
              <a:ext cx="16984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tillium Web SemiBold" panose="00000700000000000000" pitchFamily="2" charset="0"/>
                  <a:cs typeface="Poppins" panose="00000500000000000000" pitchFamily="2" charset="0"/>
                </a:rPr>
                <a:t>Your Subtitle Here</a:t>
              </a:r>
              <a:endParaRPr lang="en-ID" sz="1400" b="1">
                <a:latin typeface="Titillium Web SemiBold" panose="000007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3380691" y="8922086"/>
              <a:ext cx="267634" cy="267634"/>
            </a:xfrm>
            <a:custGeom>
              <a:avLst/>
              <a:gdLst>
                <a:gd name="connsiteX0" fmla="*/ 20348 w 206078"/>
                <a:gd name="connsiteY0" fmla="*/ 18730 h 181095"/>
                <a:gd name="connsiteX1" fmla="*/ 120055 w 206078"/>
                <a:gd name="connsiteY1" fmla="*/ 18730 h 181095"/>
                <a:gd name="connsiteX2" fmla="*/ 120055 w 206078"/>
                <a:gd name="connsiteY2" fmla="*/ 39283 h 181095"/>
                <a:gd name="connsiteX3" fmla="*/ 20348 w 206078"/>
                <a:gd name="connsiteY3" fmla="*/ 39283 h 181095"/>
                <a:gd name="connsiteX4" fmla="*/ 20348 w 206078"/>
                <a:gd name="connsiteY4" fmla="*/ 160543 h 181095"/>
                <a:gd name="connsiteX5" fmla="*/ 160752 w 206078"/>
                <a:gd name="connsiteY5" fmla="*/ 160543 h 181095"/>
                <a:gd name="connsiteX6" fmla="*/ 160752 w 206078"/>
                <a:gd name="connsiteY6" fmla="*/ 109161 h 181095"/>
                <a:gd name="connsiteX7" fmla="*/ 181100 w 206078"/>
                <a:gd name="connsiteY7" fmla="*/ 109161 h 181095"/>
                <a:gd name="connsiteX8" fmla="*/ 181100 w 206078"/>
                <a:gd name="connsiteY8" fmla="*/ 160543 h 181095"/>
                <a:gd name="connsiteX9" fmla="*/ 179065 w 206078"/>
                <a:gd name="connsiteY9" fmla="*/ 168764 h 181095"/>
                <a:gd name="connsiteX10" fmla="*/ 174996 w 206078"/>
                <a:gd name="connsiteY10" fmla="*/ 176985 h 181095"/>
                <a:gd name="connsiteX11" fmla="*/ 168891 w 206078"/>
                <a:gd name="connsiteY11" fmla="*/ 179040 h 181095"/>
                <a:gd name="connsiteX12" fmla="*/ 160752 w 206078"/>
                <a:gd name="connsiteY12" fmla="*/ 181095 h 181095"/>
                <a:gd name="connsiteX13" fmla="*/ 20348 w 206078"/>
                <a:gd name="connsiteY13" fmla="*/ 181095 h 181095"/>
                <a:gd name="connsiteX14" fmla="*/ 12209 w 206078"/>
                <a:gd name="connsiteY14" fmla="*/ 179040 h 181095"/>
                <a:gd name="connsiteX15" fmla="*/ 4070 w 206078"/>
                <a:gd name="connsiteY15" fmla="*/ 176985 h 181095"/>
                <a:gd name="connsiteX16" fmla="*/ 2035 w 206078"/>
                <a:gd name="connsiteY16" fmla="*/ 168764 h 181095"/>
                <a:gd name="connsiteX17" fmla="*/ 0 w 206078"/>
                <a:gd name="connsiteY17" fmla="*/ 160543 h 181095"/>
                <a:gd name="connsiteX18" fmla="*/ 0 w 206078"/>
                <a:gd name="connsiteY18" fmla="*/ 39283 h 181095"/>
                <a:gd name="connsiteX19" fmla="*/ 2035 w 206078"/>
                <a:gd name="connsiteY19" fmla="*/ 31062 h 181095"/>
                <a:gd name="connsiteX20" fmla="*/ 4070 w 206078"/>
                <a:gd name="connsiteY20" fmla="*/ 24896 h 181095"/>
                <a:gd name="connsiteX21" fmla="*/ 12209 w 206078"/>
                <a:gd name="connsiteY21" fmla="*/ 20786 h 181095"/>
                <a:gd name="connsiteX22" fmla="*/ 184735 w 206078"/>
                <a:gd name="connsiteY22" fmla="*/ 0 h 181095"/>
                <a:gd name="connsiteX23" fmla="*/ 206078 w 206078"/>
                <a:gd name="connsiteY23" fmla="*/ 16404 h 181095"/>
                <a:gd name="connsiteX24" fmla="*/ 88691 w 206078"/>
                <a:gd name="connsiteY24" fmla="*/ 137385 h 181095"/>
                <a:gd name="connsiteX25" fmla="*/ 37467 w 206078"/>
                <a:gd name="connsiteY25" fmla="*/ 90223 h 181095"/>
                <a:gd name="connsiteX26" fmla="*/ 58810 w 206078"/>
                <a:gd name="connsiteY26" fmla="*/ 69718 h 181095"/>
                <a:gd name="connsiteX27" fmla="*/ 88691 w 206078"/>
                <a:gd name="connsiteY27" fmla="*/ 102526 h 181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06078" h="181095">
                  <a:moveTo>
                    <a:pt x="20348" y="18730"/>
                  </a:moveTo>
                  <a:lnTo>
                    <a:pt x="120055" y="18730"/>
                  </a:lnTo>
                  <a:lnTo>
                    <a:pt x="120055" y="39283"/>
                  </a:lnTo>
                  <a:lnTo>
                    <a:pt x="20348" y="39283"/>
                  </a:lnTo>
                  <a:lnTo>
                    <a:pt x="20348" y="160543"/>
                  </a:lnTo>
                  <a:lnTo>
                    <a:pt x="160752" y="160543"/>
                  </a:lnTo>
                  <a:lnTo>
                    <a:pt x="160752" y="109161"/>
                  </a:lnTo>
                  <a:lnTo>
                    <a:pt x="181100" y="109161"/>
                  </a:lnTo>
                  <a:lnTo>
                    <a:pt x="181100" y="160543"/>
                  </a:lnTo>
                  <a:lnTo>
                    <a:pt x="179065" y="168764"/>
                  </a:lnTo>
                  <a:lnTo>
                    <a:pt x="174996" y="176985"/>
                  </a:lnTo>
                  <a:lnTo>
                    <a:pt x="168891" y="179040"/>
                  </a:lnTo>
                  <a:lnTo>
                    <a:pt x="160752" y="181095"/>
                  </a:lnTo>
                  <a:lnTo>
                    <a:pt x="20348" y="181095"/>
                  </a:lnTo>
                  <a:lnTo>
                    <a:pt x="12209" y="179040"/>
                  </a:lnTo>
                  <a:lnTo>
                    <a:pt x="4070" y="176985"/>
                  </a:lnTo>
                  <a:lnTo>
                    <a:pt x="2035" y="168764"/>
                  </a:lnTo>
                  <a:lnTo>
                    <a:pt x="0" y="160543"/>
                  </a:lnTo>
                  <a:lnTo>
                    <a:pt x="0" y="39283"/>
                  </a:lnTo>
                  <a:lnTo>
                    <a:pt x="2035" y="31062"/>
                  </a:lnTo>
                  <a:lnTo>
                    <a:pt x="4070" y="24896"/>
                  </a:lnTo>
                  <a:lnTo>
                    <a:pt x="12209" y="20786"/>
                  </a:lnTo>
                  <a:close/>
                  <a:moveTo>
                    <a:pt x="184735" y="0"/>
                  </a:moveTo>
                  <a:lnTo>
                    <a:pt x="206078" y="16404"/>
                  </a:lnTo>
                  <a:lnTo>
                    <a:pt x="88691" y="137385"/>
                  </a:lnTo>
                  <a:lnTo>
                    <a:pt x="37467" y="90223"/>
                  </a:lnTo>
                  <a:lnTo>
                    <a:pt x="58810" y="69718"/>
                  </a:lnTo>
                  <a:lnTo>
                    <a:pt x="88691" y="10252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240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251702" y="8861623"/>
            <a:ext cx="2018538" cy="328097"/>
            <a:chOff x="5664102" y="8922086"/>
            <a:chExt cx="2018538" cy="32809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17BC37-D48C-407B-8548-52330EB7A143}"/>
                </a:ext>
              </a:extLst>
            </p:cNvPr>
            <p:cNvSpPr txBox="1"/>
            <p:nvPr/>
          </p:nvSpPr>
          <p:spPr>
            <a:xfrm>
              <a:off x="5984142" y="8942406"/>
              <a:ext cx="16984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tillium Web SemiBold" panose="00000700000000000000" pitchFamily="2" charset="0"/>
                  <a:cs typeface="Poppins" panose="00000500000000000000" pitchFamily="2" charset="0"/>
                </a:rPr>
                <a:t>Your Subtitle Here</a:t>
              </a:r>
              <a:endParaRPr lang="en-ID" sz="1400" b="1">
                <a:latin typeface="Titillium Web SemiBold" panose="000007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5664102" y="8922086"/>
              <a:ext cx="267634" cy="267634"/>
            </a:xfrm>
            <a:custGeom>
              <a:avLst/>
              <a:gdLst>
                <a:gd name="connsiteX0" fmla="*/ 20348 w 206078"/>
                <a:gd name="connsiteY0" fmla="*/ 18730 h 181095"/>
                <a:gd name="connsiteX1" fmla="*/ 120055 w 206078"/>
                <a:gd name="connsiteY1" fmla="*/ 18730 h 181095"/>
                <a:gd name="connsiteX2" fmla="*/ 120055 w 206078"/>
                <a:gd name="connsiteY2" fmla="*/ 39283 h 181095"/>
                <a:gd name="connsiteX3" fmla="*/ 20348 w 206078"/>
                <a:gd name="connsiteY3" fmla="*/ 39283 h 181095"/>
                <a:gd name="connsiteX4" fmla="*/ 20348 w 206078"/>
                <a:gd name="connsiteY4" fmla="*/ 160543 h 181095"/>
                <a:gd name="connsiteX5" fmla="*/ 160752 w 206078"/>
                <a:gd name="connsiteY5" fmla="*/ 160543 h 181095"/>
                <a:gd name="connsiteX6" fmla="*/ 160752 w 206078"/>
                <a:gd name="connsiteY6" fmla="*/ 109161 h 181095"/>
                <a:gd name="connsiteX7" fmla="*/ 181100 w 206078"/>
                <a:gd name="connsiteY7" fmla="*/ 109161 h 181095"/>
                <a:gd name="connsiteX8" fmla="*/ 181100 w 206078"/>
                <a:gd name="connsiteY8" fmla="*/ 160543 h 181095"/>
                <a:gd name="connsiteX9" fmla="*/ 179065 w 206078"/>
                <a:gd name="connsiteY9" fmla="*/ 168764 h 181095"/>
                <a:gd name="connsiteX10" fmla="*/ 174996 w 206078"/>
                <a:gd name="connsiteY10" fmla="*/ 176985 h 181095"/>
                <a:gd name="connsiteX11" fmla="*/ 168891 w 206078"/>
                <a:gd name="connsiteY11" fmla="*/ 179040 h 181095"/>
                <a:gd name="connsiteX12" fmla="*/ 160752 w 206078"/>
                <a:gd name="connsiteY12" fmla="*/ 181095 h 181095"/>
                <a:gd name="connsiteX13" fmla="*/ 20348 w 206078"/>
                <a:gd name="connsiteY13" fmla="*/ 181095 h 181095"/>
                <a:gd name="connsiteX14" fmla="*/ 12209 w 206078"/>
                <a:gd name="connsiteY14" fmla="*/ 179040 h 181095"/>
                <a:gd name="connsiteX15" fmla="*/ 4070 w 206078"/>
                <a:gd name="connsiteY15" fmla="*/ 176985 h 181095"/>
                <a:gd name="connsiteX16" fmla="*/ 2035 w 206078"/>
                <a:gd name="connsiteY16" fmla="*/ 168764 h 181095"/>
                <a:gd name="connsiteX17" fmla="*/ 0 w 206078"/>
                <a:gd name="connsiteY17" fmla="*/ 160543 h 181095"/>
                <a:gd name="connsiteX18" fmla="*/ 0 w 206078"/>
                <a:gd name="connsiteY18" fmla="*/ 39283 h 181095"/>
                <a:gd name="connsiteX19" fmla="*/ 2035 w 206078"/>
                <a:gd name="connsiteY19" fmla="*/ 31062 h 181095"/>
                <a:gd name="connsiteX20" fmla="*/ 4070 w 206078"/>
                <a:gd name="connsiteY20" fmla="*/ 24896 h 181095"/>
                <a:gd name="connsiteX21" fmla="*/ 12209 w 206078"/>
                <a:gd name="connsiteY21" fmla="*/ 20786 h 181095"/>
                <a:gd name="connsiteX22" fmla="*/ 184735 w 206078"/>
                <a:gd name="connsiteY22" fmla="*/ 0 h 181095"/>
                <a:gd name="connsiteX23" fmla="*/ 206078 w 206078"/>
                <a:gd name="connsiteY23" fmla="*/ 16404 h 181095"/>
                <a:gd name="connsiteX24" fmla="*/ 88691 w 206078"/>
                <a:gd name="connsiteY24" fmla="*/ 137385 h 181095"/>
                <a:gd name="connsiteX25" fmla="*/ 37467 w 206078"/>
                <a:gd name="connsiteY25" fmla="*/ 90223 h 181095"/>
                <a:gd name="connsiteX26" fmla="*/ 58810 w 206078"/>
                <a:gd name="connsiteY26" fmla="*/ 69718 h 181095"/>
                <a:gd name="connsiteX27" fmla="*/ 88691 w 206078"/>
                <a:gd name="connsiteY27" fmla="*/ 102526 h 181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06078" h="181095">
                  <a:moveTo>
                    <a:pt x="20348" y="18730"/>
                  </a:moveTo>
                  <a:lnTo>
                    <a:pt x="120055" y="18730"/>
                  </a:lnTo>
                  <a:lnTo>
                    <a:pt x="120055" y="39283"/>
                  </a:lnTo>
                  <a:lnTo>
                    <a:pt x="20348" y="39283"/>
                  </a:lnTo>
                  <a:lnTo>
                    <a:pt x="20348" y="160543"/>
                  </a:lnTo>
                  <a:lnTo>
                    <a:pt x="160752" y="160543"/>
                  </a:lnTo>
                  <a:lnTo>
                    <a:pt x="160752" y="109161"/>
                  </a:lnTo>
                  <a:lnTo>
                    <a:pt x="181100" y="109161"/>
                  </a:lnTo>
                  <a:lnTo>
                    <a:pt x="181100" y="160543"/>
                  </a:lnTo>
                  <a:lnTo>
                    <a:pt x="179065" y="168764"/>
                  </a:lnTo>
                  <a:lnTo>
                    <a:pt x="174996" y="176985"/>
                  </a:lnTo>
                  <a:lnTo>
                    <a:pt x="168891" y="179040"/>
                  </a:lnTo>
                  <a:lnTo>
                    <a:pt x="160752" y="181095"/>
                  </a:lnTo>
                  <a:lnTo>
                    <a:pt x="20348" y="181095"/>
                  </a:lnTo>
                  <a:lnTo>
                    <a:pt x="12209" y="179040"/>
                  </a:lnTo>
                  <a:lnTo>
                    <a:pt x="4070" y="176985"/>
                  </a:lnTo>
                  <a:lnTo>
                    <a:pt x="2035" y="168764"/>
                  </a:lnTo>
                  <a:lnTo>
                    <a:pt x="0" y="160543"/>
                  </a:lnTo>
                  <a:lnTo>
                    <a:pt x="0" y="39283"/>
                  </a:lnTo>
                  <a:lnTo>
                    <a:pt x="2035" y="31062"/>
                  </a:lnTo>
                  <a:lnTo>
                    <a:pt x="4070" y="24896"/>
                  </a:lnTo>
                  <a:lnTo>
                    <a:pt x="12209" y="20786"/>
                  </a:lnTo>
                  <a:close/>
                  <a:moveTo>
                    <a:pt x="184735" y="0"/>
                  </a:moveTo>
                  <a:lnTo>
                    <a:pt x="206078" y="16404"/>
                  </a:lnTo>
                  <a:lnTo>
                    <a:pt x="88691" y="137385"/>
                  </a:lnTo>
                  <a:lnTo>
                    <a:pt x="37467" y="90223"/>
                  </a:lnTo>
                  <a:lnTo>
                    <a:pt x="58810" y="69718"/>
                  </a:lnTo>
                  <a:lnTo>
                    <a:pt x="88691" y="10252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240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2677776" y="1601674"/>
            <a:ext cx="3946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677776" y="1996088"/>
            <a:ext cx="45129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2677776" y="3753330"/>
            <a:ext cx="3946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677776" y="4147744"/>
            <a:ext cx="45129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2677776" y="5904986"/>
            <a:ext cx="3946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677776" y="6299400"/>
            <a:ext cx="45129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2677776" y="8056642"/>
            <a:ext cx="3946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677776" y="8451056"/>
            <a:ext cx="45129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33" name="Oval 32"/>
          <p:cNvSpPr/>
          <p:nvPr/>
        </p:nvSpPr>
        <p:spPr>
          <a:xfrm>
            <a:off x="12014598" y="1677874"/>
            <a:ext cx="266700" cy="2667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2014598" y="3829530"/>
            <a:ext cx="266700" cy="2667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2014598" y="8132842"/>
            <a:ext cx="266700" cy="2667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2014598" y="5981186"/>
            <a:ext cx="266700" cy="2667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>
            <a:stCxn id="33" idx="4"/>
            <a:endCxn id="36" idx="0"/>
          </p:cNvCxnSpPr>
          <p:nvPr/>
        </p:nvCxnSpPr>
        <p:spPr>
          <a:xfrm>
            <a:off x="12147948" y="1944574"/>
            <a:ext cx="0" cy="6188268"/>
          </a:xfrm>
          <a:prstGeom prst="line">
            <a:avLst/>
          </a:prstGeom>
          <a:ln w="635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0689431" y="1601674"/>
            <a:ext cx="92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>
                <a:latin typeface="Titillium Web SemiBold" panose="00000700000000000000" pitchFamily="2" charset="0"/>
                <a:cs typeface="Poppins" panose="00000500000000000000" pitchFamily="2" charset="0"/>
              </a:rPr>
              <a:t>2018</a:t>
            </a:r>
            <a:endParaRPr lang="en-ID" sz="18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0689431" y="3753330"/>
            <a:ext cx="92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>
                <a:latin typeface="Titillium Web SemiBold" panose="00000700000000000000" pitchFamily="2" charset="0"/>
                <a:cs typeface="Poppins" panose="00000500000000000000" pitchFamily="2" charset="0"/>
              </a:rPr>
              <a:t>2019</a:t>
            </a:r>
            <a:endParaRPr lang="en-ID" sz="18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0220960" y="5904986"/>
            <a:ext cx="1397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>
                <a:solidFill>
                  <a:schemeClr val="accent2"/>
                </a:solidFill>
                <a:latin typeface="Titillium Web SemiBold" panose="00000700000000000000" pitchFamily="2" charset="0"/>
                <a:cs typeface="Poppins" panose="00000500000000000000" pitchFamily="2" charset="0"/>
              </a:rPr>
              <a:t>2020</a:t>
            </a:r>
            <a:endParaRPr lang="en-ID" sz="2400" b="1">
              <a:solidFill>
                <a:schemeClr val="accent2"/>
              </a:solidFill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0689431" y="8056642"/>
            <a:ext cx="928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>
                <a:latin typeface="Titillium Web SemiBold" panose="00000700000000000000" pitchFamily="2" charset="0"/>
                <a:cs typeface="Poppins" panose="00000500000000000000" pitchFamily="2" charset="0"/>
              </a:rPr>
              <a:t>2021</a:t>
            </a:r>
            <a:endParaRPr lang="en-ID" sz="18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015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64C9044-1EB2-4008-88B1-D5653D860E35}"/>
              </a:ext>
            </a:extLst>
          </p:cNvPr>
          <p:cNvSpPr/>
          <p:nvPr/>
        </p:nvSpPr>
        <p:spPr>
          <a:xfrm flipH="1">
            <a:off x="-3" y="0"/>
            <a:ext cx="18288002" cy="9347925"/>
          </a:xfrm>
          <a:custGeom>
            <a:avLst/>
            <a:gdLst>
              <a:gd name="connsiteX0" fmla="*/ 18288002 w 18288002"/>
              <a:gd name="connsiteY0" fmla="*/ 0 h 9347925"/>
              <a:gd name="connsiteX1" fmla="*/ 2 w 18288002"/>
              <a:gd name="connsiteY1" fmla="*/ 0 h 9347925"/>
              <a:gd name="connsiteX2" fmla="*/ 2 w 18288002"/>
              <a:gd name="connsiteY2" fmla="*/ 486953 h 9347925"/>
              <a:gd name="connsiteX3" fmla="*/ 0 w 18288002"/>
              <a:gd name="connsiteY3" fmla="*/ 486953 h 9347925"/>
              <a:gd name="connsiteX4" fmla="*/ 0 w 18288002"/>
              <a:gd name="connsiteY4" fmla="*/ 4630181 h 9347925"/>
              <a:gd name="connsiteX5" fmla="*/ 1366 w 18288002"/>
              <a:gd name="connsiteY5" fmla="*/ 4756874 h 9347925"/>
              <a:gd name="connsiteX6" fmla="*/ 6804 w 18288002"/>
              <a:gd name="connsiteY6" fmla="*/ 5263836 h 9347925"/>
              <a:gd name="connsiteX7" fmla="*/ 18288001 w 18288002"/>
              <a:gd name="connsiteY7" fmla="*/ 8695834 h 9347925"/>
              <a:gd name="connsiteX8" fmla="*/ 18288001 w 18288002"/>
              <a:gd name="connsiteY8" fmla="*/ 1486322 h 9347925"/>
              <a:gd name="connsiteX9" fmla="*/ 18288002 w 18288002"/>
              <a:gd name="connsiteY9" fmla="*/ 1486322 h 9347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2" h="9347925">
                <a:moveTo>
                  <a:pt x="18288002" y="0"/>
                </a:moveTo>
                <a:lnTo>
                  <a:pt x="2" y="0"/>
                </a:lnTo>
                <a:lnTo>
                  <a:pt x="2" y="486953"/>
                </a:lnTo>
                <a:lnTo>
                  <a:pt x="0" y="486953"/>
                </a:lnTo>
                <a:lnTo>
                  <a:pt x="0" y="4630181"/>
                </a:lnTo>
                <a:lnTo>
                  <a:pt x="1366" y="4756874"/>
                </a:lnTo>
                <a:cubicBezTo>
                  <a:pt x="4634" y="5061076"/>
                  <a:pt x="6650" y="5252866"/>
                  <a:pt x="6804" y="5263836"/>
                </a:cubicBezTo>
                <a:cubicBezTo>
                  <a:pt x="7903202" y="11243804"/>
                  <a:pt x="17383129" y="8973738"/>
                  <a:pt x="18288001" y="8695834"/>
                </a:cubicBezTo>
                <a:lnTo>
                  <a:pt x="18288001" y="1486322"/>
                </a:lnTo>
                <a:lnTo>
                  <a:pt x="18288002" y="14863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id-ID" dirty="0"/>
          </a:p>
        </p:txBody>
      </p:sp>
      <p:sp>
        <p:nvSpPr>
          <p:cNvPr id="28" name="Rounded Rectangle 27"/>
          <p:cNvSpPr/>
          <p:nvPr/>
        </p:nvSpPr>
        <p:spPr>
          <a:xfrm>
            <a:off x="1097278" y="4917439"/>
            <a:ext cx="7112001" cy="4500881"/>
          </a:xfrm>
          <a:prstGeom prst="roundRect">
            <a:avLst>
              <a:gd name="adj" fmla="val 2255"/>
            </a:avLst>
          </a:prstGeom>
          <a:solidFill>
            <a:schemeClr val="bg1"/>
          </a:solidFill>
          <a:ln>
            <a:noFill/>
          </a:ln>
          <a:effectLst>
            <a:outerShdw blurRad="355600" dist="381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287226581"/>
              </p:ext>
            </p:extLst>
          </p:nvPr>
        </p:nvGraphicFramePr>
        <p:xfrm>
          <a:off x="8839200" y="833420"/>
          <a:ext cx="8351520" cy="3733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641600"/>
              </p:ext>
            </p:extLst>
          </p:nvPr>
        </p:nvGraphicFramePr>
        <p:xfrm>
          <a:off x="1371599" y="5118796"/>
          <a:ext cx="6563360" cy="4070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8948">
                  <a:extLst>
                    <a:ext uri="{9D8B030D-6E8A-4147-A177-3AD203B41FA5}">
                      <a16:colId xmlns:a16="http://schemas.microsoft.com/office/drawing/2014/main" val="2030773283"/>
                    </a:ext>
                  </a:extLst>
                </a:gridCol>
                <a:gridCol w="2724412">
                  <a:extLst>
                    <a:ext uri="{9D8B030D-6E8A-4147-A177-3AD203B41FA5}">
                      <a16:colId xmlns:a16="http://schemas.microsoft.com/office/drawing/2014/main" val="2868248669"/>
                    </a:ext>
                  </a:extLst>
                </a:gridCol>
              </a:tblGrid>
              <a:tr h="36756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Titillium Web SemiBold" panose="000007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Top Country</a:t>
                      </a:r>
                      <a:endParaRPr lang="en-US" sz="1800" dirty="0">
                        <a:solidFill>
                          <a:schemeClr val="bg1"/>
                        </a:solidFill>
                        <a:latin typeface="Titillium Web SemiBold" panose="000007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Titillium Web SemiBold" panose="000007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Earning</a:t>
                      </a:r>
                      <a:endParaRPr lang="en-US" sz="1800" dirty="0">
                        <a:solidFill>
                          <a:schemeClr val="bg1"/>
                        </a:solidFill>
                        <a:latin typeface="Titillium Web SemiBold" panose="000007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605160"/>
                  </a:ext>
                </a:extLst>
              </a:tr>
              <a:tr h="367565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United</a:t>
                      </a:r>
                      <a:r>
                        <a:rPr lang="en-US" sz="1400" baseline="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 States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SzPct val="200000"/>
                        <a:buFont typeface="Roboto" panose="02000000000000000000" pitchFamily="2" charset="0"/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Titillium Web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$535.60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Roboto" panose="020000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658157"/>
                  </a:ext>
                </a:extLst>
              </a:tr>
              <a:tr h="367565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Canada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tillium Web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$521.87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046325"/>
                  </a:ext>
                </a:extLst>
              </a:tr>
              <a:tr h="367565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Republic Of South Korea</a:t>
                      </a: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tillium Web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$489.12</a:t>
                      </a: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265158"/>
                  </a:ext>
                </a:extLst>
              </a:tr>
              <a:tr h="367565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Australia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tillium Web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$450.78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891573"/>
                  </a:ext>
                </a:extLst>
              </a:tr>
              <a:tr h="367565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Germany</a:t>
                      </a: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tillium Web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$433.90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101774"/>
                  </a:ext>
                </a:extLst>
              </a:tr>
              <a:tr h="367565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France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tillium Web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$433.25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866546"/>
                  </a:ext>
                </a:extLst>
              </a:tr>
              <a:tr h="367565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United Kingdom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latin typeface="Titillium Web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$389.68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319122"/>
                  </a:ext>
                </a:extLst>
              </a:tr>
              <a:tr h="367565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Italy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latin typeface="Titillium Web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$350.10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29736"/>
                  </a:ext>
                </a:extLst>
              </a:tr>
              <a:tr h="367565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Netherland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latin typeface="Titillium Web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$207.89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920423"/>
                  </a:ext>
                </a:extLst>
              </a:tr>
              <a:tr h="367565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Indonesia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latin typeface="Titillium Web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$171.78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97948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97280" y="2221422"/>
            <a:ext cx="486062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Monthly</a:t>
            </a:r>
            <a:endParaRPr lang="en-US" sz="3200" b="1"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Data Chart Report.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79" y="3652185"/>
            <a:ext cx="71729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Far far away, behind the word mountains, far from the countries Vokalia and Consonantia, there live the blind texts. </a:t>
            </a:r>
          </a:p>
        </p:txBody>
      </p:sp>
      <p:sp>
        <p:nvSpPr>
          <p:cNvPr id="17" name="Round Same Side Corner Rectangle 16"/>
          <p:cNvSpPr/>
          <p:nvPr/>
        </p:nvSpPr>
        <p:spPr>
          <a:xfrm>
            <a:off x="8839200" y="4917440"/>
            <a:ext cx="8351520" cy="5369559"/>
          </a:xfrm>
          <a:prstGeom prst="round2SameRect">
            <a:avLst>
              <a:gd name="adj1" fmla="val 185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55600" dist="38100" dir="5400000" algn="t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456608"/>
              </p:ext>
            </p:extLst>
          </p:nvPr>
        </p:nvGraphicFramePr>
        <p:xfrm>
          <a:off x="9123680" y="5181722"/>
          <a:ext cx="7701280" cy="4043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706">
                  <a:extLst>
                    <a:ext uri="{9D8B030D-6E8A-4147-A177-3AD203B41FA5}">
                      <a16:colId xmlns:a16="http://schemas.microsoft.com/office/drawing/2014/main" val="2030773283"/>
                    </a:ext>
                  </a:extLst>
                </a:gridCol>
                <a:gridCol w="2211547">
                  <a:extLst>
                    <a:ext uri="{9D8B030D-6E8A-4147-A177-3AD203B41FA5}">
                      <a16:colId xmlns:a16="http://schemas.microsoft.com/office/drawing/2014/main" val="647124450"/>
                    </a:ext>
                  </a:extLst>
                </a:gridCol>
                <a:gridCol w="2351027">
                  <a:extLst>
                    <a:ext uri="{9D8B030D-6E8A-4147-A177-3AD203B41FA5}">
                      <a16:colId xmlns:a16="http://schemas.microsoft.com/office/drawing/2014/main" val="2868248669"/>
                    </a:ext>
                  </a:extLst>
                </a:gridCol>
              </a:tblGrid>
              <a:tr h="391831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Titillium Web SemiBold" panose="000007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Date</a:t>
                      </a:r>
                      <a:endParaRPr lang="en-US" sz="1800" dirty="0">
                        <a:solidFill>
                          <a:schemeClr val="bg1"/>
                        </a:solidFill>
                        <a:latin typeface="Titillium Web SemiBold" panose="000007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Titillium Web SemiBold" panose="000007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Sales</a:t>
                      </a:r>
                      <a:endParaRPr lang="en-US" sz="1800" dirty="0">
                        <a:solidFill>
                          <a:schemeClr val="bg1"/>
                        </a:solidFill>
                        <a:latin typeface="Titillium Web SemiBold" panose="000007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bg1"/>
                          </a:solidFill>
                          <a:latin typeface="Titillium Web SemiBold" panose="000007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Earning</a:t>
                      </a:r>
                      <a:endParaRPr lang="en-US" sz="1800" dirty="0">
                        <a:solidFill>
                          <a:schemeClr val="bg1"/>
                        </a:solidFill>
                        <a:latin typeface="Titillium Web SemiBold" panose="000007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605160"/>
                  </a:ext>
                </a:extLst>
              </a:tr>
              <a:tr h="361617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Sunday, 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34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SzPct val="200000"/>
                        <a:buFont typeface="Roboto" panose="02000000000000000000" pitchFamily="2" charset="0"/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Titillium Web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$535.60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Roboto" panose="020000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658157"/>
                  </a:ext>
                </a:extLst>
              </a:tr>
              <a:tr h="361617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Monday, 2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30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tillium Web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$521.87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046325"/>
                  </a:ext>
                </a:extLst>
              </a:tr>
              <a:tr h="361617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Tuesday, 3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27</a:t>
                      </a: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tillium Web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$489.12</a:t>
                      </a: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265158"/>
                  </a:ext>
                </a:extLst>
              </a:tr>
              <a:tr h="361617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Wednesday, 4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25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tillium Web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$450.78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891573"/>
                  </a:ext>
                </a:extLst>
              </a:tr>
              <a:tr h="361617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Thursday, 5</a:t>
                      </a: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22</a:t>
                      </a: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tillium Web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$433.90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101774"/>
                  </a:ext>
                </a:extLst>
              </a:tr>
              <a:tr h="361617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Friday, 6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22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tillium Web" panose="00000500000000000000" pitchFamily="2" charset="0"/>
                          <a:ea typeface="Roboto" panose="02000000000000000000" pitchFamily="2" charset="0"/>
                          <a:cs typeface="Poppins" panose="00000500000000000000" pitchFamily="2" charset="0"/>
                        </a:rPr>
                        <a:t>$433.25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866546"/>
                  </a:ext>
                </a:extLst>
              </a:tr>
              <a:tr h="361617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Satuday, 7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19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latin typeface="Titillium Web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$389.68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319122"/>
                  </a:ext>
                </a:extLst>
              </a:tr>
              <a:tr h="361617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Sunday, 8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17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latin typeface="Titillium Web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$350.10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29736"/>
                  </a:ext>
                </a:extLst>
              </a:tr>
              <a:tr h="361617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Monday, 9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10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latin typeface="Titillium Web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$207.89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920423"/>
                  </a:ext>
                </a:extLst>
              </a:tr>
              <a:tr h="361617">
                <a:tc>
                  <a:txBody>
                    <a:bodyPr/>
                    <a:lstStyle/>
                    <a:p>
                      <a:pPr lvl="1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Tuesday, 10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400">
                          <a:solidFill>
                            <a:schemeClr val="tx1"/>
                          </a:solidFill>
                          <a:latin typeface="Titillium Web SemiBold" panose="000007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9</a:t>
                      </a:r>
                      <a:endParaRPr lang="en-US" sz="1400" dirty="0">
                        <a:solidFill>
                          <a:schemeClr val="tx1"/>
                        </a:solidFill>
                        <a:latin typeface="Titillium Web SemiBold" panose="000007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chemeClr val="tx1"/>
                          </a:solidFill>
                          <a:latin typeface="Titillium Web" panose="00000500000000000000" pitchFamily="2" charset="0"/>
                          <a:ea typeface="Open Sans Light" panose="020B0306030504020204" pitchFamily="34" charset="0"/>
                          <a:cs typeface="Poppins" panose="00000500000000000000" pitchFamily="2" charset="0"/>
                        </a:rPr>
                        <a:t>$171.78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tillium Web" panose="00000500000000000000" pitchFamily="2" charset="0"/>
                        <a:ea typeface="Open Sans Light" panose="020B0306030504020204" pitchFamily="34" charset="0"/>
                        <a:cs typeface="Poppins" panose="00000500000000000000" pitchFamily="2" charset="0"/>
                      </a:endParaRPr>
                    </a:p>
                  </a:txBody>
                  <a:tcPr marL="120953" marR="120953" marT="60477" marB="60477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979483"/>
                  </a:ext>
                </a:extLst>
              </a:tr>
            </a:tbl>
          </a:graphicData>
        </a:graphic>
      </p:graphicFrame>
      <p:sp>
        <p:nvSpPr>
          <p:cNvPr id="27" name="Freeform 26">
            <a:extLst>
              <a:ext uri="{FF2B5EF4-FFF2-40B4-BE49-F238E27FC236}">
                <a16:creationId xmlns:a16="http://schemas.microsoft.com/office/drawing/2014/main" id="{B64C9044-1EB2-4008-88B1-D5653D860E35}"/>
              </a:ext>
            </a:extLst>
          </p:cNvPr>
          <p:cNvSpPr/>
          <p:nvPr/>
        </p:nvSpPr>
        <p:spPr>
          <a:xfrm flipH="1">
            <a:off x="-1" y="2"/>
            <a:ext cx="7230207" cy="1486321"/>
          </a:xfrm>
          <a:custGeom>
            <a:avLst/>
            <a:gdLst>
              <a:gd name="connsiteX0" fmla="*/ 7230207 w 7230207"/>
              <a:gd name="connsiteY0" fmla="*/ 0 h 1486321"/>
              <a:gd name="connsiteX1" fmla="*/ 0 w 7230207"/>
              <a:gd name="connsiteY1" fmla="*/ 0 h 1486321"/>
              <a:gd name="connsiteX2" fmla="*/ 45865 w 7230207"/>
              <a:gd name="connsiteY2" fmla="*/ 33062 h 1486321"/>
              <a:gd name="connsiteX3" fmla="*/ 7230207 w 7230207"/>
              <a:gd name="connsiteY3" fmla="*/ 1219174 h 1486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0207" h="1486321">
                <a:moveTo>
                  <a:pt x="7230207" y="0"/>
                </a:moveTo>
                <a:lnTo>
                  <a:pt x="0" y="0"/>
                </a:lnTo>
                <a:lnTo>
                  <a:pt x="45865" y="33062"/>
                </a:lnTo>
                <a:cubicBezTo>
                  <a:pt x="3215090" y="2205692"/>
                  <a:pt x="6871086" y="1329467"/>
                  <a:pt x="7230207" y="1219174"/>
                </a:cubicBezTo>
                <a:close/>
              </a:path>
            </a:pathLst>
          </a:cu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9086079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774996269"/>
              </p:ext>
            </p:extLst>
          </p:nvPr>
        </p:nvGraphicFramePr>
        <p:xfrm>
          <a:off x="10823996" y="1491058"/>
          <a:ext cx="6746209" cy="7119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97280" y="3456939"/>
            <a:ext cx="486062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Monthly</a:t>
            </a:r>
            <a:endParaRPr lang="en-US" sz="3200" b="1"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Data Chart Report.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79" y="5615515"/>
            <a:ext cx="949113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79" y="5284410"/>
            <a:ext cx="2387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About diagram report</a:t>
            </a:r>
            <a:endParaRPr lang="en-US" sz="1800" b="1">
              <a:solidFill>
                <a:schemeClr val="tx1">
                  <a:lumMod val="50000"/>
                  <a:lumOff val="50000"/>
                </a:schemeClr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514602" y="7733477"/>
            <a:ext cx="3474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14602" y="8127891"/>
            <a:ext cx="415503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1097280" y="7733477"/>
            <a:ext cx="320040" cy="320040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6433379" y="7733477"/>
            <a:ext cx="3474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 b="1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33379" y="8127891"/>
            <a:ext cx="415503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6016057" y="7733477"/>
            <a:ext cx="320040" cy="320040"/>
          </a:xfrm>
          <a:custGeom>
            <a:avLst/>
            <a:gdLst>
              <a:gd name="connsiteX0" fmla="*/ 20348 w 206078"/>
              <a:gd name="connsiteY0" fmla="*/ 18730 h 181095"/>
              <a:gd name="connsiteX1" fmla="*/ 120055 w 206078"/>
              <a:gd name="connsiteY1" fmla="*/ 18730 h 181095"/>
              <a:gd name="connsiteX2" fmla="*/ 120055 w 206078"/>
              <a:gd name="connsiteY2" fmla="*/ 39283 h 181095"/>
              <a:gd name="connsiteX3" fmla="*/ 20348 w 206078"/>
              <a:gd name="connsiteY3" fmla="*/ 39283 h 181095"/>
              <a:gd name="connsiteX4" fmla="*/ 20348 w 206078"/>
              <a:gd name="connsiteY4" fmla="*/ 160543 h 181095"/>
              <a:gd name="connsiteX5" fmla="*/ 160752 w 206078"/>
              <a:gd name="connsiteY5" fmla="*/ 160543 h 181095"/>
              <a:gd name="connsiteX6" fmla="*/ 160752 w 206078"/>
              <a:gd name="connsiteY6" fmla="*/ 109161 h 181095"/>
              <a:gd name="connsiteX7" fmla="*/ 181100 w 206078"/>
              <a:gd name="connsiteY7" fmla="*/ 109161 h 181095"/>
              <a:gd name="connsiteX8" fmla="*/ 181100 w 206078"/>
              <a:gd name="connsiteY8" fmla="*/ 160543 h 181095"/>
              <a:gd name="connsiteX9" fmla="*/ 179065 w 206078"/>
              <a:gd name="connsiteY9" fmla="*/ 168764 h 181095"/>
              <a:gd name="connsiteX10" fmla="*/ 174996 w 206078"/>
              <a:gd name="connsiteY10" fmla="*/ 176985 h 181095"/>
              <a:gd name="connsiteX11" fmla="*/ 168891 w 206078"/>
              <a:gd name="connsiteY11" fmla="*/ 179040 h 181095"/>
              <a:gd name="connsiteX12" fmla="*/ 160752 w 206078"/>
              <a:gd name="connsiteY12" fmla="*/ 181095 h 181095"/>
              <a:gd name="connsiteX13" fmla="*/ 20348 w 206078"/>
              <a:gd name="connsiteY13" fmla="*/ 181095 h 181095"/>
              <a:gd name="connsiteX14" fmla="*/ 12209 w 206078"/>
              <a:gd name="connsiteY14" fmla="*/ 179040 h 181095"/>
              <a:gd name="connsiteX15" fmla="*/ 4070 w 206078"/>
              <a:gd name="connsiteY15" fmla="*/ 176985 h 181095"/>
              <a:gd name="connsiteX16" fmla="*/ 2035 w 206078"/>
              <a:gd name="connsiteY16" fmla="*/ 168764 h 181095"/>
              <a:gd name="connsiteX17" fmla="*/ 0 w 206078"/>
              <a:gd name="connsiteY17" fmla="*/ 160543 h 181095"/>
              <a:gd name="connsiteX18" fmla="*/ 0 w 206078"/>
              <a:gd name="connsiteY18" fmla="*/ 39283 h 181095"/>
              <a:gd name="connsiteX19" fmla="*/ 2035 w 206078"/>
              <a:gd name="connsiteY19" fmla="*/ 31062 h 181095"/>
              <a:gd name="connsiteX20" fmla="*/ 4070 w 206078"/>
              <a:gd name="connsiteY20" fmla="*/ 24896 h 181095"/>
              <a:gd name="connsiteX21" fmla="*/ 12209 w 206078"/>
              <a:gd name="connsiteY21" fmla="*/ 20786 h 181095"/>
              <a:gd name="connsiteX22" fmla="*/ 184735 w 206078"/>
              <a:gd name="connsiteY22" fmla="*/ 0 h 181095"/>
              <a:gd name="connsiteX23" fmla="*/ 206078 w 206078"/>
              <a:gd name="connsiteY23" fmla="*/ 16404 h 181095"/>
              <a:gd name="connsiteX24" fmla="*/ 88691 w 206078"/>
              <a:gd name="connsiteY24" fmla="*/ 137385 h 181095"/>
              <a:gd name="connsiteX25" fmla="*/ 37467 w 206078"/>
              <a:gd name="connsiteY25" fmla="*/ 90223 h 181095"/>
              <a:gd name="connsiteX26" fmla="*/ 58810 w 206078"/>
              <a:gd name="connsiteY26" fmla="*/ 69718 h 181095"/>
              <a:gd name="connsiteX27" fmla="*/ 88691 w 206078"/>
              <a:gd name="connsiteY27" fmla="*/ 102526 h 181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06078" h="181095">
                <a:moveTo>
                  <a:pt x="20348" y="18730"/>
                </a:moveTo>
                <a:lnTo>
                  <a:pt x="120055" y="18730"/>
                </a:lnTo>
                <a:lnTo>
                  <a:pt x="120055" y="39283"/>
                </a:lnTo>
                <a:lnTo>
                  <a:pt x="20348" y="39283"/>
                </a:lnTo>
                <a:lnTo>
                  <a:pt x="20348" y="160543"/>
                </a:lnTo>
                <a:lnTo>
                  <a:pt x="160752" y="160543"/>
                </a:lnTo>
                <a:lnTo>
                  <a:pt x="160752" y="109161"/>
                </a:lnTo>
                <a:lnTo>
                  <a:pt x="181100" y="109161"/>
                </a:lnTo>
                <a:lnTo>
                  <a:pt x="181100" y="160543"/>
                </a:lnTo>
                <a:lnTo>
                  <a:pt x="179065" y="168764"/>
                </a:lnTo>
                <a:lnTo>
                  <a:pt x="174996" y="176985"/>
                </a:lnTo>
                <a:lnTo>
                  <a:pt x="168891" y="179040"/>
                </a:lnTo>
                <a:lnTo>
                  <a:pt x="160752" y="181095"/>
                </a:lnTo>
                <a:lnTo>
                  <a:pt x="20348" y="181095"/>
                </a:lnTo>
                <a:lnTo>
                  <a:pt x="12209" y="179040"/>
                </a:lnTo>
                <a:lnTo>
                  <a:pt x="4070" y="176985"/>
                </a:lnTo>
                <a:lnTo>
                  <a:pt x="2035" y="168764"/>
                </a:lnTo>
                <a:lnTo>
                  <a:pt x="0" y="160543"/>
                </a:lnTo>
                <a:lnTo>
                  <a:pt x="0" y="39283"/>
                </a:lnTo>
                <a:lnTo>
                  <a:pt x="2035" y="31062"/>
                </a:lnTo>
                <a:lnTo>
                  <a:pt x="4070" y="24896"/>
                </a:lnTo>
                <a:lnTo>
                  <a:pt x="12209" y="20786"/>
                </a:lnTo>
                <a:close/>
                <a:moveTo>
                  <a:pt x="184735" y="0"/>
                </a:moveTo>
                <a:lnTo>
                  <a:pt x="206078" y="16404"/>
                </a:lnTo>
                <a:lnTo>
                  <a:pt x="88691" y="137385"/>
                </a:lnTo>
                <a:lnTo>
                  <a:pt x="37467" y="90223"/>
                </a:lnTo>
                <a:lnTo>
                  <a:pt x="58810" y="69718"/>
                </a:lnTo>
                <a:lnTo>
                  <a:pt x="88691" y="1025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80" y="1700928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12"/>
          <p:cNvSpPr>
            <a:spLocks noEditPoints="1"/>
          </p:cNvSpPr>
          <p:nvPr/>
        </p:nvSpPr>
        <p:spPr bwMode="auto">
          <a:xfrm>
            <a:off x="1332860" y="1936507"/>
            <a:ext cx="347472" cy="347472"/>
          </a:xfrm>
          <a:custGeom>
            <a:avLst/>
            <a:gdLst>
              <a:gd name="T0" fmla="*/ 229 w 265"/>
              <a:gd name="T1" fmla="*/ 152 h 265"/>
              <a:gd name="T2" fmla="*/ 229 w 265"/>
              <a:gd name="T3" fmla="*/ 150 h 265"/>
              <a:gd name="T4" fmla="*/ 115 w 265"/>
              <a:gd name="T5" fmla="*/ 265 h 265"/>
              <a:gd name="T6" fmla="*/ 0 w 265"/>
              <a:gd name="T7" fmla="*/ 150 h 265"/>
              <a:gd name="T8" fmla="*/ 115 w 265"/>
              <a:gd name="T9" fmla="*/ 36 h 265"/>
              <a:gd name="T10" fmla="*/ 115 w 265"/>
              <a:gd name="T11" fmla="*/ 152 h 265"/>
              <a:gd name="T12" fmla="*/ 229 w 265"/>
              <a:gd name="T13" fmla="*/ 152 h 265"/>
              <a:gd name="T14" fmla="*/ 151 w 265"/>
              <a:gd name="T15" fmla="*/ 116 h 265"/>
              <a:gd name="T16" fmla="*/ 151 w 265"/>
              <a:gd name="T17" fmla="*/ 0 h 265"/>
              <a:gd name="T18" fmla="*/ 265 w 265"/>
              <a:gd name="T19" fmla="*/ 114 h 265"/>
              <a:gd name="T20" fmla="*/ 265 w 265"/>
              <a:gd name="T21" fmla="*/ 116 h 265"/>
              <a:gd name="T22" fmla="*/ 151 w 265"/>
              <a:gd name="T23" fmla="*/ 116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5" h="265">
                <a:moveTo>
                  <a:pt x="229" y="152"/>
                </a:moveTo>
                <a:cubicBezTo>
                  <a:pt x="229" y="151"/>
                  <a:pt x="229" y="150"/>
                  <a:pt x="229" y="150"/>
                </a:cubicBezTo>
                <a:cubicBezTo>
                  <a:pt x="229" y="214"/>
                  <a:pt x="178" y="265"/>
                  <a:pt x="115" y="265"/>
                </a:cubicBezTo>
                <a:cubicBezTo>
                  <a:pt x="51" y="265"/>
                  <a:pt x="0" y="214"/>
                  <a:pt x="0" y="150"/>
                </a:cubicBezTo>
                <a:cubicBezTo>
                  <a:pt x="0" y="87"/>
                  <a:pt x="51" y="36"/>
                  <a:pt x="115" y="36"/>
                </a:cubicBezTo>
                <a:cubicBezTo>
                  <a:pt x="115" y="152"/>
                  <a:pt x="115" y="152"/>
                  <a:pt x="115" y="152"/>
                </a:cubicBezTo>
                <a:lnTo>
                  <a:pt x="229" y="152"/>
                </a:lnTo>
                <a:close/>
                <a:moveTo>
                  <a:pt x="151" y="116"/>
                </a:moveTo>
                <a:cubicBezTo>
                  <a:pt x="151" y="0"/>
                  <a:pt x="151" y="0"/>
                  <a:pt x="151" y="0"/>
                </a:cubicBezTo>
                <a:cubicBezTo>
                  <a:pt x="214" y="0"/>
                  <a:pt x="265" y="51"/>
                  <a:pt x="265" y="114"/>
                </a:cubicBezTo>
                <a:cubicBezTo>
                  <a:pt x="265" y="115"/>
                  <a:pt x="265" y="115"/>
                  <a:pt x="265" y="116"/>
                </a:cubicBezTo>
                <a:lnTo>
                  <a:pt x="151" y="11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</p:spTree>
    <p:extLst>
      <p:ext uri="{BB962C8B-B14F-4D97-AF65-F5344CB8AC3E}">
        <p14:creationId xmlns:p14="http://schemas.microsoft.com/office/powerpoint/2010/main" val="2747928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100000">
                <a:srgbClr val="00CCFF">
                  <a:alpha val="65000"/>
                </a:srgbClr>
              </a:gs>
              <a:gs pos="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5112370" y="0"/>
            <a:ext cx="13175631" cy="10287004"/>
            <a:chOff x="5112370" y="0"/>
            <a:chExt cx="13175631" cy="10287004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4F26F7C-EE4A-4680-9AFE-DC824A32C5B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556683" y="-1444313"/>
              <a:ext cx="10287004" cy="13175630"/>
            </a:xfrm>
            <a:custGeom>
              <a:avLst/>
              <a:gdLst>
                <a:gd name="connsiteX0" fmla="*/ 0 w 10287004"/>
                <a:gd name="connsiteY0" fmla="*/ 7527270 h 13175630"/>
                <a:gd name="connsiteX1" fmla="*/ 0 w 10287004"/>
                <a:gd name="connsiteY1" fmla="*/ 7249039 h 13175630"/>
                <a:gd name="connsiteX2" fmla="*/ 0 w 10287004"/>
                <a:gd name="connsiteY2" fmla="*/ 5959690 h 13175630"/>
                <a:gd name="connsiteX3" fmla="*/ 0 w 10287004"/>
                <a:gd name="connsiteY3" fmla="*/ 4145248 h 13175630"/>
                <a:gd name="connsiteX4" fmla="*/ 0 w 10287004"/>
                <a:gd name="connsiteY4" fmla="*/ 3105676 h 13175630"/>
                <a:gd name="connsiteX5" fmla="*/ 0 w 10287004"/>
                <a:gd name="connsiteY5" fmla="*/ 0 h 13175630"/>
                <a:gd name="connsiteX6" fmla="*/ 10287000 w 10287004"/>
                <a:gd name="connsiteY6" fmla="*/ 0 h 13175630"/>
                <a:gd name="connsiteX7" fmla="*/ 10287000 w 10287004"/>
                <a:gd name="connsiteY7" fmla="*/ 3105676 h 13175630"/>
                <a:gd name="connsiteX8" fmla="*/ 10287000 w 10287004"/>
                <a:gd name="connsiteY8" fmla="*/ 4145248 h 13175630"/>
                <a:gd name="connsiteX9" fmla="*/ 10287000 w 10287004"/>
                <a:gd name="connsiteY9" fmla="*/ 5959690 h 13175630"/>
                <a:gd name="connsiteX10" fmla="*/ 10287000 w 10287004"/>
                <a:gd name="connsiteY10" fmla="*/ 6216881 h 13175630"/>
                <a:gd name="connsiteX11" fmla="*/ 10287004 w 10287004"/>
                <a:gd name="connsiteY11" fmla="*/ 6216919 h 13175630"/>
                <a:gd name="connsiteX12" fmla="*/ 10287003 w 10287004"/>
                <a:gd name="connsiteY12" fmla="*/ 10958805 h 13175630"/>
                <a:gd name="connsiteX13" fmla="*/ 10101241 w 10287004"/>
                <a:gd name="connsiteY13" fmla="*/ 11047919 h 13175630"/>
                <a:gd name="connsiteX14" fmla="*/ 6068904 w 10287004"/>
                <a:gd name="connsiteY14" fmla="*/ 12982217 h 13175630"/>
                <a:gd name="connsiteX15" fmla="*/ 4434391 w 10287004"/>
                <a:gd name="connsiteY15" fmla="*/ 12982217 h 13175630"/>
                <a:gd name="connsiteX16" fmla="*/ 432687 w 10287004"/>
                <a:gd name="connsiteY16" fmla="*/ 11062614 h 13175630"/>
                <a:gd name="connsiteX17" fmla="*/ 48154 w 10287004"/>
                <a:gd name="connsiteY17" fmla="*/ 10878155 h 13175630"/>
                <a:gd name="connsiteX18" fmla="*/ 48154 w 10287004"/>
                <a:gd name="connsiteY18" fmla="*/ 7527270 h 1317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287004" h="13175630">
                  <a:moveTo>
                    <a:pt x="0" y="7527270"/>
                  </a:moveTo>
                  <a:lnTo>
                    <a:pt x="0" y="7249039"/>
                  </a:lnTo>
                  <a:lnTo>
                    <a:pt x="0" y="5959690"/>
                  </a:lnTo>
                  <a:lnTo>
                    <a:pt x="0" y="4145248"/>
                  </a:lnTo>
                  <a:lnTo>
                    <a:pt x="0" y="3105676"/>
                  </a:lnTo>
                  <a:lnTo>
                    <a:pt x="0" y="0"/>
                  </a:lnTo>
                  <a:lnTo>
                    <a:pt x="10287000" y="0"/>
                  </a:lnTo>
                  <a:lnTo>
                    <a:pt x="10287000" y="3105676"/>
                  </a:lnTo>
                  <a:lnTo>
                    <a:pt x="10287000" y="4145248"/>
                  </a:lnTo>
                  <a:lnTo>
                    <a:pt x="10287000" y="5959690"/>
                  </a:lnTo>
                  <a:lnTo>
                    <a:pt x="10287000" y="6216881"/>
                  </a:lnTo>
                  <a:lnTo>
                    <a:pt x="10287004" y="6216919"/>
                  </a:lnTo>
                  <a:lnTo>
                    <a:pt x="10287003" y="10958805"/>
                  </a:lnTo>
                  <a:lnTo>
                    <a:pt x="10101241" y="11047919"/>
                  </a:lnTo>
                  <a:cubicBezTo>
                    <a:pt x="9218939" y="11471159"/>
                    <a:pt x="7935590" y="12086775"/>
                    <a:pt x="6068904" y="12982217"/>
                  </a:cubicBezTo>
                  <a:cubicBezTo>
                    <a:pt x="5563688" y="13240101"/>
                    <a:pt x="4939606" y="13240101"/>
                    <a:pt x="4434391" y="12982217"/>
                  </a:cubicBezTo>
                  <a:cubicBezTo>
                    <a:pt x="4434391" y="12982217"/>
                    <a:pt x="4434391" y="12982217"/>
                    <a:pt x="432687" y="11062614"/>
                  </a:cubicBezTo>
                  <a:lnTo>
                    <a:pt x="48154" y="10878155"/>
                  </a:lnTo>
                  <a:lnTo>
                    <a:pt x="48154" y="752727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2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9600" b="1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4F26F7C-EE4A-4680-9AFE-DC824A32C5B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8109521" y="108525"/>
              <a:ext cx="10287004" cy="10069954"/>
            </a:xfrm>
            <a:custGeom>
              <a:avLst/>
              <a:gdLst>
                <a:gd name="connsiteX0" fmla="*/ 0 w 10287004"/>
                <a:gd name="connsiteY0" fmla="*/ 4421594 h 10069954"/>
                <a:gd name="connsiteX1" fmla="*/ 0 w 10287004"/>
                <a:gd name="connsiteY1" fmla="*/ 4143363 h 10069954"/>
                <a:gd name="connsiteX2" fmla="*/ 0 w 10287004"/>
                <a:gd name="connsiteY2" fmla="*/ 2854014 h 10069954"/>
                <a:gd name="connsiteX3" fmla="*/ 0 w 10287004"/>
                <a:gd name="connsiteY3" fmla="*/ 0 h 10069954"/>
                <a:gd name="connsiteX4" fmla="*/ 10287000 w 10287004"/>
                <a:gd name="connsiteY4" fmla="*/ 0 h 10069954"/>
                <a:gd name="connsiteX5" fmla="*/ 10287000 w 10287004"/>
                <a:gd name="connsiteY5" fmla="*/ 2854014 h 10069954"/>
                <a:gd name="connsiteX6" fmla="*/ 10287000 w 10287004"/>
                <a:gd name="connsiteY6" fmla="*/ 3111205 h 10069954"/>
                <a:gd name="connsiteX7" fmla="*/ 10287004 w 10287004"/>
                <a:gd name="connsiteY7" fmla="*/ 3111243 h 10069954"/>
                <a:gd name="connsiteX8" fmla="*/ 10287003 w 10287004"/>
                <a:gd name="connsiteY8" fmla="*/ 7853129 h 10069954"/>
                <a:gd name="connsiteX9" fmla="*/ 10101241 w 10287004"/>
                <a:gd name="connsiteY9" fmla="*/ 7942243 h 10069954"/>
                <a:gd name="connsiteX10" fmla="*/ 6068904 w 10287004"/>
                <a:gd name="connsiteY10" fmla="*/ 9876541 h 10069954"/>
                <a:gd name="connsiteX11" fmla="*/ 4434391 w 10287004"/>
                <a:gd name="connsiteY11" fmla="*/ 9876541 h 10069954"/>
                <a:gd name="connsiteX12" fmla="*/ 432687 w 10287004"/>
                <a:gd name="connsiteY12" fmla="*/ 7956938 h 10069954"/>
                <a:gd name="connsiteX13" fmla="*/ 48154 w 10287004"/>
                <a:gd name="connsiteY13" fmla="*/ 7772479 h 10069954"/>
                <a:gd name="connsiteX14" fmla="*/ 48154 w 10287004"/>
                <a:gd name="connsiteY14" fmla="*/ 4421594 h 10069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287004" h="10069954">
                  <a:moveTo>
                    <a:pt x="0" y="4421594"/>
                  </a:moveTo>
                  <a:lnTo>
                    <a:pt x="0" y="4143363"/>
                  </a:lnTo>
                  <a:lnTo>
                    <a:pt x="0" y="2854014"/>
                  </a:lnTo>
                  <a:lnTo>
                    <a:pt x="0" y="0"/>
                  </a:lnTo>
                  <a:lnTo>
                    <a:pt x="10287000" y="0"/>
                  </a:lnTo>
                  <a:lnTo>
                    <a:pt x="10287000" y="2854014"/>
                  </a:lnTo>
                  <a:lnTo>
                    <a:pt x="10287000" y="3111205"/>
                  </a:lnTo>
                  <a:lnTo>
                    <a:pt x="10287004" y="3111243"/>
                  </a:lnTo>
                  <a:lnTo>
                    <a:pt x="10287003" y="7853129"/>
                  </a:lnTo>
                  <a:lnTo>
                    <a:pt x="10101241" y="7942243"/>
                  </a:lnTo>
                  <a:cubicBezTo>
                    <a:pt x="9218939" y="8365483"/>
                    <a:pt x="7935590" y="8981099"/>
                    <a:pt x="6068904" y="9876541"/>
                  </a:cubicBezTo>
                  <a:cubicBezTo>
                    <a:pt x="5563688" y="10134425"/>
                    <a:pt x="4939606" y="10134425"/>
                    <a:pt x="4434391" y="9876541"/>
                  </a:cubicBezTo>
                  <a:cubicBezTo>
                    <a:pt x="4434391" y="9876541"/>
                    <a:pt x="4434391" y="9876541"/>
                    <a:pt x="432687" y="7956938"/>
                  </a:cubicBezTo>
                  <a:lnTo>
                    <a:pt x="48154" y="7772479"/>
                  </a:lnTo>
                  <a:lnTo>
                    <a:pt x="48154" y="4421594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2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9600" b="1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4F26F7C-EE4A-4680-9AFE-DC824A32C5B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536529" y="1535532"/>
              <a:ext cx="10287004" cy="7215940"/>
            </a:xfrm>
            <a:custGeom>
              <a:avLst/>
              <a:gdLst>
                <a:gd name="connsiteX0" fmla="*/ 0 w 10287004"/>
                <a:gd name="connsiteY0" fmla="*/ 1567580 h 7215940"/>
                <a:gd name="connsiteX1" fmla="*/ 0 w 10287004"/>
                <a:gd name="connsiteY1" fmla="*/ 0 h 7215940"/>
                <a:gd name="connsiteX2" fmla="*/ 10287000 w 10287004"/>
                <a:gd name="connsiteY2" fmla="*/ 0 h 7215940"/>
                <a:gd name="connsiteX3" fmla="*/ 10287000 w 10287004"/>
                <a:gd name="connsiteY3" fmla="*/ 257191 h 7215940"/>
                <a:gd name="connsiteX4" fmla="*/ 10287004 w 10287004"/>
                <a:gd name="connsiteY4" fmla="*/ 257229 h 7215940"/>
                <a:gd name="connsiteX5" fmla="*/ 10287003 w 10287004"/>
                <a:gd name="connsiteY5" fmla="*/ 4999115 h 7215940"/>
                <a:gd name="connsiteX6" fmla="*/ 10101241 w 10287004"/>
                <a:gd name="connsiteY6" fmla="*/ 5088229 h 7215940"/>
                <a:gd name="connsiteX7" fmla="*/ 6068904 w 10287004"/>
                <a:gd name="connsiteY7" fmla="*/ 7022527 h 7215940"/>
                <a:gd name="connsiteX8" fmla="*/ 4434391 w 10287004"/>
                <a:gd name="connsiteY8" fmla="*/ 7022527 h 7215940"/>
                <a:gd name="connsiteX9" fmla="*/ 432687 w 10287004"/>
                <a:gd name="connsiteY9" fmla="*/ 5102924 h 7215940"/>
                <a:gd name="connsiteX10" fmla="*/ 48154 w 10287004"/>
                <a:gd name="connsiteY10" fmla="*/ 4918465 h 7215940"/>
                <a:gd name="connsiteX11" fmla="*/ 48154 w 10287004"/>
                <a:gd name="connsiteY11" fmla="*/ 1567580 h 7215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287004" h="7215940">
                  <a:moveTo>
                    <a:pt x="0" y="1567580"/>
                  </a:moveTo>
                  <a:lnTo>
                    <a:pt x="0" y="0"/>
                  </a:lnTo>
                  <a:lnTo>
                    <a:pt x="10287000" y="0"/>
                  </a:lnTo>
                  <a:lnTo>
                    <a:pt x="10287000" y="257191"/>
                  </a:lnTo>
                  <a:lnTo>
                    <a:pt x="10287004" y="257229"/>
                  </a:lnTo>
                  <a:lnTo>
                    <a:pt x="10287003" y="4999115"/>
                  </a:lnTo>
                  <a:lnTo>
                    <a:pt x="10101241" y="5088229"/>
                  </a:lnTo>
                  <a:cubicBezTo>
                    <a:pt x="9218939" y="5511469"/>
                    <a:pt x="7935590" y="6127085"/>
                    <a:pt x="6068904" y="7022527"/>
                  </a:cubicBezTo>
                  <a:cubicBezTo>
                    <a:pt x="5563688" y="7280411"/>
                    <a:pt x="4939606" y="7280411"/>
                    <a:pt x="4434391" y="7022527"/>
                  </a:cubicBezTo>
                  <a:cubicBezTo>
                    <a:pt x="4434391" y="7022527"/>
                    <a:pt x="4434391" y="7022527"/>
                    <a:pt x="432687" y="5102924"/>
                  </a:cubicBezTo>
                  <a:lnTo>
                    <a:pt x="48154" y="4918465"/>
                  </a:lnTo>
                  <a:lnTo>
                    <a:pt x="48154" y="156758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2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sz="9600" b="1">
                <a:solidFill>
                  <a:schemeClr val="bg1">
                    <a:lumMod val="95000"/>
                    <a:alpha val="40000"/>
                  </a:schemeClr>
                </a:solidFill>
                <a:latin typeface="+mj-lt"/>
              </a:endParaRPr>
            </a:p>
          </p:txBody>
        </p:sp>
      </p:grpSp>
      <p:sp>
        <p:nvSpPr>
          <p:cNvPr id="16" name="Freeform 15"/>
          <p:cNvSpPr/>
          <p:nvPr/>
        </p:nvSpPr>
        <p:spPr>
          <a:xfrm>
            <a:off x="9823382" y="4219916"/>
            <a:ext cx="8464618" cy="6067085"/>
          </a:xfrm>
          <a:custGeom>
            <a:avLst/>
            <a:gdLst>
              <a:gd name="connsiteX0" fmla="*/ 6630436 w 8464618"/>
              <a:gd name="connsiteY0" fmla="*/ 0 h 6067085"/>
              <a:gd name="connsiteX1" fmla="*/ 8194350 w 8464618"/>
              <a:gd name="connsiteY1" fmla="*/ 184707 h 6067085"/>
              <a:gd name="connsiteX2" fmla="*/ 8464618 w 8464618"/>
              <a:gd name="connsiteY2" fmla="*/ 256482 h 6067085"/>
              <a:gd name="connsiteX3" fmla="*/ 8464618 w 8464618"/>
              <a:gd name="connsiteY3" fmla="*/ 5886523 h 6067085"/>
              <a:gd name="connsiteX4" fmla="*/ 8459868 w 8464618"/>
              <a:gd name="connsiteY4" fmla="*/ 5868053 h 6067085"/>
              <a:gd name="connsiteX5" fmla="*/ 6598706 w 8464618"/>
              <a:gd name="connsiteY5" fmla="*/ 4498783 h 6067085"/>
              <a:gd name="connsiteX6" fmla="*/ 4689521 w 8464618"/>
              <a:gd name="connsiteY6" fmla="*/ 6054813 h 6067085"/>
              <a:gd name="connsiteX7" fmla="*/ 4687648 w 8464618"/>
              <a:gd name="connsiteY7" fmla="*/ 6067085 h 6067085"/>
              <a:gd name="connsiteX8" fmla="*/ 0 w 8464618"/>
              <a:gd name="connsiteY8" fmla="*/ 6067085 h 6067085"/>
              <a:gd name="connsiteX9" fmla="*/ 6832 w 8464618"/>
              <a:gd name="connsiteY9" fmla="*/ 5977238 h 6067085"/>
              <a:gd name="connsiteX10" fmla="*/ 6630436 w 8464618"/>
              <a:gd name="connsiteY10" fmla="*/ 0 h 6067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64618" h="6067085">
                <a:moveTo>
                  <a:pt x="6630436" y="0"/>
                </a:moveTo>
                <a:cubicBezTo>
                  <a:pt x="7169074" y="0"/>
                  <a:pt x="7692772" y="63962"/>
                  <a:pt x="8194350" y="184707"/>
                </a:cubicBezTo>
                <a:lnTo>
                  <a:pt x="8464618" y="256482"/>
                </a:lnTo>
                <a:lnTo>
                  <a:pt x="8464618" y="5886523"/>
                </a:lnTo>
                <a:lnTo>
                  <a:pt x="8459868" y="5868053"/>
                </a:lnTo>
                <a:cubicBezTo>
                  <a:pt x="8213132" y="5074767"/>
                  <a:pt x="7473184" y="4498783"/>
                  <a:pt x="6598706" y="4498783"/>
                </a:cubicBezTo>
                <a:cubicBezTo>
                  <a:pt x="5656961" y="4498783"/>
                  <a:pt x="4871237" y="5166789"/>
                  <a:pt x="4689521" y="6054813"/>
                </a:cubicBezTo>
                <a:lnTo>
                  <a:pt x="4687648" y="6067085"/>
                </a:lnTo>
                <a:lnTo>
                  <a:pt x="0" y="6067085"/>
                </a:lnTo>
                <a:lnTo>
                  <a:pt x="6832" y="5977238"/>
                </a:lnTo>
                <a:cubicBezTo>
                  <a:pt x="347787" y="2619913"/>
                  <a:pt x="3183155" y="0"/>
                  <a:pt x="66304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097280" y="4566978"/>
            <a:ext cx="7709162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15 Minutes</a:t>
            </a:r>
            <a:r>
              <a:rPr lang="en-US" sz="3200" b="1">
                <a:solidFill>
                  <a:schemeClr val="bg1"/>
                </a:solidFill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en-US" sz="9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Break Section.</a:t>
            </a:r>
            <a:endParaRPr lang="en-US" sz="9600" b="1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" y="6884126"/>
            <a:ext cx="77091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80" y="1914867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 66"/>
          <p:cNvSpPr>
            <a:spLocks noEditPoints="1"/>
          </p:cNvSpPr>
          <p:nvPr/>
        </p:nvSpPr>
        <p:spPr bwMode="auto">
          <a:xfrm>
            <a:off x="1332860" y="2150446"/>
            <a:ext cx="347472" cy="347472"/>
          </a:xfrm>
          <a:custGeom>
            <a:avLst/>
            <a:gdLst>
              <a:gd name="T0" fmla="*/ 0 w 209"/>
              <a:gd name="T1" fmla="*/ 104 h 209"/>
              <a:gd name="T2" fmla="*/ 16 w 209"/>
              <a:gd name="T3" fmla="*/ 49 h 209"/>
              <a:gd name="T4" fmla="*/ 49 w 209"/>
              <a:gd name="T5" fmla="*/ 16 h 209"/>
              <a:gd name="T6" fmla="*/ 104 w 209"/>
              <a:gd name="T7" fmla="*/ 0 h 209"/>
              <a:gd name="T8" fmla="*/ 159 w 209"/>
              <a:gd name="T9" fmla="*/ 16 h 209"/>
              <a:gd name="T10" fmla="*/ 193 w 209"/>
              <a:gd name="T11" fmla="*/ 50 h 209"/>
              <a:gd name="T12" fmla="*/ 209 w 209"/>
              <a:gd name="T13" fmla="*/ 104 h 209"/>
              <a:gd name="T14" fmla="*/ 193 w 209"/>
              <a:gd name="T15" fmla="*/ 159 h 209"/>
              <a:gd name="T16" fmla="*/ 159 w 209"/>
              <a:gd name="T17" fmla="*/ 193 h 209"/>
              <a:gd name="T18" fmla="*/ 104 w 209"/>
              <a:gd name="T19" fmla="*/ 209 h 209"/>
              <a:gd name="T20" fmla="*/ 49 w 209"/>
              <a:gd name="T21" fmla="*/ 193 h 209"/>
              <a:gd name="T22" fmla="*/ 16 w 209"/>
              <a:gd name="T23" fmla="*/ 159 h 209"/>
              <a:gd name="T24" fmla="*/ 28 w 209"/>
              <a:gd name="T25" fmla="*/ 72 h 209"/>
              <a:gd name="T26" fmla="*/ 28 w 209"/>
              <a:gd name="T27" fmla="*/ 137 h 209"/>
              <a:gd name="T28" fmla="*/ 104 w 209"/>
              <a:gd name="T29" fmla="*/ 187 h 209"/>
              <a:gd name="T30" fmla="*/ 181 w 209"/>
              <a:gd name="T31" fmla="*/ 137 h 209"/>
              <a:gd name="T32" fmla="*/ 181 w 209"/>
              <a:gd name="T33" fmla="*/ 72 h 209"/>
              <a:gd name="T34" fmla="*/ 104 w 209"/>
              <a:gd name="T35" fmla="*/ 21 h 209"/>
              <a:gd name="T36" fmla="*/ 28 w 209"/>
              <a:gd name="T37" fmla="*/ 72 h 209"/>
              <a:gd name="T38" fmla="*/ 32 w 209"/>
              <a:gd name="T39" fmla="*/ 102 h 209"/>
              <a:gd name="T40" fmla="*/ 52 w 209"/>
              <a:gd name="T41" fmla="*/ 107 h 209"/>
              <a:gd name="T42" fmla="*/ 90 w 209"/>
              <a:gd name="T43" fmla="*/ 108 h 209"/>
              <a:gd name="T44" fmla="*/ 145 w 209"/>
              <a:gd name="T45" fmla="*/ 55 h 209"/>
              <a:gd name="T46" fmla="*/ 146 w 209"/>
              <a:gd name="T47" fmla="*/ 116 h 209"/>
              <a:gd name="T48" fmla="*/ 90 w 209"/>
              <a:gd name="T49" fmla="*/ 108 h 209"/>
              <a:gd name="T50" fmla="*/ 102 w 209"/>
              <a:gd name="T51" fmla="*/ 31 h 209"/>
              <a:gd name="T52" fmla="*/ 107 w 209"/>
              <a:gd name="T53" fmla="*/ 52 h 209"/>
              <a:gd name="T54" fmla="*/ 102 w 209"/>
              <a:gd name="T55" fmla="*/ 156 h 209"/>
              <a:gd name="T56" fmla="*/ 107 w 209"/>
              <a:gd name="T57" fmla="*/ 177 h 209"/>
              <a:gd name="T58" fmla="*/ 102 w 209"/>
              <a:gd name="T59" fmla="*/ 156 h 209"/>
              <a:gd name="T60" fmla="*/ 162 w 209"/>
              <a:gd name="T61" fmla="*/ 102 h 209"/>
              <a:gd name="T62" fmla="*/ 182 w 209"/>
              <a:gd name="T63" fmla="*/ 107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9" h="209">
                <a:moveTo>
                  <a:pt x="6" y="137"/>
                </a:moveTo>
                <a:cubicBezTo>
                  <a:pt x="2" y="127"/>
                  <a:pt x="0" y="116"/>
                  <a:pt x="0" y="104"/>
                </a:cubicBezTo>
                <a:cubicBezTo>
                  <a:pt x="0" y="93"/>
                  <a:pt x="2" y="82"/>
                  <a:pt x="6" y="72"/>
                </a:cubicBezTo>
                <a:cubicBezTo>
                  <a:pt x="8" y="64"/>
                  <a:pt x="12" y="56"/>
                  <a:pt x="16" y="49"/>
                </a:cubicBezTo>
                <a:cubicBezTo>
                  <a:pt x="20" y="43"/>
                  <a:pt x="25" y="36"/>
                  <a:pt x="31" y="31"/>
                </a:cubicBezTo>
                <a:cubicBezTo>
                  <a:pt x="36" y="25"/>
                  <a:pt x="42" y="20"/>
                  <a:pt x="49" y="16"/>
                </a:cubicBezTo>
                <a:cubicBezTo>
                  <a:pt x="56" y="12"/>
                  <a:pt x="64" y="8"/>
                  <a:pt x="71" y="6"/>
                </a:cubicBezTo>
                <a:cubicBezTo>
                  <a:pt x="82" y="2"/>
                  <a:pt x="93" y="0"/>
                  <a:pt x="104" y="0"/>
                </a:cubicBezTo>
                <a:cubicBezTo>
                  <a:pt x="116" y="0"/>
                  <a:pt x="127" y="2"/>
                  <a:pt x="137" y="6"/>
                </a:cubicBezTo>
                <a:cubicBezTo>
                  <a:pt x="145" y="8"/>
                  <a:pt x="152" y="12"/>
                  <a:pt x="159" y="16"/>
                </a:cubicBezTo>
                <a:cubicBezTo>
                  <a:pt x="166" y="20"/>
                  <a:pt x="172" y="25"/>
                  <a:pt x="178" y="31"/>
                </a:cubicBezTo>
                <a:cubicBezTo>
                  <a:pt x="184" y="36"/>
                  <a:pt x="189" y="43"/>
                  <a:pt x="193" y="50"/>
                </a:cubicBezTo>
                <a:cubicBezTo>
                  <a:pt x="197" y="56"/>
                  <a:pt x="201" y="64"/>
                  <a:pt x="203" y="72"/>
                </a:cubicBezTo>
                <a:cubicBezTo>
                  <a:pt x="207" y="82"/>
                  <a:pt x="208" y="93"/>
                  <a:pt x="209" y="104"/>
                </a:cubicBezTo>
                <a:cubicBezTo>
                  <a:pt x="209" y="116"/>
                  <a:pt x="207" y="127"/>
                  <a:pt x="203" y="137"/>
                </a:cubicBezTo>
                <a:cubicBezTo>
                  <a:pt x="201" y="145"/>
                  <a:pt x="197" y="153"/>
                  <a:pt x="193" y="159"/>
                </a:cubicBezTo>
                <a:cubicBezTo>
                  <a:pt x="189" y="166"/>
                  <a:pt x="184" y="172"/>
                  <a:pt x="178" y="178"/>
                </a:cubicBezTo>
                <a:cubicBezTo>
                  <a:pt x="173" y="184"/>
                  <a:pt x="166" y="189"/>
                  <a:pt x="159" y="193"/>
                </a:cubicBezTo>
                <a:cubicBezTo>
                  <a:pt x="152" y="197"/>
                  <a:pt x="145" y="201"/>
                  <a:pt x="137" y="203"/>
                </a:cubicBezTo>
                <a:cubicBezTo>
                  <a:pt x="127" y="207"/>
                  <a:pt x="116" y="209"/>
                  <a:pt x="104" y="209"/>
                </a:cubicBezTo>
                <a:cubicBezTo>
                  <a:pt x="93" y="209"/>
                  <a:pt x="82" y="207"/>
                  <a:pt x="71" y="203"/>
                </a:cubicBezTo>
                <a:cubicBezTo>
                  <a:pt x="64" y="201"/>
                  <a:pt x="56" y="197"/>
                  <a:pt x="49" y="193"/>
                </a:cubicBezTo>
                <a:cubicBezTo>
                  <a:pt x="43" y="189"/>
                  <a:pt x="36" y="184"/>
                  <a:pt x="31" y="178"/>
                </a:cubicBezTo>
                <a:cubicBezTo>
                  <a:pt x="25" y="172"/>
                  <a:pt x="20" y="166"/>
                  <a:pt x="16" y="159"/>
                </a:cubicBezTo>
                <a:cubicBezTo>
                  <a:pt x="12" y="152"/>
                  <a:pt x="8" y="145"/>
                  <a:pt x="6" y="137"/>
                </a:cubicBezTo>
                <a:close/>
                <a:moveTo>
                  <a:pt x="28" y="72"/>
                </a:moveTo>
                <a:cubicBezTo>
                  <a:pt x="23" y="82"/>
                  <a:pt x="21" y="93"/>
                  <a:pt x="21" y="104"/>
                </a:cubicBezTo>
                <a:cubicBezTo>
                  <a:pt x="21" y="116"/>
                  <a:pt x="23" y="126"/>
                  <a:pt x="28" y="137"/>
                </a:cubicBezTo>
                <a:cubicBezTo>
                  <a:pt x="37" y="157"/>
                  <a:pt x="51" y="172"/>
                  <a:pt x="72" y="181"/>
                </a:cubicBezTo>
                <a:cubicBezTo>
                  <a:pt x="82" y="185"/>
                  <a:pt x="93" y="187"/>
                  <a:pt x="104" y="187"/>
                </a:cubicBezTo>
                <a:cubicBezTo>
                  <a:pt x="116" y="187"/>
                  <a:pt x="126" y="185"/>
                  <a:pt x="137" y="181"/>
                </a:cubicBezTo>
                <a:cubicBezTo>
                  <a:pt x="157" y="172"/>
                  <a:pt x="172" y="157"/>
                  <a:pt x="181" y="137"/>
                </a:cubicBezTo>
                <a:cubicBezTo>
                  <a:pt x="185" y="126"/>
                  <a:pt x="187" y="116"/>
                  <a:pt x="187" y="104"/>
                </a:cubicBezTo>
                <a:cubicBezTo>
                  <a:pt x="187" y="93"/>
                  <a:pt x="185" y="82"/>
                  <a:pt x="181" y="72"/>
                </a:cubicBezTo>
                <a:cubicBezTo>
                  <a:pt x="172" y="51"/>
                  <a:pt x="157" y="37"/>
                  <a:pt x="137" y="28"/>
                </a:cubicBezTo>
                <a:cubicBezTo>
                  <a:pt x="126" y="23"/>
                  <a:pt x="116" y="21"/>
                  <a:pt x="104" y="21"/>
                </a:cubicBezTo>
                <a:cubicBezTo>
                  <a:pt x="93" y="21"/>
                  <a:pt x="82" y="23"/>
                  <a:pt x="72" y="28"/>
                </a:cubicBezTo>
                <a:cubicBezTo>
                  <a:pt x="51" y="37"/>
                  <a:pt x="37" y="51"/>
                  <a:pt x="28" y="72"/>
                </a:cubicBezTo>
                <a:close/>
                <a:moveTo>
                  <a:pt x="32" y="107"/>
                </a:moveTo>
                <a:cubicBezTo>
                  <a:pt x="32" y="102"/>
                  <a:pt x="32" y="102"/>
                  <a:pt x="32" y="102"/>
                </a:cubicBezTo>
                <a:cubicBezTo>
                  <a:pt x="52" y="102"/>
                  <a:pt x="52" y="102"/>
                  <a:pt x="52" y="102"/>
                </a:cubicBezTo>
                <a:cubicBezTo>
                  <a:pt x="52" y="107"/>
                  <a:pt x="52" y="107"/>
                  <a:pt x="52" y="107"/>
                </a:cubicBezTo>
                <a:lnTo>
                  <a:pt x="32" y="107"/>
                </a:lnTo>
                <a:close/>
                <a:moveTo>
                  <a:pt x="90" y="108"/>
                </a:moveTo>
                <a:cubicBezTo>
                  <a:pt x="127" y="45"/>
                  <a:pt x="127" y="45"/>
                  <a:pt x="127" y="45"/>
                </a:cubicBezTo>
                <a:cubicBezTo>
                  <a:pt x="145" y="55"/>
                  <a:pt x="145" y="55"/>
                  <a:pt x="145" y="55"/>
                </a:cubicBezTo>
                <a:cubicBezTo>
                  <a:pt x="119" y="101"/>
                  <a:pt x="119" y="101"/>
                  <a:pt x="119" y="101"/>
                </a:cubicBezTo>
                <a:cubicBezTo>
                  <a:pt x="146" y="116"/>
                  <a:pt x="146" y="116"/>
                  <a:pt x="146" y="116"/>
                </a:cubicBezTo>
                <a:cubicBezTo>
                  <a:pt x="135" y="134"/>
                  <a:pt x="135" y="134"/>
                  <a:pt x="135" y="134"/>
                </a:cubicBezTo>
                <a:lnTo>
                  <a:pt x="90" y="108"/>
                </a:lnTo>
                <a:close/>
                <a:moveTo>
                  <a:pt x="102" y="52"/>
                </a:moveTo>
                <a:cubicBezTo>
                  <a:pt x="102" y="31"/>
                  <a:pt x="102" y="31"/>
                  <a:pt x="102" y="31"/>
                </a:cubicBezTo>
                <a:cubicBezTo>
                  <a:pt x="107" y="31"/>
                  <a:pt x="107" y="31"/>
                  <a:pt x="107" y="31"/>
                </a:cubicBezTo>
                <a:cubicBezTo>
                  <a:pt x="107" y="52"/>
                  <a:pt x="107" y="52"/>
                  <a:pt x="107" y="52"/>
                </a:cubicBezTo>
                <a:lnTo>
                  <a:pt x="102" y="52"/>
                </a:lnTo>
                <a:close/>
                <a:moveTo>
                  <a:pt x="102" y="156"/>
                </a:moveTo>
                <a:cubicBezTo>
                  <a:pt x="107" y="156"/>
                  <a:pt x="107" y="156"/>
                  <a:pt x="107" y="156"/>
                </a:cubicBezTo>
                <a:cubicBezTo>
                  <a:pt x="107" y="177"/>
                  <a:pt x="107" y="177"/>
                  <a:pt x="107" y="177"/>
                </a:cubicBezTo>
                <a:cubicBezTo>
                  <a:pt x="102" y="177"/>
                  <a:pt x="102" y="177"/>
                  <a:pt x="102" y="177"/>
                </a:cubicBezTo>
                <a:lnTo>
                  <a:pt x="102" y="156"/>
                </a:lnTo>
                <a:close/>
                <a:moveTo>
                  <a:pt x="162" y="107"/>
                </a:moveTo>
                <a:cubicBezTo>
                  <a:pt x="162" y="102"/>
                  <a:pt x="162" y="102"/>
                  <a:pt x="162" y="102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107"/>
                  <a:pt x="182" y="107"/>
                  <a:pt x="182" y="107"/>
                </a:cubicBezTo>
                <a:lnTo>
                  <a:pt x="162" y="1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grpSp>
        <p:nvGrpSpPr>
          <p:cNvPr id="28" name="Group 27"/>
          <p:cNvGrpSpPr/>
          <p:nvPr/>
        </p:nvGrpSpPr>
        <p:grpSpPr>
          <a:xfrm>
            <a:off x="1159124" y="8534014"/>
            <a:ext cx="1368453" cy="280587"/>
            <a:chOff x="1159124" y="8115090"/>
            <a:chExt cx="1694658" cy="347472"/>
          </a:xfrm>
        </p:grpSpPr>
        <p:sp>
          <p:nvSpPr>
            <p:cNvPr id="25" name="Freeform 202"/>
            <p:cNvSpPr>
              <a:spLocks noEditPoints="1"/>
            </p:cNvSpPr>
            <p:nvPr/>
          </p:nvSpPr>
          <p:spPr bwMode="auto">
            <a:xfrm>
              <a:off x="1159124" y="8122329"/>
              <a:ext cx="347472" cy="332995"/>
            </a:xfrm>
            <a:custGeom>
              <a:avLst/>
              <a:gdLst>
                <a:gd name="T0" fmla="*/ 35 w 145"/>
                <a:gd name="T1" fmla="*/ 16 h 139"/>
                <a:gd name="T2" fmla="*/ 30 w 145"/>
                <a:gd name="T3" fmla="*/ 28 h 139"/>
                <a:gd name="T4" fmla="*/ 17 w 145"/>
                <a:gd name="T5" fmla="*/ 33 h 139"/>
                <a:gd name="T6" fmla="*/ 17 w 145"/>
                <a:gd name="T7" fmla="*/ 33 h 139"/>
                <a:gd name="T8" fmla="*/ 4 w 145"/>
                <a:gd name="T9" fmla="*/ 28 h 139"/>
                <a:gd name="T10" fmla="*/ 0 w 145"/>
                <a:gd name="T11" fmla="*/ 16 h 139"/>
                <a:gd name="T12" fmla="*/ 5 w 145"/>
                <a:gd name="T13" fmla="*/ 5 h 139"/>
                <a:gd name="T14" fmla="*/ 17 w 145"/>
                <a:gd name="T15" fmla="*/ 0 h 139"/>
                <a:gd name="T16" fmla="*/ 30 w 145"/>
                <a:gd name="T17" fmla="*/ 5 h 139"/>
                <a:gd name="T18" fmla="*/ 35 w 145"/>
                <a:gd name="T19" fmla="*/ 16 h 139"/>
                <a:gd name="T20" fmla="*/ 33 w 145"/>
                <a:gd name="T21" fmla="*/ 45 h 139"/>
                <a:gd name="T22" fmla="*/ 33 w 145"/>
                <a:gd name="T23" fmla="*/ 139 h 139"/>
                <a:gd name="T24" fmla="*/ 2 w 145"/>
                <a:gd name="T25" fmla="*/ 139 h 139"/>
                <a:gd name="T26" fmla="*/ 2 w 145"/>
                <a:gd name="T27" fmla="*/ 45 h 139"/>
                <a:gd name="T28" fmla="*/ 33 w 145"/>
                <a:gd name="T29" fmla="*/ 45 h 139"/>
                <a:gd name="T30" fmla="*/ 145 w 145"/>
                <a:gd name="T31" fmla="*/ 85 h 139"/>
                <a:gd name="T32" fmla="*/ 145 w 145"/>
                <a:gd name="T33" fmla="*/ 139 h 139"/>
                <a:gd name="T34" fmla="*/ 114 w 145"/>
                <a:gd name="T35" fmla="*/ 139 h 139"/>
                <a:gd name="T36" fmla="*/ 114 w 145"/>
                <a:gd name="T37" fmla="*/ 89 h 139"/>
                <a:gd name="T38" fmla="*/ 110 w 145"/>
                <a:gd name="T39" fmla="*/ 73 h 139"/>
                <a:gd name="T40" fmla="*/ 98 w 145"/>
                <a:gd name="T41" fmla="*/ 68 h 139"/>
                <a:gd name="T42" fmla="*/ 88 w 145"/>
                <a:gd name="T43" fmla="*/ 71 h 139"/>
                <a:gd name="T44" fmla="*/ 82 w 145"/>
                <a:gd name="T45" fmla="*/ 79 h 139"/>
                <a:gd name="T46" fmla="*/ 81 w 145"/>
                <a:gd name="T47" fmla="*/ 87 h 139"/>
                <a:gd name="T48" fmla="*/ 81 w 145"/>
                <a:gd name="T49" fmla="*/ 139 h 139"/>
                <a:gd name="T50" fmla="*/ 50 w 145"/>
                <a:gd name="T51" fmla="*/ 139 h 139"/>
                <a:gd name="T52" fmla="*/ 50 w 145"/>
                <a:gd name="T53" fmla="*/ 78 h 139"/>
                <a:gd name="T54" fmla="*/ 50 w 145"/>
                <a:gd name="T55" fmla="*/ 50 h 139"/>
                <a:gd name="T56" fmla="*/ 50 w 145"/>
                <a:gd name="T57" fmla="*/ 45 h 139"/>
                <a:gd name="T58" fmla="*/ 81 w 145"/>
                <a:gd name="T59" fmla="*/ 45 h 139"/>
                <a:gd name="T60" fmla="*/ 81 w 145"/>
                <a:gd name="T61" fmla="*/ 59 h 139"/>
                <a:gd name="T62" fmla="*/ 81 w 145"/>
                <a:gd name="T63" fmla="*/ 59 h 139"/>
                <a:gd name="T64" fmla="*/ 85 w 145"/>
                <a:gd name="T65" fmla="*/ 54 h 139"/>
                <a:gd name="T66" fmla="*/ 90 w 145"/>
                <a:gd name="T67" fmla="*/ 49 h 139"/>
                <a:gd name="T68" fmla="*/ 98 w 145"/>
                <a:gd name="T69" fmla="*/ 45 h 139"/>
                <a:gd name="T70" fmla="*/ 109 w 145"/>
                <a:gd name="T71" fmla="*/ 43 h 139"/>
                <a:gd name="T72" fmla="*/ 135 w 145"/>
                <a:gd name="T73" fmla="*/ 54 h 139"/>
                <a:gd name="T74" fmla="*/ 145 w 145"/>
                <a:gd name="T75" fmla="*/ 85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5" h="139">
                  <a:moveTo>
                    <a:pt x="35" y="16"/>
                  </a:moveTo>
                  <a:cubicBezTo>
                    <a:pt x="35" y="21"/>
                    <a:pt x="33" y="25"/>
                    <a:pt x="30" y="28"/>
                  </a:cubicBezTo>
                  <a:cubicBezTo>
                    <a:pt x="27" y="31"/>
                    <a:pt x="22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2" y="33"/>
                    <a:pt x="8" y="31"/>
                    <a:pt x="4" y="28"/>
                  </a:cubicBezTo>
                  <a:cubicBezTo>
                    <a:pt x="1" y="25"/>
                    <a:pt x="0" y="21"/>
                    <a:pt x="0" y="16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8" y="2"/>
                    <a:pt x="12" y="0"/>
                    <a:pt x="17" y="0"/>
                  </a:cubicBezTo>
                  <a:cubicBezTo>
                    <a:pt x="23" y="0"/>
                    <a:pt x="27" y="2"/>
                    <a:pt x="30" y="5"/>
                  </a:cubicBezTo>
                  <a:cubicBezTo>
                    <a:pt x="33" y="8"/>
                    <a:pt x="35" y="12"/>
                    <a:pt x="35" y="16"/>
                  </a:cubicBezTo>
                  <a:close/>
                  <a:moveTo>
                    <a:pt x="33" y="45"/>
                  </a:moveTo>
                  <a:cubicBezTo>
                    <a:pt x="33" y="139"/>
                    <a:pt x="33" y="139"/>
                    <a:pt x="33" y="139"/>
                  </a:cubicBezTo>
                  <a:cubicBezTo>
                    <a:pt x="2" y="139"/>
                    <a:pt x="2" y="139"/>
                    <a:pt x="2" y="139"/>
                  </a:cubicBezTo>
                  <a:cubicBezTo>
                    <a:pt x="2" y="45"/>
                    <a:pt x="2" y="45"/>
                    <a:pt x="2" y="45"/>
                  </a:cubicBezTo>
                  <a:lnTo>
                    <a:pt x="33" y="45"/>
                  </a:lnTo>
                  <a:close/>
                  <a:moveTo>
                    <a:pt x="145" y="85"/>
                  </a:moveTo>
                  <a:cubicBezTo>
                    <a:pt x="145" y="139"/>
                    <a:pt x="145" y="139"/>
                    <a:pt x="145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89"/>
                    <a:pt x="114" y="89"/>
                    <a:pt x="114" y="89"/>
                  </a:cubicBezTo>
                  <a:cubicBezTo>
                    <a:pt x="114" y="82"/>
                    <a:pt x="113" y="77"/>
                    <a:pt x="110" y="73"/>
                  </a:cubicBezTo>
                  <a:cubicBezTo>
                    <a:pt x="107" y="70"/>
                    <a:pt x="104" y="68"/>
                    <a:pt x="98" y="68"/>
                  </a:cubicBezTo>
                  <a:cubicBezTo>
                    <a:pt x="94" y="68"/>
                    <a:pt x="91" y="69"/>
                    <a:pt x="88" y="71"/>
                  </a:cubicBezTo>
                  <a:cubicBezTo>
                    <a:pt x="85" y="73"/>
                    <a:pt x="83" y="76"/>
                    <a:pt x="82" y="79"/>
                  </a:cubicBezTo>
                  <a:cubicBezTo>
                    <a:pt x="81" y="81"/>
                    <a:pt x="81" y="84"/>
                    <a:pt x="81" y="87"/>
                  </a:cubicBezTo>
                  <a:cubicBezTo>
                    <a:pt x="81" y="139"/>
                    <a:pt x="81" y="139"/>
                    <a:pt x="81" y="139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50" y="114"/>
                    <a:pt x="50" y="93"/>
                    <a:pt x="50" y="78"/>
                  </a:cubicBezTo>
                  <a:cubicBezTo>
                    <a:pt x="50" y="62"/>
                    <a:pt x="50" y="53"/>
                    <a:pt x="50" y="50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59"/>
                    <a:pt x="81" y="59"/>
                    <a:pt x="81" y="59"/>
                  </a:cubicBezTo>
                  <a:cubicBezTo>
                    <a:pt x="81" y="59"/>
                    <a:pt x="81" y="59"/>
                    <a:pt x="81" y="59"/>
                  </a:cubicBezTo>
                  <a:cubicBezTo>
                    <a:pt x="82" y="57"/>
                    <a:pt x="83" y="55"/>
                    <a:pt x="85" y="54"/>
                  </a:cubicBezTo>
                  <a:cubicBezTo>
                    <a:pt x="86" y="52"/>
                    <a:pt x="88" y="50"/>
                    <a:pt x="90" y="49"/>
                  </a:cubicBezTo>
                  <a:cubicBezTo>
                    <a:pt x="92" y="47"/>
                    <a:pt x="95" y="46"/>
                    <a:pt x="98" y="45"/>
                  </a:cubicBezTo>
                  <a:cubicBezTo>
                    <a:pt x="102" y="44"/>
                    <a:pt x="105" y="43"/>
                    <a:pt x="109" y="43"/>
                  </a:cubicBezTo>
                  <a:cubicBezTo>
                    <a:pt x="120" y="43"/>
                    <a:pt x="129" y="47"/>
                    <a:pt x="135" y="54"/>
                  </a:cubicBezTo>
                  <a:cubicBezTo>
                    <a:pt x="142" y="61"/>
                    <a:pt x="145" y="72"/>
                    <a:pt x="145" y="8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9060" tIns="49530" rIns="99060" bIns="49530" numCol="1" anchor="t" anchorCtr="0" compatLnSpc="1">
              <a:prstTxWarp prst="textNoShape">
                <a:avLst/>
              </a:prstTxWarp>
            </a:bodyPr>
            <a:lstStyle/>
            <a:p>
              <a:endParaRPr lang="en-US" sz="1716"/>
            </a:p>
          </p:txBody>
        </p:sp>
        <p:sp>
          <p:nvSpPr>
            <p:cNvPr id="26" name="Freeform 149"/>
            <p:cNvSpPr>
              <a:spLocks/>
            </p:cNvSpPr>
            <p:nvPr/>
          </p:nvSpPr>
          <p:spPr bwMode="auto">
            <a:xfrm>
              <a:off x="1834001" y="8146290"/>
              <a:ext cx="344905" cy="285073"/>
            </a:xfrm>
            <a:custGeom>
              <a:avLst/>
              <a:gdLst>
                <a:gd name="T0" fmla="*/ 149 w 149"/>
                <a:gd name="T1" fmla="*/ 15 h 121"/>
                <a:gd name="T2" fmla="*/ 134 w 149"/>
                <a:gd name="T3" fmla="*/ 31 h 121"/>
                <a:gd name="T4" fmla="*/ 134 w 149"/>
                <a:gd name="T5" fmla="*/ 35 h 121"/>
                <a:gd name="T6" fmla="*/ 131 w 149"/>
                <a:gd name="T7" fmla="*/ 59 h 121"/>
                <a:gd name="T8" fmla="*/ 120 w 149"/>
                <a:gd name="T9" fmla="*/ 83 h 121"/>
                <a:gd name="T10" fmla="*/ 102 w 149"/>
                <a:gd name="T11" fmla="*/ 103 h 121"/>
                <a:gd name="T12" fmla="*/ 78 w 149"/>
                <a:gd name="T13" fmla="*/ 116 h 121"/>
                <a:gd name="T14" fmla="*/ 47 w 149"/>
                <a:gd name="T15" fmla="*/ 121 h 121"/>
                <a:gd name="T16" fmla="*/ 0 w 149"/>
                <a:gd name="T17" fmla="*/ 108 h 121"/>
                <a:gd name="T18" fmla="*/ 8 w 149"/>
                <a:gd name="T19" fmla="*/ 108 h 121"/>
                <a:gd name="T20" fmla="*/ 46 w 149"/>
                <a:gd name="T21" fmla="*/ 95 h 121"/>
                <a:gd name="T22" fmla="*/ 28 w 149"/>
                <a:gd name="T23" fmla="*/ 89 h 121"/>
                <a:gd name="T24" fmla="*/ 17 w 149"/>
                <a:gd name="T25" fmla="*/ 74 h 121"/>
                <a:gd name="T26" fmla="*/ 23 w 149"/>
                <a:gd name="T27" fmla="*/ 74 h 121"/>
                <a:gd name="T28" fmla="*/ 31 w 149"/>
                <a:gd name="T29" fmla="*/ 73 h 121"/>
                <a:gd name="T30" fmla="*/ 13 w 149"/>
                <a:gd name="T31" fmla="*/ 63 h 121"/>
                <a:gd name="T32" fmla="*/ 6 w 149"/>
                <a:gd name="T33" fmla="*/ 43 h 121"/>
                <a:gd name="T34" fmla="*/ 6 w 149"/>
                <a:gd name="T35" fmla="*/ 43 h 121"/>
                <a:gd name="T36" fmla="*/ 20 w 149"/>
                <a:gd name="T37" fmla="*/ 47 h 121"/>
                <a:gd name="T38" fmla="*/ 10 w 149"/>
                <a:gd name="T39" fmla="*/ 36 h 121"/>
                <a:gd name="T40" fmla="*/ 7 w 149"/>
                <a:gd name="T41" fmla="*/ 21 h 121"/>
                <a:gd name="T42" fmla="*/ 11 w 149"/>
                <a:gd name="T43" fmla="*/ 6 h 121"/>
                <a:gd name="T44" fmla="*/ 39 w 149"/>
                <a:gd name="T45" fmla="*/ 29 h 121"/>
                <a:gd name="T46" fmla="*/ 74 w 149"/>
                <a:gd name="T47" fmla="*/ 38 h 121"/>
                <a:gd name="T48" fmla="*/ 73 w 149"/>
                <a:gd name="T49" fmla="*/ 31 h 121"/>
                <a:gd name="T50" fmla="*/ 82 w 149"/>
                <a:gd name="T51" fmla="*/ 9 h 121"/>
                <a:gd name="T52" fmla="*/ 104 w 149"/>
                <a:gd name="T53" fmla="*/ 0 h 121"/>
                <a:gd name="T54" fmla="*/ 126 w 149"/>
                <a:gd name="T55" fmla="*/ 10 h 121"/>
                <a:gd name="T56" fmla="*/ 145 w 149"/>
                <a:gd name="T57" fmla="*/ 3 h 121"/>
                <a:gd name="T58" fmla="*/ 132 w 149"/>
                <a:gd name="T59" fmla="*/ 20 h 121"/>
                <a:gd name="T60" fmla="*/ 149 w 149"/>
                <a:gd name="T61" fmla="*/ 15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49" h="121">
                  <a:moveTo>
                    <a:pt x="149" y="15"/>
                  </a:moveTo>
                  <a:cubicBezTo>
                    <a:pt x="145" y="21"/>
                    <a:pt x="140" y="26"/>
                    <a:pt x="134" y="31"/>
                  </a:cubicBezTo>
                  <a:cubicBezTo>
                    <a:pt x="134" y="31"/>
                    <a:pt x="134" y="33"/>
                    <a:pt x="134" y="35"/>
                  </a:cubicBezTo>
                  <a:cubicBezTo>
                    <a:pt x="134" y="43"/>
                    <a:pt x="133" y="51"/>
                    <a:pt x="131" y="59"/>
                  </a:cubicBezTo>
                  <a:cubicBezTo>
                    <a:pt x="128" y="67"/>
                    <a:pt x="125" y="75"/>
                    <a:pt x="120" y="83"/>
                  </a:cubicBezTo>
                  <a:cubicBezTo>
                    <a:pt x="115" y="90"/>
                    <a:pt x="109" y="97"/>
                    <a:pt x="102" y="103"/>
                  </a:cubicBezTo>
                  <a:cubicBezTo>
                    <a:pt x="95" y="108"/>
                    <a:pt x="87" y="113"/>
                    <a:pt x="78" y="116"/>
                  </a:cubicBezTo>
                  <a:cubicBezTo>
                    <a:pt x="68" y="120"/>
                    <a:pt x="58" y="121"/>
                    <a:pt x="47" y="121"/>
                  </a:cubicBezTo>
                  <a:cubicBezTo>
                    <a:pt x="30" y="121"/>
                    <a:pt x="15" y="117"/>
                    <a:pt x="0" y="108"/>
                  </a:cubicBezTo>
                  <a:cubicBezTo>
                    <a:pt x="3" y="108"/>
                    <a:pt x="5" y="108"/>
                    <a:pt x="8" y="108"/>
                  </a:cubicBezTo>
                  <a:cubicBezTo>
                    <a:pt x="22" y="108"/>
                    <a:pt x="35" y="104"/>
                    <a:pt x="46" y="95"/>
                  </a:cubicBezTo>
                  <a:cubicBezTo>
                    <a:pt x="39" y="95"/>
                    <a:pt x="33" y="93"/>
                    <a:pt x="28" y="89"/>
                  </a:cubicBezTo>
                  <a:cubicBezTo>
                    <a:pt x="23" y="85"/>
                    <a:pt x="19" y="80"/>
                    <a:pt x="17" y="74"/>
                  </a:cubicBezTo>
                  <a:cubicBezTo>
                    <a:pt x="19" y="74"/>
                    <a:pt x="21" y="74"/>
                    <a:pt x="23" y="74"/>
                  </a:cubicBezTo>
                  <a:cubicBezTo>
                    <a:pt x="26" y="74"/>
                    <a:pt x="28" y="74"/>
                    <a:pt x="31" y="73"/>
                  </a:cubicBezTo>
                  <a:cubicBezTo>
                    <a:pt x="24" y="72"/>
                    <a:pt x="18" y="68"/>
                    <a:pt x="13" y="63"/>
                  </a:cubicBezTo>
                  <a:cubicBezTo>
                    <a:pt x="9" y="57"/>
                    <a:pt x="6" y="51"/>
                    <a:pt x="6" y="43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11" y="45"/>
                    <a:pt x="15" y="47"/>
                    <a:pt x="20" y="47"/>
                  </a:cubicBezTo>
                  <a:cubicBezTo>
                    <a:pt x="16" y="44"/>
                    <a:pt x="13" y="40"/>
                    <a:pt x="10" y="36"/>
                  </a:cubicBezTo>
                  <a:cubicBezTo>
                    <a:pt x="8" y="32"/>
                    <a:pt x="7" y="27"/>
                    <a:pt x="7" y="21"/>
                  </a:cubicBezTo>
                  <a:cubicBezTo>
                    <a:pt x="7" y="16"/>
                    <a:pt x="8" y="11"/>
                    <a:pt x="11" y="6"/>
                  </a:cubicBezTo>
                  <a:cubicBezTo>
                    <a:pt x="18" y="15"/>
                    <a:pt x="28" y="23"/>
                    <a:pt x="39" y="29"/>
                  </a:cubicBezTo>
                  <a:cubicBezTo>
                    <a:pt x="50" y="34"/>
                    <a:pt x="61" y="37"/>
                    <a:pt x="74" y="38"/>
                  </a:cubicBezTo>
                  <a:cubicBezTo>
                    <a:pt x="73" y="36"/>
                    <a:pt x="73" y="33"/>
                    <a:pt x="73" y="31"/>
                  </a:cubicBezTo>
                  <a:cubicBezTo>
                    <a:pt x="73" y="23"/>
                    <a:pt x="76" y="15"/>
                    <a:pt x="82" y="9"/>
                  </a:cubicBezTo>
                  <a:cubicBezTo>
                    <a:pt x="88" y="3"/>
                    <a:pt x="95" y="0"/>
                    <a:pt x="104" y="0"/>
                  </a:cubicBezTo>
                  <a:cubicBezTo>
                    <a:pt x="112" y="0"/>
                    <a:pt x="120" y="4"/>
                    <a:pt x="126" y="10"/>
                  </a:cubicBezTo>
                  <a:cubicBezTo>
                    <a:pt x="133" y="9"/>
                    <a:pt x="139" y="6"/>
                    <a:pt x="145" y="3"/>
                  </a:cubicBezTo>
                  <a:cubicBezTo>
                    <a:pt x="143" y="10"/>
                    <a:pt x="138" y="16"/>
                    <a:pt x="132" y="20"/>
                  </a:cubicBezTo>
                  <a:cubicBezTo>
                    <a:pt x="138" y="19"/>
                    <a:pt x="144" y="17"/>
                    <a:pt x="149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9060" tIns="49530" rIns="99060" bIns="49530" numCol="1" anchor="t" anchorCtr="0" compatLnSpc="1">
              <a:prstTxWarp prst="textNoShape">
                <a:avLst/>
              </a:prstTxWarp>
            </a:bodyPr>
            <a:lstStyle/>
            <a:p>
              <a:endParaRPr lang="en-US" sz="1716"/>
            </a:p>
          </p:txBody>
        </p:sp>
        <p:sp>
          <p:nvSpPr>
            <p:cNvPr id="27" name="Freeform 334"/>
            <p:cNvSpPr>
              <a:spLocks noEditPoints="1"/>
            </p:cNvSpPr>
            <p:nvPr/>
          </p:nvSpPr>
          <p:spPr bwMode="auto">
            <a:xfrm>
              <a:off x="2506310" y="8115090"/>
              <a:ext cx="347472" cy="347472"/>
            </a:xfrm>
            <a:custGeom>
              <a:avLst/>
              <a:gdLst>
                <a:gd name="T0" fmla="*/ 145 w 145"/>
                <a:gd name="T1" fmla="*/ 19 h 146"/>
                <a:gd name="T2" fmla="*/ 145 w 145"/>
                <a:gd name="T3" fmla="*/ 127 h 146"/>
                <a:gd name="T4" fmla="*/ 139 w 145"/>
                <a:gd name="T5" fmla="*/ 140 h 146"/>
                <a:gd name="T6" fmla="*/ 126 w 145"/>
                <a:gd name="T7" fmla="*/ 146 h 146"/>
                <a:gd name="T8" fmla="*/ 18 w 145"/>
                <a:gd name="T9" fmla="*/ 146 h 146"/>
                <a:gd name="T10" fmla="*/ 5 w 145"/>
                <a:gd name="T11" fmla="*/ 140 h 146"/>
                <a:gd name="T12" fmla="*/ 0 w 145"/>
                <a:gd name="T13" fmla="*/ 127 h 146"/>
                <a:gd name="T14" fmla="*/ 0 w 145"/>
                <a:gd name="T15" fmla="*/ 19 h 146"/>
                <a:gd name="T16" fmla="*/ 5 w 145"/>
                <a:gd name="T17" fmla="*/ 6 h 146"/>
                <a:gd name="T18" fmla="*/ 18 w 145"/>
                <a:gd name="T19" fmla="*/ 0 h 146"/>
                <a:gd name="T20" fmla="*/ 126 w 145"/>
                <a:gd name="T21" fmla="*/ 0 h 146"/>
                <a:gd name="T22" fmla="*/ 139 w 145"/>
                <a:gd name="T23" fmla="*/ 6 h 146"/>
                <a:gd name="T24" fmla="*/ 145 w 145"/>
                <a:gd name="T25" fmla="*/ 19 h 146"/>
                <a:gd name="T26" fmla="*/ 128 w 145"/>
                <a:gd name="T27" fmla="*/ 123 h 146"/>
                <a:gd name="T28" fmla="*/ 128 w 145"/>
                <a:gd name="T29" fmla="*/ 62 h 146"/>
                <a:gd name="T30" fmla="*/ 116 w 145"/>
                <a:gd name="T31" fmla="*/ 62 h 146"/>
                <a:gd name="T32" fmla="*/ 118 w 145"/>
                <a:gd name="T33" fmla="*/ 74 h 146"/>
                <a:gd name="T34" fmla="*/ 112 w 145"/>
                <a:gd name="T35" fmla="*/ 96 h 146"/>
                <a:gd name="T36" fmla="*/ 95 w 145"/>
                <a:gd name="T37" fmla="*/ 112 h 146"/>
                <a:gd name="T38" fmla="*/ 72 w 145"/>
                <a:gd name="T39" fmla="*/ 118 h 146"/>
                <a:gd name="T40" fmla="*/ 41 w 145"/>
                <a:gd name="T41" fmla="*/ 105 h 146"/>
                <a:gd name="T42" fmla="*/ 27 w 145"/>
                <a:gd name="T43" fmla="*/ 74 h 146"/>
                <a:gd name="T44" fmla="*/ 29 w 145"/>
                <a:gd name="T45" fmla="*/ 62 h 146"/>
                <a:gd name="T46" fmla="*/ 16 w 145"/>
                <a:gd name="T47" fmla="*/ 62 h 146"/>
                <a:gd name="T48" fmla="*/ 16 w 145"/>
                <a:gd name="T49" fmla="*/ 123 h 146"/>
                <a:gd name="T50" fmla="*/ 18 w 145"/>
                <a:gd name="T51" fmla="*/ 127 h 146"/>
                <a:gd name="T52" fmla="*/ 22 w 145"/>
                <a:gd name="T53" fmla="*/ 129 h 146"/>
                <a:gd name="T54" fmla="*/ 123 w 145"/>
                <a:gd name="T55" fmla="*/ 129 h 146"/>
                <a:gd name="T56" fmla="*/ 127 w 145"/>
                <a:gd name="T57" fmla="*/ 127 h 146"/>
                <a:gd name="T58" fmla="*/ 128 w 145"/>
                <a:gd name="T59" fmla="*/ 123 h 146"/>
                <a:gd name="T60" fmla="*/ 93 w 145"/>
                <a:gd name="T61" fmla="*/ 93 h 146"/>
                <a:gd name="T62" fmla="*/ 102 w 145"/>
                <a:gd name="T63" fmla="*/ 73 h 146"/>
                <a:gd name="T64" fmla="*/ 93 w 145"/>
                <a:gd name="T65" fmla="*/ 53 h 146"/>
                <a:gd name="T66" fmla="*/ 72 w 145"/>
                <a:gd name="T67" fmla="*/ 44 h 146"/>
                <a:gd name="T68" fmla="*/ 52 w 145"/>
                <a:gd name="T69" fmla="*/ 53 h 146"/>
                <a:gd name="T70" fmla="*/ 43 w 145"/>
                <a:gd name="T71" fmla="*/ 73 h 146"/>
                <a:gd name="T72" fmla="*/ 52 w 145"/>
                <a:gd name="T73" fmla="*/ 93 h 146"/>
                <a:gd name="T74" fmla="*/ 72 w 145"/>
                <a:gd name="T75" fmla="*/ 101 h 146"/>
                <a:gd name="T76" fmla="*/ 93 w 145"/>
                <a:gd name="T77" fmla="*/ 93 h 146"/>
                <a:gd name="T78" fmla="*/ 128 w 145"/>
                <a:gd name="T79" fmla="*/ 39 h 146"/>
                <a:gd name="T80" fmla="*/ 128 w 145"/>
                <a:gd name="T81" fmla="*/ 23 h 146"/>
                <a:gd name="T82" fmla="*/ 127 w 145"/>
                <a:gd name="T83" fmla="*/ 18 h 146"/>
                <a:gd name="T84" fmla="*/ 122 w 145"/>
                <a:gd name="T85" fmla="*/ 16 h 146"/>
                <a:gd name="T86" fmla="*/ 106 w 145"/>
                <a:gd name="T87" fmla="*/ 16 h 146"/>
                <a:gd name="T88" fmla="*/ 101 w 145"/>
                <a:gd name="T89" fmla="*/ 18 h 146"/>
                <a:gd name="T90" fmla="*/ 99 w 145"/>
                <a:gd name="T91" fmla="*/ 23 h 146"/>
                <a:gd name="T92" fmla="*/ 99 w 145"/>
                <a:gd name="T93" fmla="*/ 39 h 146"/>
                <a:gd name="T94" fmla="*/ 101 w 145"/>
                <a:gd name="T95" fmla="*/ 43 h 146"/>
                <a:gd name="T96" fmla="*/ 106 w 145"/>
                <a:gd name="T97" fmla="*/ 45 h 146"/>
                <a:gd name="T98" fmla="*/ 122 w 145"/>
                <a:gd name="T99" fmla="*/ 45 h 146"/>
                <a:gd name="T100" fmla="*/ 127 w 145"/>
                <a:gd name="T101" fmla="*/ 43 h 146"/>
                <a:gd name="T102" fmla="*/ 128 w 145"/>
                <a:gd name="T103" fmla="*/ 39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5" h="146">
                  <a:moveTo>
                    <a:pt x="145" y="19"/>
                  </a:moveTo>
                  <a:cubicBezTo>
                    <a:pt x="145" y="127"/>
                    <a:pt x="145" y="127"/>
                    <a:pt x="145" y="127"/>
                  </a:cubicBezTo>
                  <a:cubicBezTo>
                    <a:pt x="145" y="132"/>
                    <a:pt x="143" y="136"/>
                    <a:pt x="139" y="140"/>
                  </a:cubicBezTo>
                  <a:cubicBezTo>
                    <a:pt x="136" y="144"/>
                    <a:pt x="131" y="146"/>
                    <a:pt x="126" y="146"/>
                  </a:cubicBezTo>
                  <a:cubicBezTo>
                    <a:pt x="18" y="146"/>
                    <a:pt x="18" y="146"/>
                    <a:pt x="18" y="146"/>
                  </a:cubicBezTo>
                  <a:cubicBezTo>
                    <a:pt x="13" y="146"/>
                    <a:pt x="9" y="144"/>
                    <a:pt x="5" y="140"/>
                  </a:cubicBezTo>
                  <a:cubicBezTo>
                    <a:pt x="2" y="136"/>
                    <a:pt x="0" y="132"/>
                    <a:pt x="0" y="12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4"/>
                    <a:pt x="2" y="9"/>
                    <a:pt x="5" y="6"/>
                  </a:cubicBezTo>
                  <a:cubicBezTo>
                    <a:pt x="9" y="2"/>
                    <a:pt x="13" y="0"/>
                    <a:pt x="18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31" y="0"/>
                    <a:pt x="136" y="2"/>
                    <a:pt x="139" y="6"/>
                  </a:cubicBezTo>
                  <a:cubicBezTo>
                    <a:pt x="143" y="9"/>
                    <a:pt x="145" y="14"/>
                    <a:pt x="145" y="19"/>
                  </a:cubicBezTo>
                  <a:close/>
                  <a:moveTo>
                    <a:pt x="128" y="123"/>
                  </a:moveTo>
                  <a:cubicBezTo>
                    <a:pt x="128" y="62"/>
                    <a:pt x="128" y="62"/>
                    <a:pt x="128" y="62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117" y="66"/>
                    <a:pt x="118" y="70"/>
                    <a:pt x="118" y="74"/>
                  </a:cubicBezTo>
                  <a:cubicBezTo>
                    <a:pt x="118" y="82"/>
                    <a:pt x="116" y="89"/>
                    <a:pt x="112" y="96"/>
                  </a:cubicBezTo>
                  <a:cubicBezTo>
                    <a:pt x="108" y="103"/>
                    <a:pt x="102" y="108"/>
                    <a:pt x="95" y="112"/>
                  </a:cubicBezTo>
                  <a:cubicBezTo>
                    <a:pt x="88" y="116"/>
                    <a:pt x="81" y="118"/>
                    <a:pt x="72" y="118"/>
                  </a:cubicBezTo>
                  <a:cubicBezTo>
                    <a:pt x="60" y="118"/>
                    <a:pt x="49" y="114"/>
                    <a:pt x="41" y="105"/>
                  </a:cubicBezTo>
                  <a:cubicBezTo>
                    <a:pt x="32" y="97"/>
                    <a:pt x="27" y="86"/>
                    <a:pt x="27" y="74"/>
                  </a:cubicBezTo>
                  <a:cubicBezTo>
                    <a:pt x="27" y="70"/>
                    <a:pt x="28" y="66"/>
                    <a:pt x="29" y="62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16" y="123"/>
                    <a:pt x="16" y="123"/>
                    <a:pt x="16" y="123"/>
                  </a:cubicBezTo>
                  <a:cubicBezTo>
                    <a:pt x="16" y="125"/>
                    <a:pt x="16" y="126"/>
                    <a:pt x="18" y="127"/>
                  </a:cubicBezTo>
                  <a:cubicBezTo>
                    <a:pt x="19" y="128"/>
                    <a:pt x="20" y="129"/>
                    <a:pt x="22" y="129"/>
                  </a:cubicBezTo>
                  <a:cubicBezTo>
                    <a:pt x="123" y="129"/>
                    <a:pt x="123" y="129"/>
                    <a:pt x="123" y="129"/>
                  </a:cubicBezTo>
                  <a:cubicBezTo>
                    <a:pt x="124" y="129"/>
                    <a:pt x="126" y="128"/>
                    <a:pt x="127" y="127"/>
                  </a:cubicBezTo>
                  <a:cubicBezTo>
                    <a:pt x="128" y="126"/>
                    <a:pt x="128" y="125"/>
                    <a:pt x="128" y="123"/>
                  </a:cubicBezTo>
                  <a:close/>
                  <a:moveTo>
                    <a:pt x="93" y="93"/>
                  </a:moveTo>
                  <a:cubicBezTo>
                    <a:pt x="99" y="87"/>
                    <a:pt x="102" y="80"/>
                    <a:pt x="102" y="73"/>
                  </a:cubicBezTo>
                  <a:cubicBezTo>
                    <a:pt x="102" y="65"/>
                    <a:pt x="99" y="58"/>
                    <a:pt x="93" y="53"/>
                  </a:cubicBezTo>
                  <a:cubicBezTo>
                    <a:pt x="87" y="47"/>
                    <a:pt x="80" y="44"/>
                    <a:pt x="72" y="44"/>
                  </a:cubicBezTo>
                  <a:cubicBezTo>
                    <a:pt x="64" y="44"/>
                    <a:pt x="58" y="47"/>
                    <a:pt x="52" y="53"/>
                  </a:cubicBezTo>
                  <a:cubicBezTo>
                    <a:pt x="46" y="58"/>
                    <a:pt x="43" y="65"/>
                    <a:pt x="43" y="73"/>
                  </a:cubicBezTo>
                  <a:cubicBezTo>
                    <a:pt x="43" y="80"/>
                    <a:pt x="46" y="87"/>
                    <a:pt x="52" y="93"/>
                  </a:cubicBezTo>
                  <a:cubicBezTo>
                    <a:pt x="58" y="98"/>
                    <a:pt x="64" y="101"/>
                    <a:pt x="72" y="101"/>
                  </a:cubicBezTo>
                  <a:cubicBezTo>
                    <a:pt x="80" y="101"/>
                    <a:pt x="87" y="98"/>
                    <a:pt x="93" y="93"/>
                  </a:cubicBezTo>
                  <a:close/>
                  <a:moveTo>
                    <a:pt x="128" y="39"/>
                  </a:moveTo>
                  <a:cubicBezTo>
                    <a:pt x="128" y="23"/>
                    <a:pt x="128" y="23"/>
                    <a:pt x="128" y="23"/>
                  </a:cubicBezTo>
                  <a:cubicBezTo>
                    <a:pt x="128" y="21"/>
                    <a:pt x="128" y="20"/>
                    <a:pt x="127" y="18"/>
                  </a:cubicBezTo>
                  <a:cubicBezTo>
                    <a:pt x="125" y="17"/>
                    <a:pt x="124" y="16"/>
                    <a:pt x="122" y="16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104" y="16"/>
                    <a:pt x="102" y="17"/>
                    <a:pt x="101" y="18"/>
                  </a:cubicBezTo>
                  <a:cubicBezTo>
                    <a:pt x="100" y="20"/>
                    <a:pt x="99" y="21"/>
                    <a:pt x="99" y="23"/>
                  </a:cubicBezTo>
                  <a:cubicBezTo>
                    <a:pt x="99" y="39"/>
                    <a:pt x="99" y="39"/>
                    <a:pt x="99" y="39"/>
                  </a:cubicBezTo>
                  <a:cubicBezTo>
                    <a:pt x="99" y="40"/>
                    <a:pt x="100" y="42"/>
                    <a:pt x="101" y="43"/>
                  </a:cubicBezTo>
                  <a:cubicBezTo>
                    <a:pt x="102" y="44"/>
                    <a:pt x="104" y="45"/>
                    <a:pt x="106" y="45"/>
                  </a:cubicBezTo>
                  <a:cubicBezTo>
                    <a:pt x="122" y="45"/>
                    <a:pt x="122" y="45"/>
                    <a:pt x="122" y="45"/>
                  </a:cubicBezTo>
                  <a:cubicBezTo>
                    <a:pt x="124" y="45"/>
                    <a:pt x="125" y="44"/>
                    <a:pt x="127" y="43"/>
                  </a:cubicBezTo>
                  <a:cubicBezTo>
                    <a:pt x="128" y="42"/>
                    <a:pt x="128" y="40"/>
                    <a:pt x="128" y="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9060" tIns="49530" rIns="99060" bIns="49530" numCol="1" anchor="t" anchorCtr="0" compatLnSpc="1">
              <a:prstTxWarp prst="textNoShape">
                <a:avLst/>
              </a:prstTxWarp>
            </a:bodyPr>
            <a:lstStyle/>
            <a:p>
              <a:endParaRPr lang="en-US" sz="1716"/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837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2677776" y="1349477"/>
            <a:ext cx="3946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677776" y="1743891"/>
            <a:ext cx="45129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57" name="Freeform 281"/>
          <p:cNvSpPr>
            <a:spLocks noEditPoints="1"/>
          </p:cNvSpPr>
          <p:nvPr/>
        </p:nvSpPr>
        <p:spPr bwMode="auto">
          <a:xfrm>
            <a:off x="12111379" y="1432605"/>
            <a:ext cx="347472" cy="347472"/>
          </a:xfrm>
          <a:custGeom>
            <a:avLst/>
            <a:gdLst>
              <a:gd name="T0" fmla="*/ 155 w 155"/>
              <a:gd name="T1" fmla="*/ 3 h 155"/>
              <a:gd name="T2" fmla="*/ 148 w 155"/>
              <a:gd name="T3" fmla="*/ 44 h 155"/>
              <a:gd name="T4" fmla="*/ 124 w 155"/>
              <a:gd name="T5" fmla="*/ 78 h 155"/>
              <a:gd name="T6" fmla="*/ 105 w 155"/>
              <a:gd name="T7" fmla="*/ 95 h 155"/>
              <a:gd name="T8" fmla="*/ 103 w 155"/>
              <a:gd name="T9" fmla="*/ 131 h 155"/>
              <a:gd name="T10" fmla="*/ 102 w 155"/>
              <a:gd name="T11" fmla="*/ 133 h 155"/>
              <a:gd name="T12" fmla="*/ 66 w 155"/>
              <a:gd name="T13" fmla="*/ 154 h 155"/>
              <a:gd name="T14" fmla="*/ 64 w 155"/>
              <a:gd name="T15" fmla="*/ 155 h 155"/>
              <a:gd name="T16" fmla="*/ 62 w 155"/>
              <a:gd name="T17" fmla="*/ 154 h 155"/>
              <a:gd name="T18" fmla="*/ 56 w 155"/>
              <a:gd name="T19" fmla="*/ 148 h 155"/>
              <a:gd name="T20" fmla="*/ 55 w 155"/>
              <a:gd name="T21" fmla="*/ 145 h 155"/>
              <a:gd name="T22" fmla="*/ 63 w 155"/>
              <a:gd name="T23" fmla="*/ 119 h 155"/>
              <a:gd name="T24" fmla="*/ 37 w 155"/>
              <a:gd name="T25" fmla="*/ 92 h 155"/>
              <a:gd name="T26" fmla="*/ 10 w 155"/>
              <a:gd name="T27" fmla="*/ 100 h 155"/>
              <a:gd name="T28" fmla="*/ 10 w 155"/>
              <a:gd name="T29" fmla="*/ 100 h 155"/>
              <a:gd name="T30" fmla="*/ 7 w 155"/>
              <a:gd name="T31" fmla="*/ 99 h 155"/>
              <a:gd name="T32" fmla="*/ 1 w 155"/>
              <a:gd name="T33" fmla="*/ 93 h 155"/>
              <a:gd name="T34" fmla="*/ 1 w 155"/>
              <a:gd name="T35" fmla="*/ 90 h 155"/>
              <a:gd name="T36" fmla="*/ 22 w 155"/>
              <a:gd name="T37" fmla="*/ 53 h 155"/>
              <a:gd name="T38" fmla="*/ 25 w 155"/>
              <a:gd name="T39" fmla="*/ 52 h 155"/>
              <a:gd name="T40" fmla="*/ 60 w 155"/>
              <a:gd name="T41" fmla="*/ 50 h 155"/>
              <a:gd name="T42" fmla="*/ 77 w 155"/>
              <a:gd name="T43" fmla="*/ 31 h 155"/>
              <a:gd name="T44" fmla="*/ 111 w 155"/>
              <a:gd name="T45" fmla="*/ 7 h 155"/>
              <a:gd name="T46" fmla="*/ 152 w 155"/>
              <a:gd name="T47" fmla="*/ 0 h 155"/>
              <a:gd name="T48" fmla="*/ 154 w 155"/>
              <a:gd name="T49" fmla="*/ 1 h 155"/>
              <a:gd name="T50" fmla="*/ 155 w 155"/>
              <a:gd name="T51" fmla="*/ 3 h 155"/>
              <a:gd name="T52" fmla="*/ 131 w 155"/>
              <a:gd name="T53" fmla="*/ 37 h 155"/>
              <a:gd name="T54" fmla="*/ 134 w 155"/>
              <a:gd name="T55" fmla="*/ 31 h 155"/>
              <a:gd name="T56" fmla="*/ 131 w 155"/>
              <a:gd name="T57" fmla="*/ 24 h 155"/>
              <a:gd name="T58" fmla="*/ 125 w 155"/>
              <a:gd name="T59" fmla="*/ 21 h 155"/>
              <a:gd name="T60" fmla="*/ 118 w 155"/>
              <a:gd name="T61" fmla="*/ 24 h 155"/>
              <a:gd name="T62" fmla="*/ 115 w 155"/>
              <a:gd name="T63" fmla="*/ 31 h 155"/>
              <a:gd name="T64" fmla="*/ 118 w 155"/>
              <a:gd name="T65" fmla="*/ 37 h 155"/>
              <a:gd name="T66" fmla="*/ 125 w 155"/>
              <a:gd name="T67" fmla="*/ 40 h 155"/>
              <a:gd name="T68" fmla="*/ 131 w 155"/>
              <a:gd name="T69" fmla="*/ 37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55" h="155">
                <a:moveTo>
                  <a:pt x="155" y="3"/>
                </a:moveTo>
                <a:cubicBezTo>
                  <a:pt x="155" y="19"/>
                  <a:pt x="152" y="33"/>
                  <a:pt x="148" y="44"/>
                </a:cubicBezTo>
                <a:cubicBezTo>
                  <a:pt x="143" y="55"/>
                  <a:pt x="135" y="67"/>
                  <a:pt x="124" y="78"/>
                </a:cubicBezTo>
                <a:cubicBezTo>
                  <a:pt x="119" y="83"/>
                  <a:pt x="112" y="89"/>
                  <a:pt x="105" y="95"/>
                </a:cubicBezTo>
                <a:cubicBezTo>
                  <a:pt x="103" y="131"/>
                  <a:pt x="103" y="131"/>
                  <a:pt x="103" y="131"/>
                </a:cubicBezTo>
                <a:cubicBezTo>
                  <a:pt x="103" y="132"/>
                  <a:pt x="103" y="132"/>
                  <a:pt x="102" y="133"/>
                </a:cubicBezTo>
                <a:cubicBezTo>
                  <a:pt x="66" y="154"/>
                  <a:pt x="66" y="154"/>
                  <a:pt x="66" y="154"/>
                </a:cubicBezTo>
                <a:cubicBezTo>
                  <a:pt x="65" y="154"/>
                  <a:pt x="65" y="155"/>
                  <a:pt x="64" y="155"/>
                </a:cubicBezTo>
                <a:cubicBezTo>
                  <a:pt x="63" y="155"/>
                  <a:pt x="63" y="154"/>
                  <a:pt x="62" y="154"/>
                </a:cubicBezTo>
                <a:cubicBezTo>
                  <a:pt x="56" y="148"/>
                  <a:pt x="56" y="148"/>
                  <a:pt x="56" y="148"/>
                </a:cubicBezTo>
                <a:cubicBezTo>
                  <a:pt x="55" y="147"/>
                  <a:pt x="55" y="146"/>
                  <a:pt x="55" y="145"/>
                </a:cubicBezTo>
                <a:cubicBezTo>
                  <a:pt x="63" y="119"/>
                  <a:pt x="63" y="119"/>
                  <a:pt x="63" y="119"/>
                </a:cubicBezTo>
                <a:cubicBezTo>
                  <a:pt x="37" y="92"/>
                  <a:pt x="37" y="92"/>
                  <a:pt x="37" y="92"/>
                </a:cubicBezTo>
                <a:cubicBezTo>
                  <a:pt x="10" y="100"/>
                  <a:pt x="10" y="100"/>
                  <a:pt x="10" y="100"/>
                </a:cubicBezTo>
                <a:cubicBezTo>
                  <a:pt x="10" y="100"/>
                  <a:pt x="10" y="100"/>
                  <a:pt x="10" y="100"/>
                </a:cubicBezTo>
                <a:cubicBezTo>
                  <a:pt x="9" y="100"/>
                  <a:pt x="8" y="100"/>
                  <a:pt x="7" y="99"/>
                </a:cubicBezTo>
                <a:cubicBezTo>
                  <a:pt x="1" y="93"/>
                  <a:pt x="1" y="93"/>
                  <a:pt x="1" y="93"/>
                </a:cubicBezTo>
                <a:cubicBezTo>
                  <a:pt x="0" y="92"/>
                  <a:pt x="0" y="91"/>
                  <a:pt x="1" y="90"/>
                </a:cubicBezTo>
                <a:cubicBezTo>
                  <a:pt x="22" y="53"/>
                  <a:pt x="22" y="53"/>
                  <a:pt x="22" y="53"/>
                </a:cubicBezTo>
                <a:cubicBezTo>
                  <a:pt x="23" y="52"/>
                  <a:pt x="24" y="52"/>
                  <a:pt x="25" y="52"/>
                </a:cubicBezTo>
                <a:cubicBezTo>
                  <a:pt x="60" y="50"/>
                  <a:pt x="60" y="50"/>
                  <a:pt x="60" y="50"/>
                </a:cubicBezTo>
                <a:cubicBezTo>
                  <a:pt x="66" y="43"/>
                  <a:pt x="72" y="37"/>
                  <a:pt x="77" y="31"/>
                </a:cubicBezTo>
                <a:cubicBezTo>
                  <a:pt x="89" y="20"/>
                  <a:pt x="100" y="11"/>
                  <a:pt x="111" y="7"/>
                </a:cubicBezTo>
                <a:cubicBezTo>
                  <a:pt x="122" y="3"/>
                  <a:pt x="135" y="0"/>
                  <a:pt x="152" y="0"/>
                </a:cubicBezTo>
                <a:cubicBezTo>
                  <a:pt x="152" y="0"/>
                  <a:pt x="153" y="1"/>
                  <a:pt x="154" y="1"/>
                </a:cubicBezTo>
                <a:cubicBezTo>
                  <a:pt x="154" y="2"/>
                  <a:pt x="155" y="3"/>
                  <a:pt x="155" y="3"/>
                </a:cubicBezTo>
                <a:close/>
                <a:moveTo>
                  <a:pt x="131" y="37"/>
                </a:moveTo>
                <a:cubicBezTo>
                  <a:pt x="133" y="35"/>
                  <a:pt x="134" y="33"/>
                  <a:pt x="134" y="31"/>
                </a:cubicBezTo>
                <a:cubicBezTo>
                  <a:pt x="134" y="28"/>
                  <a:pt x="133" y="26"/>
                  <a:pt x="131" y="24"/>
                </a:cubicBezTo>
                <a:cubicBezTo>
                  <a:pt x="129" y="22"/>
                  <a:pt x="127" y="21"/>
                  <a:pt x="125" y="21"/>
                </a:cubicBezTo>
                <a:cubicBezTo>
                  <a:pt x="122" y="21"/>
                  <a:pt x="120" y="22"/>
                  <a:pt x="118" y="24"/>
                </a:cubicBezTo>
                <a:cubicBezTo>
                  <a:pt x="116" y="26"/>
                  <a:pt x="115" y="28"/>
                  <a:pt x="115" y="31"/>
                </a:cubicBezTo>
                <a:cubicBezTo>
                  <a:pt x="115" y="33"/>
                  <a:pt x="116" y="35"/>
                  <a:pt x="118" y="37"/>
                </a:cubicBezTo>
                <a:cubicBezTo>
                  <a:pt x="120" y="39"/>
                  <a:pt x="122" y="40"/>
                  <a:pt x="125" y="40"/>
                </a:cubicBezTo>
                <a:cubicBezTo>
                  <a:pt x="127" y="40"/>
                  <a:pt x="129" y="39"/>
                  <a:pt x="131" y="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2677776" y="3501133"/>
            <a:ext cx="3946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2677776" y="3895547"/>
            <a:ext cx="45129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2677776" y="5652789"/>
            <a:ext cx="3946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2677776" y="6047203"/>
            <a:ext cx="45129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2677776" y="7804445"/>
            <a:ext cx="3946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2677776" y="8198859"/>
            <a:ext cx="45129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78" name="Google Shape;200;p8"/>
          <p:cNvSpPr/>
          <p:nvPr/>
        </p:nvSpPr>
        <p:spPr>
          <a:xfrm>
            <a:off x="12180280" y="3584261"/>
            <a:ext cx="278571" cy="347338"/>
          </a:xfrm>
          <a:custGeom>
            <a:avLst/>
            <a:gdLst/>
            <a:ahLst/>
            <a:cxnLst/>
            <a:rect l="l" t="t" r="r" b="b"/>
            <a:pathLst>
              <a:path w="4456" h="5556" extrusionOk="0">
                <a:moveTo>
                  <a:pt x="597" y="1100"/>
                </a:moveTo>
                <a:lnTo>
                  <a:pt x="690" y="1119"/>
                </a:lnTo>
                <a:lnTo>
                  <a:pt x="764" y="1175"/>
                </a:lnTo>
                <a:lnTo>
                  <a:pt x="820" y="1249"/>
                </a:lnTo>
                <a:lnTo>
                  <a:pt x="839" y="1343"/>
                </a:lnTo>
                <a:lnTo>
                  <a:pt x="820" y="1436"/>
                </a:lnTo>
                <a:lnTo>
                  <a:pt x="764" y="1510"/>
                </a:lnTo>
                <a:lnTo>
                  <a:pt x="690" y="1548"/>
                </a:lnTo>
                <a:lnTo>
                  <a:pt x="597" y="1566"/>
                </a:lnTo>
                <a:lnTo>
                  <a:pt x="503" y="1548"/>
                </a:lnTo>
                <a:lnTo>
                  <a:pt x="429" y="1510"/>
                </a:lnTo>
                <a:lnTo>
                  <a:pt x="392" y="1436"/>
                </a:lnTo>
                <a:lnTo>
                  <a:pt x="373" y="1343"/>
                </a:lnTo>
                <a:lnTo>
                  <a:pt x="392" y="1249"/>
                </a:lnTo>
                <a:lnTo>
                  <a:pt x="429" y="1175"/>
                </a:lnTo>
                <a:lnTo>
                  <a:pt x="503" y="1119"/>
                </a:lnTo>
                <a:lnTo>
                  <a:pt x="597" y="1100"/>
                </a:lnTo>
                <a:close/>
                <a:moveTo>
                  <a:pt x="93" y="0"/>
                </a:moveTo>
                <a:lnTo>
                  <a:pt x="37" y="38"/>
                </a:lnTo>
                <a:lnTo>
                  <a:pt x="19" y="75"/>
                </a:lnTo>
                <a:lnTo>
                  <a:pt x="0" y="131"/>
                </a:lnTo>
                <a:lnTo>
                  <a:pt x="0" y="168"/>
                </a:lnTo>
                <a:lnTo>
                  <a:pt x="19" y="224"/>
                </a:lnTo>
                <a:lnTo>
                  <a:pt x="187" y="560"/>
                </a:lnTo>
                <a:lnTo>
                  <a:pt x="75" y="653"/>
                </a:lnTo>
                <a:lnTo>
                  <a:pt x="19" y="746"/>
                </a:lnTo>
                <a:lnTo>
                  <a:pt x="0" y="858"/>
                </a:lnTo>
                <a:lnTo>
                  <a:pt x="0" y="2685"/>
                </a:lnTo>
                <a:lnTo>
                  <a:pt x="0" y="2722"/>
                </a:lnTo>
                <a:lnTo>
                  <a:pt x="19" y="2759"/>
                </a:lnTo>
                <a:lnTo>
                  <a:pt x="56" y="2796"/>
                </a:lnTo>
                <a:lnTo>
                  <a:pt x="75" y="2815"/>
                </a:lnTo>
                <a:lnTo>
                  <a:pt x="783" y="3132"/>
                </a:lnTo>
                <a:lnTo>
                  <a:pt x="895" y="3132"/>
                </a:lnTo>
                <a:lnTo>
                  <a:pt x="1230" y="2983"/>
                </a:lnTo>
                <a:lnTo>
                  <a:pt x="1286" y="2946"/>
                </a:lnTo>
                <a:lnTo>
                  <a:pt x="1324" y="2890"/>
                </a:lnTo>
                <a:lnTo>
                  <a:pt x="1454" y="2349"/>
                </a:lnTo>
                <a:lnTo>
                  <a:pt x="1473" y="2293"/>
                </a:lnTo>
                <a:lnTo>
                  <a:pt x="1510" y="2237"/>
                </a:lnTo>
                <a:lnTo>
                  <a:pt x="1547" y="2200"/>
                </a:lnTo>
                <a:lnTo>
                  <a:pt x="1603" y="2163"/>
                </a:lnTo>
                <a:lnTo>
                  <a:pt x="1864" y="2032"/>
                </a:lnTo>
                <a:lnTo>
                  <a:pt x="1864" y="2610"/>
                </a:lnTo>
                <a:lnTo>
                  <a:pt x="1827" y="2778"/>
                </a:lnTo>
                <a:lnTo>
                  <a:pt x="1771" y="2908"/>
                </a:lnTo>
                <a:lnTo>
                  <a:pt x="1678" y="3039"/>
                </a:lnTo>
                <a:lnTo>
                  <a:pt x="1547" y="3113"/>
                </a:lnTo>
                <a:lnTo>
                  <a:pt x="876" y="3449"/>
                </a:lnTo>
                <a:lnTo>
                  <a:pt x="764" y="3523"/>
                </a:lnTo>
                <a:lnTo>
                  <a:pt x="671" y="3598"/>
                </a:lnTo>
                <a:lnTo>
                  <a:pt x="578" y="3691"/>
                </a:lnTo>
                <a:lnTo>
                  <a:pt x="503" y="3784"/>
                </a:lnTo>
                <a:lnTo>
                  <a:pt x="448" y="3896"/>
                </a:lnTo>
                <a:lnTo>
                  <a:pt x="410" y="4027"/>
                </a:lnTo>
                <a:lnTo>
                  <a:pt x="373" y="4157"/>
                </a:lnTo>
                <a:lnTo>
                  <a:pt x="373" y="4288"/>
                </a:lnTo>
                <a:lnTo>
                  <a:pt x="373" y="4828"/>
                </a:lnTo>
                <a:lnTo>
                  <a:pt x="4082" y="4828"/>
                </a:lnTo>
                <a:lnTo>
                  <a:pt x="4082" y="2219"/>
                </a:lnTo>
                <a:lnTo>
                  <a:pt x="4064" y="1995"/>
                </a:lnTo>
                <a:lnTo>
                  <a:pt x="4045" y="1771"/>
                </a:lnTo>
                <a:lnTo>
                  <a:pt x="3989" y="1566"/>
                </a:lnTo>
                <a:lnTo>
                  <a:pt x="3915" y="1361"/>
                </a:lnTo>
                <a:lnTo>
                  <a:pt x="3821" y="1156"/>
                </a:lnTo>
                <a:lnTo>
                  <a:pt x="3709" y="970"/>
                </a:lnTo>
                <a:lnTo>
                  <a:pt x="3579" y="802"/>
                </a:lnTo>
                <a:lnTo>
                  <a:pt x="3430" y="653"/>
                </a:lnTo>
                <a:lnTo>
                  <a:pt x="3281" y="504"/>
                </a:lnTo>
                <a:lnTo>
                  <a:pt x="3094" y="373"/>
                </a:lnTo>
                <a:lnTo>
                  <a:pt x="2927" y="261"/>
                </a:lnTo>
                <a:lnTo>
                  <a:pt x="2722" y="168"/>
                </a:lnTo>
                <a:lnTo>
                  <a:pt x="2517" y="94"/>
                </a:lnTo>
                <a:lnTo>
                  <a:pt x="2311" y="38"/>
                </a:lnTo>
                <a:lnTo>
                  <a:pt x="2088" y="0"/>
                </a:lnTo>
                <a:close/>
                <a:moveTo>
                  <a:pt x="131" y="4996"/>
                </a:moveTo>
                <a:lnTo>
                  <a:pt x="93" y="5015"/>
                </a:lnTo>
                <a:lnTo>
                  <a:pt x="37" y="5052"/>
                </a:lnTo>
                <a:lnTo>
                  <a:pt x="19" y="5089"/>
                </a:lnTo>
                <a:lnTo>
                  <a:pt x="0" y="5145"/>
                </a:lnTo>
                <a:lnTo>
                  <a:pt x="0" y="5425"/>
                </a:lnTo>
                <a:lnTo>
                  <a:pt x="19" y="5481"/>
                </a:lnTo>
                <a:lnTo>
                  <a:pt x="37" y="5518"/>
                </a:lnTo>
                <a:lnTo>
                  <a:pt x="93" y="5555"/>
                </a:lnTo>
                <a:lnTo>
                  <a:pt x="4362" y="5555"/>
                </a:lnTo>
                <a:lnTo>
                  <a:pt x="4418" y="5518"/>
                </a:lnTo>
                <a:lnTo>
                  <a:pt x="4436" y="5481"/>
                </a:lnTo>
                <a:lnTo>
                  <a:pt x="4455" y="5425"/>
                </a:lnTo>
                <a:lnTo>
                  <a:pt x="4455" y="5145"/>
                </a:lnTo>
                <a:lnTo>
                  <a:pt x="4436" y="5089"/>
                </a:lnTo>
                <a:lnTo>
                  <a:pt x="4418" y="5052"/>
                </a:lnTo>
                <a:lnTo>
                  <a:pt x="4362" y="5015"/>
                </a:lnTo>
                <a:lnTo>
                  <a:pt x="4325" y="499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36;p7"/>
          <p:cNvSpPr/>
          <p:nvPr/>
        </p:nvSpPr>
        <p:spPr>
          <a:xfrm>
            <a:off x="12111379" y="5735917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5854" h="5928" extrusionOk="0">
                <a:moveTo>
                  <a:pt x="541" y="0"/>
                </a:moveTo>
                <a:lnTo>
                  <a:pt x="410" y="38"/>
                </a:lnTo>
                <a:lnTo>
                  <a:pt x="298" y="94"/>
                </a:lnTo>
                <a:lnTo>
                  <a:pt x="205" y="168"/>
                </a:lnTo>
                <a:lnTo>
                  <a:pt x="112" y="280"/>
                </a:lnTo>
                <a:lnTo>
                  <a:pt x="56" y="392"/>
                </a:lnTo>
                <a:lnTo>
                  <a:pt x="19" y="504"/>
                </a:lnTo>
                <a:lnTo>
                  <a:pt x="0" y="653"/>
                </a:lnTo>
                <a:lnTo>
                  <a:pt x="19" y="802"/>
                </a:lnTo>
                <a:lnTo>
                  <a:pt x="75" y="951"/>
                </a:lnTo>
                <a:lnTo>
                  <a:pt x="168" y="1082"/>
                </a:lnTo>
                <a:lnTo>
                  <a:pt x="280" y="1175"/>
                </a:lnTo>
                <a:lnTo>
                  <a:pt x="280" y="5648"/>
                </a:lnTo>
                <a:lnTo>
                  <a:pt x="280" y="5704"/>
                </a:lnTo>
                <a:lnTo>
                  <a:pt x="298" y="5760"/>
                </a:lnTo>
                <a:lnTo>
                  <a:pt x="373" y="5853"/>
                </a:lnTo>
                <a:lnTo>
                  <a:pt x="448" y="5909"/>
                </a:lnTo>
                <a:lnTo>
                  <a:pt x="504" y="5928"/>
                </a:lnTo>
                <a:lnTo>
                  <a:pt x="802" y="5928"/>
                </a:lnTo>
                <a:lnTo>
                  <a:pt x="858" y="5909"/>
                </a:lnTo>
                <a:lnTo>
                  <a:pt x="951" y="5853"/>
                </a:lnTo>
                <a:lnTo>
                  <a:pt x="1007" y="5760"/>
                </a:lnTo>
                <a:lnTo>
                  <a:pt x="1025" y="5704"/>
                </a:lnTo>
                <a:lnTo>
                  <a:pt x="1025" y="5648"/>
                </a:lnTo>
                <a:lnTo>
                  <a:pt x="1025" y="4567"/>
                </a:lnTo>
                <a:lnTo>
                  <a:pt x="1286" y="4455"/>
                </a:lnTo>
                <a:lnTo>
                  <a:pt x="1585" y="4381"/>
                </a:lnTo>
                <a:lnTo>
                  <a:pt x="1939" y="4325"/>
                </a:lnTo>
                <a:lnTo>
                  <a:pt x="2349" y="4306"/>
                </a:lnTo>
                <a:lnTo>
                  <a:pt x="2573" y="4325"/>
                </a:lnTo>
                <a:lnTo>
                  <a:pt x="2796" y="4362"/>
                </a:lnTo>
                <a:lnTo>
                  <a:pt x="3020" y="4437"/>
                </a:lnTo>
                <a:lnTo>
                  <a:pt x="3244" y="4511"/>
                </a:lnTo>
                <a:lnTo>
                  <a:pt x="3486" y="4586"/>
                </a:lnTo>
                <a:lnTo>
                  <a:pt x="3728" y="4642"/>
                </a:lnTo>
                <a:lnTo>
                  <a:pt x="3989" y="4698"/>
                </a:lnTo>
                <a:lnTo>
                  <a:pt x="4269" y="4716"/>
                </a:lnTo>
                <a:lnTo>
                  <a:pt x="4474" y="4698"/>
                </a:lnTo>
                <a:lnTo>
                  <a:pt x="4660" y="4679"/>
                </a:lnTo>
                <a:lnTo>
                  <a:pt x="4847" y="4642"/>
                </a:lnTo>
                <a:lnTo>
                  <a:pt x="5033" y="4586"/>
                </a:lnTo>
                <a:lnTo>
                  <a:pt x="5201" y="4511"/>
                </a:lnTo>
                <a:lnTo>
                  <a:pt x="5369" y="4437"/>
                </a:lnTo>
                <a:lnTo>
                  <a:pt x="5685" y="4232"/>
                </a:lnTo>
                <a:lnTo>
                  <a:pt x="5760" y="4176"/>
                </a:lnTo>
                <a:lnTo>
                  <a:pt x="5816" y="4101"/>
                </a:lnTo>
                <a:lnTo>
                  <a:pt x="5835" y="4027"/>
                </a:lnTo>
                <a:lnTo>
                  <a:pt x="5853" y="3933"/>
                </a:lnTo>
                <a:lnTo>
                  <a:pt x="5853" y="1100"/>
                </a:lnTo>
                <a:lnTo>
                  <a:pt x="5835" y="1007"/>
                </a:lnTo>
                <a:lnTo>
                  <a:pt x="5797" y="932"/>
                </a:lnTo>
                <a:lnTo>
                  <a:pt x="5741" y="858"/>
                </a:lnTo>
                <a:lnTo>
                  <a:pt x="5685" y="802"/>
                </a:lnTo>
                <a:lnTo>
                  <a:pt x="5592" y="765"/>
                </a:lnTo>
                <a:lnTo>
                  <a:pt x="5518" y="746"/>
                </a:lnTo>
                <a:lnTo>
                  <a:pt x="5424" y="746"/>
                </a:lnTo>
                <a:lnTo>
                  <a:pt x="5331" y="765"/>
                </a:lnTo>
                <a:lnTo>
                  <a:pt x="5014" y="914"/>
                </a:lnTo>
                <a:lnTo>
                  <a:pt x="4679" y="1026"/>
                </a:lnTo>
                <a:lnTo>
                  <a:pt x="4492" y="1082"/>
                </a:lnTo>
                <a:lnTo>
                  <a:pt x="4325" y="1100"/>
                </a:lnTo>
                <a:lnTo>
                  <a:pt x="4138" y="1137"/>
                </a:lnTo>
                <a:lnTo>
                  <a:pt x="3971" y="1137"/>
                </a:lnTo>
                <a:lnTo>
                  <a:pt x="3747" y="1119"/>
                </a:lnTo>
                <a:lnTo>
                  <a:pt x="3523" y="1082"/>
                </a:lnTo>
                <a:lnTo>
                  <a:pt x="3299" y="1007"/>
                </a:lnTo>
                <a:lnTo>
                  <a:pt x="3076" y="932"/>
                </a:lnTo>
                <a:lnTo>
                  <a:pt x="2833" y="858"/>
                </a:lnTo>
                <a:lnTo>
                  <a:pt x="2591" y="802"/>
                </a:lnTo>
                <a:lnTo>
                  <a:pt x="2330" y="746"/>
                </a:lnTo>
                <a:lnTo>
                  <a:pt x="1846" y="746"/>
                </a:lnTo>
                <a:lnTo>
                  <a:pt x="1641" y="765"/>
                </a:lnTo>
                <a:lnTo>
                  <a:pt x="1454" y="821"/>
                </a:lnTo>
                <a:lnTo>
                  <a:pt x="1268" y="876"/>
                </a:lnTo>
                <a:lnTo>
                  <a:pt x="1268" y="876"/>
                </a:lnTo>
                <a:lnTo>
                  <a:pt x="1305" y="746"/>
                </a:lnTo>
                <a:lnTo>
                  <a:pt x="1305" y="597"/>
                </a:lnTo>
                <a:lnTo>
                  <a:pt x="1286" y="485"/>
                </a:lnTo>
                <a:lnTo>
                  <a:pt x="1249" y="373"/>
                </a:lnTo>
                <a:lnTo>
                  <a:pt x="1193" y="261"/>
                </a:lnTo>
                <a:lnTo>
                  <a:pt x="1100" y="187"/>
                </a:lnTo>
                <a:lnTo>
                  <a:pt x="1025" y="112"/>
                </a:lnTo>
                <a:lnTo>
                  <a:pt x="914" y="56"/>
                </a:lnTo>
                <a:lnTo>
                  <a:pt x="802" y="19"/>
                </a:lnTo>
                <a:lnTo>
                  <a:pt x="69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12111379" y="7887573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5742" h="5743" extrusionOk="0">
                <a:moveTo>
                  <a:pt x="1380" y="858"/>
                </a:moveTo>
                <a:lnTo>
                  <a:pt x="2125" y="1585"/>
                </a:lnTo>
                <a:lnTo>
                  <a:pt x="1957" y="1697"/>
                </a:lnTo>
                <a:lnTo>
                  <a:pt x="1827" y="1828"/>
                </a:lnTo>
                <a:lnTo>
                  <a:pt x="1696" y="1958"/>
                </a:lnTo>
                <a:lnTo>
                  <a:pt x="1585" y="2107"/>
                </a:lnTo>
                <a:lnTo>
                  <a:pt x="858" y="1380"/>
                </a:lnTo>
                <a:lnTo>
                  <a:pt x="970" y="1231"/>
                </a:lnTo>
                <a:lnTo>
                  <a:pt x="1100" y="1101"/>
                </a:lnTo>
                <a:lnTo>
                  <a:pt x="1230" y="970"/>
                </a:lnTo>
                <a:lnTo>
                  <a:pt x="1380" y="858"/>
                </a:lnTo>
                <a:close/>
                <a:moveTo>
                  <a:pt x="4362" y="858"/>
                </a:moveTo>
                <a:lnTo>
                  <a:pt x="4511" y="970"/>
                </a:lnTo>
                <a:lnTo>
                  <a:pt x="4642" y="1101"/>
                </a:lnTo>
                <a:lnTo>
                  <a:pt x="4772" y="1231"/>
                </a:lnTo>
                <a:lnTo>
                  <a:pt x="4884" y="1380"/>
                </a:lnTo>
                <a:lnTo>
                  <a:pt x="4157" y="2107"/>
                </a:lnTo>
                <a:lnTo>
                  <a:pt x="4045" y="1958"/>
                </a:lnTo>
                <a:lnTo>
                  <a:pt x="3915" y="1828"/>
                </a:lnTo>
                <a:lnTo>
                  <a:pt x="3784" y="1697"/>
                </a:lnTo>
                <a:lnTo>
                  <a:pt x="3635" y="1585"/>
                </a:lnTo>
                <a:lnTo>
                  <a:pt x="4362" y="858"/>
                </a:lnTo>
                <a:close/>
                <a:moveTo>
                  <a:pt x="2983" y="1753"/>
                </a:moveTo>
                <a:lnTo>
                  <a:pt x="3094" y="1772"/>
                </a:lnTo>
                <a:lnTo>
                  <a:pt x="3299" y="1846"/>
                </a:lnTo>
                <a:lnTo>
                  <a:pt x="3486" y="1940"/>
                </a:lnTo>
                <a:lnTo>
                  <a:pt x="3654" y="2089"/>
                </a:lnTo>
                <a:lnTo>
                  <a:pt x="3803" y="2238"/>
                </a:lnTo>
                <a:lnTo>
                  <a:pt x="3896" y="2443"/>
                </a:lnTo>
                <a:lnTo>
                  <a:pt x="3971" y="2648"/>
                </a:lnTo>
                <a:lnTo>
                  <a:pt x="3989" y="2760"/>
                </a:lnTo>
                <a:lnTo>
                  <a:pt x="3989" y="2872"/>
                </a:lnTo>
                <a:lnTo>
                  <a:pt x="3989" y="2983"/>
                </a:lnTo>
                <a:lnTo>
                  <a:pt x="3971" y="3095"/>
                </a:lnTo>
                <a:lnTo>
                  <a:pt x="3896" y="3300"/>
                </a:lnTo>
                <a:lnTo>
                  <a:pt x="3803" y="3487"/>
                </a:lnTo>
                <a:lnTo>
                  <a:pt x="3654" y="3654"/>
                </a:lnTo>
                <a:lnTo>
                  <a:pt x="3486" y="3785"/>
                </a:lnTo>
                <a:lnTo>
                  <a:pt x="3299" y="3897"/>
                </a:lnTo>
                <a:lnTo>
                  <a:pt x="3094" y="3953"/>
                </a:lnTo>
                <a:lnTo>
                  <a:pt x="2983" y="3971"/>
                </a:lnTo>
                <a:lnTo>
                  <a:pt x="2871" y="3990"/>
                </a:lnTo>
                <a:lnTo>
                  <a:pt x="2759" y="3971"/>
                </a:lnTo>
                <a:lnTo>
                  <a:pt x="2647" y="3953"/>
                </a:lnTo>
                <a:lnTo>
                  <a:pt x="2442" y="3897"/>
                </a:lnTo>
                <a:lnTo>
                  <a:pt x="2256" y="3785"/>
                </a:lnTo>
                <a:lnTo>
                  <a:pt x="2088" y="3654"/>
                </a:lnTo>
                <a:lnTo>
                  <a:pt x="1957" y="3487"/>
                </a:lnTo>
                <a:lnTo>
                  <a:pt x="1846" y="3300"/>
                </a:lnTo>
                <a:lnTo>
                  <a:pt x="1790" y="3095"/>
                </a:lnTo>
                <a:lnTo>
                  <a:pt x="1771" y="2983"/>
                </a:lnTo>
                <a:lnTo>
                  <a:pt x="1752" y="2872"/>
                </a:lnTo>
                <a:lnTo>
                  <a:pt x="1771" y="2760"/>
                </a:lnTo>
                <a:lnTo>
                  <a:pt x="1790" y="2648"/>
                </a:lnTo>
                <a:lnTo>
                  <a:pt x="1846" y="2443"/>
                </a:lnTo>
                <a:lnTo>
                  <a:pt x="1957" y="2238"/>
                </a:lnTo>
                <a:lnTo>
                  <a:pt x="2088" y="2089"/>
                </a:lnTo>
                <a:lnTo>
                  <a:pt x="2256" y="1940"/>
                </a:lnTo>
                <a:lnTo>
                  <a:pt x="2442" y="1846"/>
                </a:lnTo>
                <a:lnTo>
                  <a:pt x="2647" y="1772"/>
                </a:lnTo>
                <a:lnTo>
                  <a:pt x="2759" y="1753"/>
                </a:lnTo>
                <a:close/>
                <a:moveTo>
                  <a:pt x="1585" y="3617"/>
                </a:moveTo>
                <a:lnTo>
                  <a:pt x="1696" y="3785"/>
                </a:lnTo>
                <a:lnTo>
                  <a:pt x="1827" y="3915"/>
                </a:lnTo>
                <a:lnTo>
                  <a:pt x="1957" y="4046"/>
                </a:lnTo>
                <a:lnTo>
                  <a:pt x="2125" y="4139"/>
                </a:lnTo>
                <a:lnTo>
                  <a:pt x="1380" y="4885"/>
                </a:lnTo>
                <a:lnTo>
                  <a:pt x="1230" y="4773"/>
                </a:lnTo>
                <a:lnTo>
                  <a:pt x="1100" y="4642"/>
                </a:lnTo>
                <a:lnTo>
                  <a:pt x="970" y="4512"/>
                </a:lnTo>
                <a:lnTo>
                  <a:pt x="858" y="4363"/>
                </a:lnTo>
                <a:lnTo>
                  <a:pt x="1585" y="3617"/>
                </a:lnTo>
                <a:close/>
                <a:moveTo>
                  <a:pt x="4157" y="3617"/>
                </a:moveTo>
                <a:lnTo>
                  <a:pt x="4884" y="4363"/>
                </a:lnTo>
                <a:lnTo>
                  <a:pt x="4772" y="4512"/>
                </a:lnTo>
                <a:lnTo>
                  <a:pt x="4642" y="4642"/>
                </a:lnTo>
                <a:lnTo>
                  <a:pt x="4511" y="4773"/>
                </a:lnTo>
                <a:lnTo>
                  <a:pt x="4362" y="4885"/>
                </a:lnTo>
                <a:lnTo>
                  <a:pt x="3635" y="4139"/>
                </a:lnTo>
                <a:lnTo>
                  <a:pt x="3784" y="4046"/>
                </a:lnTo>
                <a:lnTo>
                  <a:pt x="3915" y="3915"/>
                </a:lnTo>
                <a:lnTo>
                  <a:pt x="4045" y="3785"/>
                </a:lnTo>
                <a:lnTo>
                  <a:pt x="4157" y="3617"/>
                </a:lnTo>
                <a:close/>
                <a:moveTo>
                  <a:pt x="2573" y="1"/>
                </a:moveTo>
                <a:lnTo>
                  <a:pt x="2293" y="57"/>
                </a:lnTo>
                <a:lnTo>
                  <a:pt x="2013" y="113"/>
                </a:lnTo>
                <a:lnTo>
                  <a:pt x="1752" y="225"/>
                </a:lnTo>
                <a:lnTo>
                  <a:pt x="1510" y="336"/>
                </a:lnTo>
                <a:lnTo>
                  <a:pt x="1268" y="486"/>
                </a:lnTo>
                <a:lnTo>
                  <a:pt x="1044" y="653"/>
                </a:lnTo>
                <a:lnTo>
                  <a:pt x="839" y="840"/>
                </a:lnTo>
                <a:lnTo>
                  <a:pt x="653" y="1045"/>
                </a:lnTo>
                <a:lnTo>
                  <a:pt x="485" y="1268"/>
                </a:lnTo>
                <a:lnTo>
                  <a:pt x="336" y="1492"/>
                </a:lnTo>
                <a:lnTo>
                  <a:pt x="224" y="1753"/>
                </a:lnTo>
                <a:lnTo>
                  <a:pt x="131" y="2014"/>
                </a:lnTo>
                <a:lnTo>
                  <a:pt x="56" y="2294"/>
                </a:lnTo>
                <a:lnTo>
                  <a:pt x="19" y="2573"/>
                </a:lnTo>
                <a:lnTo>
                  <a:pt x="0" y="2872"/>
                </a:lnTo>
                <a:lnTo>
                  <a:pt x="19" y="3170"/>
                </a:lnTo>
                <a:lnTo>
                  <a:pt x="56" y="3449"/>
                </a:lnTo>
                <a:lnTo>
                  <a:pt x="131" y="3729"/>
                </a:lnTo>
                <a:lnTo>
                  <a:pt x="224" y="3990"/>
                </a:lnTo>
                <a:lnTo>
                  <a:pt x="336" y="4232"/>
                </a:lnTo>
                <a:lnTo>
                  <a:pt x="485" y="4475"/>
                </a:lnTo>
                <a:lnTo>
                  <a:pt x="653" y="4698"/>
                </a:lnTo>
                <a:lnTo>
                  <a:pt x="839" y="4903"/>
                </a:lnTo>
                <a:lnTo>
                  <a:pt x="1044" y="5090"/>
                </a:lnTo>
                <a:lnTo>
                  <a:pt x="1268" y="5257"/>
                </a:lnTo>
                <a:lnTo>
                  <a:pt x="1510" y="5407"/>
                </a:lnTo>
                <a:lnTo>
                  <a:pt x="1752" y="5518"/>
                </a:lnTo>
                <a:lnTo>
                  <a:pt x="2013" y="5612"/>
                </a:lnTo>
                <a:lnTo>
                  <a:pt x="2293" y="5686"/>
                </a:lnTo>
                <a:lnTo>
                  <a:pt x="2573" y="5723"/>
                </a:lnTo>
                <a:lnTo>
                  <a:pt x="2871" y="5742"/>
                </a:lnTo>
                <a:lnTo>
                  <a:pt x="3169" y="5723"/>
                </a:lnTo>
                <a:lnTo>
                  <a:pt x="3449" y="5686"/>
                </a:lnTo>
                <a:lnTo>
                  <a:pt x="3728" y="5612"/>
                </a:lnTo>
                <a:lnTo>
                  <a:pt x="3989" y="5518"/>
                </a:lnTo>
                <a:lnTo>
                  <a:pt x="4250" y="5407"/>
                </a:lnTo>
                <a:lnTo>
                  <a:pt x="4474" y="5257"/>
                </a:lnTo>
                <a:lnTo>
                  <a:pt x="4697" y="5090"/>
                </a:lnTo>
                <a:lnTo>
                  <a:pt x="4903" y="4903"/>
                </a:lnTo>
                <a:lnTo>
                  <a:pt x="5089" y="4698"/>
                </a:lnTo>
                <a:lnTo>
                  <a:pt x="5257" y="4475"/>
                </a:lnTo>
                <a:lnTo>
                  <a:pt x="5406" y="4232"/>
                </a:lnTo>
                <a:lnTo>
                  <a:pt x="5518" y="3990"/>
                </a:lnTo>
                <a:lnTo>
                  <a:pt x="5611" y="3729"/>
                </a:lnTo>
                <a:lnTo>
                  <a:pt x="5685" y="3449"/>
                </a:lnTo>
                <a:lnTo>
                  <a:pt x="5741" y="3170"/>
                </a:lnTo>
                <a:lnTo>
                  <a:pt x="5741" y="2872"/>
                </a:lnTo>
                <a:lnTo>
                  <a:pt x="5741" y="2573"/>
                </a:lnTo>
                <a:lnTo>
                  <a:pt x="5685" y="2294"/>
                </a:lnTo>
                <a:lnTo>
                  <a:pt x="5611" y="2014"/>
                </a:lnTo>
                <a:lnTo>
                  <a:pt x="5518" y="1753"/>
                </a:lnTo>
                <a:lnTo>
                  <a:pt x="5406" y="1492"/>
                </a:lnTo>
                <a:lnTo>
                  <a:pt x="5257" y="1268"/>
                </a:lnTo>
                <a:lnTo>
                  <a:pt x="5089" y="1045"/>
                </a:lnTo>
                <a:lnTo>
                  <a:pt x="4903" y="840"/>
                </a:lnTo>
                <a:lnTo>
                  <a:pt x="4697" y="653"/>
                </a:lnTo>
                <a:lnTo>
                  <a:pt x="4474" y="486"/>
                </a:lnTo>
                <a:lnTo>
                  <a:pt x="4250" y="336"/>
                </a:lnTo>
                <a:lnTo>
                  <a:pt x="3989" y="225"/>
                </a:lnTo>
                <a:lnTo>
                  <a:pt x="3728" y="113"/>
                </a:lnTo>
                <a:lnTo>
                  <a:pt x="3449" y="57"/>
                </a:lnTo>
                <a:lnTo>
                  <a:pt x="316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1308601" y="1084521"/>
            <a:ext cx="8117962" cy="8117958"/>
            <a:chOff x="1573557" y="1349477"/>
            <a:chExt cx="7588049" cy="7588046"/>
          </a:xfrm>
        </p:grpSpPr>
        <p:sp>
          <p:nvSpPr>
            <p:cNvPr id="3" name="Freeform 2"/>
            <p:cNvSpPr>
              <a:spLocks/>
            </p:cNvSpPr>
            <p:nvPr/>
          </p:nvSpPr>
          <p:spPr bwMode="auto">
            <a:xfrm rot="5400000" flipH="1" flipV="1">
              <a:off x="905585" y="4623225"/>
              <a:ext cx="4532229" cy="3196285"/>
            </a:xfrm>
            <a:custGeom>
              <a:avLst/>
              <a:gdLst>
                <a:gd name="connsiteX0" fmla="*/ 2689885 w 3565770"/>
                <a:gd name="connsiteY0" fmla="*/ 0 h 2514704"/>
                <a:gd name="connsiteX1" fmla="*/ 3565770 w 3565770"/>
                <a:gd name="connsiteY1" fmla="*/ 856288 h 2514704"/>
                <a:gd name="connsiteX2" fmla="*/ 2689885 w 3565770"/>
                <a:gd name="connsiteY2" fmla="*/ 1712576 h 2514704"/>
                <a:gd name="connsiteX3" fmla="*/ 2689885 w 3565770"/>
                <a:gd name="connsiteY3" fmla="*/ 1377507 h 2514704"/>
                <a:gd name="connsiteX4" fmla="*/ 2636477 w 3565770"/>
                <a:gd name="connsiteY4" fmla="*/ 1377507 h 2514704"/>
                <a:gd name="connsiteX5" fmla="*/ 1493555 w 3565770"/>
                <a:gd name="connsiteY5" fmla="*/ 1850858 h 2514704"/>
                <a:gd name="connsiteX6" fmla="*/ 1124041 w 3565770"/>
                <a:gd name="connsiteY6" fmla="*/ 2396093 h 2514704"/>
                <a:gd name="connsiteX7" fmla="*/ 1086507 w 3565770"/>
                <a:gd name="connsiteY7" fmla="*/ 2514704 h 2514704"/>
                <a:gd name="connsiteX8" fmla="*/ 507684 w 3565770"/>
                <a:gd name="connsiteY8" fmla="*/ 1932048 h 2514704"/>
                <a:gd name="connsiteX9" fmla="*/ 20765 w 3565770"/>
                <a:gd name="connsiteY9" fmla="*/ 2417777 h 2514704"/>
                <a:gd name="connsiteX10" fmla="*/ 0 w 3565770"/>
                <a:gd name="connsiteY10" fmla="*/ 2438491 h 2514704"/>
                <a:gd name="connsiteX11" fmla="*/ 15061 w 3565770"/>
                <a:gd name="connsiteY11" fmla="*/ 2357378 h 2514704"/>
                <a:gd name="connsiteX12" fmla="*/ 735167 w 3565770"/>
                <a:gd name="connsiteY12" fmla="*/ 1100942 h 2514704"/>
                <a:gd name="connsiteX13" fmla="*/ 2636477 w 3565770"/>
                <a:gd name="connsiteY13" fmla="*/ 308476 h 2514704"/>
                <a:gd name="connsiteX14" fmla="*/ 2689885 w 3565770"/>
                <a:gd name="connsiteY14" fmla="*/ 308476 h 2514704"/>
                <a:gd name="connsiteX15" fmla="*/ 2689885 w 3565770"/>
                <a:gd name="connsiteY15" fmla="*/ 0 h 251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5770" h="2514704">
                  <a:moveTo>
                    <a:pt x="2689885" y="0"/>
                  </a:moveTo>
                  <a:cubicBezTo>
                    <a:pt x="2689885" y="0"/>
                    <a:pt x="2689885" y="0"/>
                    <a:pt x="3565770" y="856288"/>
                  </a:cubicBezTo>
                  <a:lnTo>
                    <a:pt x="2689885" y="1712576"/>
                  </a:lnTo>
                  <a:cubicBezTo>
                    <a:pt x="2689885" y="1712576"/>
                    <a:pt x="2689885" y="1712576"/>
                    <a:pt x="2689885" y="1377507"/>
                  </a:cubicBezTo>
                  <a:cubicBezTo>
                    <a:pt x="2689885" y="1377507"/>
                    <a:pt x="2689885" y="1377507"/>
                    <a:pt x="2636477" y="1377507"/>
                  </a:cubicBezTo>
                  <a:cubicBezTo>
                    <a:pt x="2193195" y="1377507"/>
                    <a:pt x="1808660" y="1537063"/>
                    <a:pt x="1493555" y="1850858"/>
                  </a:cubicBezTo>
                  <a:cubicBezTo>
                    <a:pt x="1325321" y="2018393"/>
                    <a:pt x="1202150" y="2200886"/>
                    <a:pt x="1124041" y="2396093"/>
                  </a:cubicBezTo>
                  <a:lnTo>
                    <a:pt x="1086507" y="2514704"/>
                  </a:lnTo>
                  <a:lnTo>
                    <a:pt x="507684" y="1932048"/>
                  </a:lnTo>
                  <a:cubicBezTo>
                    <a:pt x="266112" y="2173030"/>
                    <a:pt x="115129" y="2323643"/>
                    <a:pt x="20765" y="2417777"/>
                  </a:cubicBezTo>
                  <a:lnTo>
                    <a:pt x="0" y="2438491"/>
                  </a:lnTo>
                  <a:lnTo>
                    <a:pt x="15061" y="2357378"/>
                  </a:lnTo>
                  <a:cubicBezTo>
                    <a:pt x="123566" y="1883933"/>
                    <a:pt x="365987" y="1463933"/>
                    <a:pt x="735167" y="1100942"/>
                  </a:cubicBezTo>
                  <a:cubicBezTo>
                    <a:pt x="1263902" y="574404"/>
                    <a:pt x="1883430" y="313795"/>
                    <a:pt x="2636477" y="308476"/>
                  </a:cubicBezTo>
                  <a:cubicBezTo>
                    <a:pt x="2636477" y="308476"/>
                    <a:pt x="2636477" y="308476"/>
                    <a:pt x="2689885" y="308476"/>
                  </a:cubicBezTo>
                  <a:cubicBezTo>
                    <a:pt x="2689885" y="308476"/>
                    <a:pt x="2689885" y="308476"/>
                    <a:pt x="2689885" y="0"/>
                  </a:cubicBezTo>
                  <a:close/>
                </a:path>
              </a:pathLst>
            </a:custGeom>
            <a:gradFill>
              <a:gsLst>
                <a:gs pos="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0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Raleway" panose="020B0503030101060003" pitchFamily="34" charset="0"/>
              </a:endParaRPr>
            </a:p>
          </p:txBody>
        </p:sp>
        <p:sp>
          <p:nvSpPr>
            <p:cNvPr id="4" name="Freeform 3"/>
            <p:cNvSpPr>
              <a:spLocks/>
            </p:cNvSpPr>
            <p:nvPr/>
          </p:nvSpPr>
          <p:spPr bwMode="auto">
            <a:xfrm rot="5400000">
              <a:off x="5297350" y="2467490"/>
              <a:ext cx="4532228" cy="3196285"/>
            </a:xfrm>
            <a:custGeom>
              <a:avLst/>
              <a:gdLst>
                <a:gd name="connsiteX0" fmla="*/ 0 w 3565770"/>
                <a:gd name="connsiteY0" fmla="*/ 2438491 h 2514704"/>
                <a:gd name="connsiteX1" fmla="*/ 15061 w 3565770"/>
                <a:gd name="connsiteY1" fmla="*/ 2357378 h 2514704"/>
                <a:gd name="connsiteX2" fmla="*/ 735167 w 3565770"/>
                <a:gd name="connsiteY2" fmla="*/ 1100942 h 2514704"/>
                <a:gd name="connsiteX3" fmla="*/ 2636477 w 3565770"/>
                <a:gd name="connsiteY3" fmla="*/ 308476 h 2514704"/>
                <a:gd name="connsiteX4" fmla="*/ 2689885 w 3565770"/>
                <a:gd name="connsiteY4" fmla="*/ 308476 h 2514704"/>
                <a:gd name="connsiteX5" fmla="*/ 2689885 w 3565770"/>
                <a:gd name="connsiteY5" fmla="*/ 0 h 2514704"/>
                <a:gd name="connsiteX6" fmla="*/ 3565770 w 3565770"/>
                <a:gd name="connsiteY6" fmla="*/ 856288 h 2514704"/>
                <a:gd name="connsiteX7" fmla="*/ 2689885 w 3565770"/>
                <a:gd name="connsiteY7" fmla="*/ 1712576 h 2514704"/>
                <a:gd name="connsiteX8" fmla="*/ 2689885 w 3565770"/>
                <a:gd name="connsiteY8" fmla="*/ 1377507 h 2514704"/>
                <a:gd name="connsiteX9" fmla="*/ 2636477 w 3565770"/>
                <a:gd name="connsiteY9" fmla="*/ 1377507 h 2514704"/>
                <a:gd name="connsiteX10" fmla="*/ 1493555 w 3565770"/>
                <a:gd name="connsiteY10" fmla="*/ 1850858 h 2514704"/>
                <a:gd name="connsiteX11" fmla="*/ 1124041 w 3565770"/>
                <a:gd name="connsiteY11" fmla="*/ 2396093 h 2514704"/>
                <a:gd name="connsiteX12" fmla="*/ 1086507 w 3565770"/>
                <a:gd name="connsiteY12" fmla="*/ 2514704 h 2514704"/>
                <a:gd name="connsiteX13" fmla="*/ 861671 w 3565770"/>
                <a:gd name="connsiteY13" fmla="*/ 2288379 h 2514704"/>
                <a:gd name="connsiteX14" fmla="*/ 817363 w 3565770"/>
                <a:gd name="connsiteY14" fmla="*/ 2243111 h 2514704"/>
                <a:gd name="connsiteX15" fmla="*/ 503412 w 3565770"/>
                <a:gd name="connsiteY15" fmla="*/ 1922353 h 2514704"/>
                <a:gd name="connsiteX16" fmla="*/ 13874 w 3565770"/>
                <a:gd name="connsiteY16" fmla="*/ 2424252 h 2514704"/>
                <a:gd name="connsiteX17" fmla="*/ 13783 w 3565770"/>
                <a:gd name="connsiteY17" fmla="*/ 2424741 h 251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65770" h="2514704">
                  <a:moveTo>
                    <a:pt x="0" y="2438491"/>
                  </a:moveTo>
                  <a:lnTo>
                    <a:pt x="15061" y="2357378"/>
                  </a:lnTo>
                  <a:cubicBezTo>
                    <a:pt x="123566" y="1883933"/>
                    <a:pt x="365987" y="1463933"/>
                    <a:pt x="735167" y="1100942"/>
                  </a:cubicBezTo>
                  <a:cubicBezTo>
                    <a:pt x="1263902" y="574404"/>
                    <a:pt x="1883430" y="313795"/>
                    <a:pt x="2636477" y="308476"/>
                  </a:cubicBezTo>
                  <a:cubicBezTo>
                    <a:pt x="2636477" y="308476"/>
                    <a:pt x="2636477" y="308476"/>
                    <a:pt x="2689885" y="308476"/>
                  </a:cubicBezTo>
                  <a:cubicBezTo>
                    <a:pt x="2689885" y="308476"/>
                    <a:pt x="2689885" y="308476"/>
                    <a:pt x="2689885" y="0"/>
                  </a:cubicBezTo>
                  <a:cubicBezTo>
                    <a:pt x="2689885" y="0"/>
                    <a:pt x="2689885" y="0"/>
                    <a:pt x="3565770" y="856288"/>
                  </a:cubicBezTo>
                  <a:lnTo>
                    <a:pt x="2689885" y="1712576"/>
                  </a:lnTo>
                  <a:cubicBezTo>
                    <a:pt x="2689885" y="1712576"/>
                    <a:pt x="2689885" y="1712576"/>
                    <a:pt x="2689885" y="1377507"/>
                  </a:cubicBezTo>
                  <a:cubicBezTo>
                    <a:pt x="2689885" y="1377507"/>
                    <a:pt x="2689885" y="1377507"/>
                    <a:pt x="2636477" y="1377507"/>
                  </a:cubicBezTo>
                  <a:cubicBezTo>
                    <a:pt x="2193195" y="1377507"/>
                    <a:pt x="1808660" y="1537063"/>
                    <a:pt x="1493555" y="1850858"/>
                  </a:cubicBezTo>
                  <a:cubicBezTo>
                    <a:pt x="1325321" y="2018393"/>
                    <a:pt x="1202150" y="2200886"/>
                    <a:pt x="1124041" y="2396093"/>
                  </a:cubicBezTo>
                  <a:lnTo>
                    <a:pt x="1086507" y="2514704"/>
                  </a:lnTo>
                  <a:lnTo>
                    <a:pt x="861671" y="2288379"/>
                  </a:lnTo>
                  <a:lnTo>
                    <a:pt x="817363" y="2243111"/>
                  </a:lnTo>
                  <a:cubicBezTo>
                    <a:pt x="503412" y="1922353"/>
                    <a:pt x="503412" y="1922353"/>
                    <a:pt x="503412" y="1922353"/>
                  </a:cubicBezTo>
                  <a:cubicBezTo>
                    <a:pt x="13874" y="2424252"/>
                    <a:pt x="13874" y="2424252"/>
                    <a:pt x="13874" y="2424252"/>
                  </a:cubicBezTo>
                  <a:lnTo>
                    <a:pt x="13783" y="2424741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81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Raleway" panose="020B0503030101060003" pitchFamily="34" charset="0"/>
              </a:endParaRPr>
            </a:p>
          </p:txBody>
        </p:sp>
        <p:sp>
          <p:nvSpPr>
            <p:cNvPr id="5" name="Freeform 4"/>
            <p:cNvSpPr>
              <a:spLocks/>
            </p:cNvSpPr>
            <p:nvPr/>
          </p:nvSpPr>
          <p:spPr bwMode="auto">
            <a:xfrm flipH="1" flipV="1">
              <a:off x="4179334" y="5741240"/>
              <a:ext cx="4532230" cy="3196283"/>
            </a:xfrm>
            <a:custGeom>
              <a:avLst/>
              <a:gdLst>
                <a:gd name="connsiteX0" fmla="*/ 2689885 w 3565770"/>
                <a:gd name="connsiteY0" fmla="*/ 0 h 2514704"/>
                <a:gd name="connsiteX1" fmla="*/ 3565770 w 3565770"/>
                <a:gd name="connsiteY1" fmla="*/ 856288 h 2514704"/>
                <a:gd name="connsiteX2" fmla="*/ 2689885 w 3565770"/>
                <a:gd name="connsiteY2" fmla="*/ 1712576 h 2514704"/>
                <a:gd name="connsiteX3" fmla="*/ 2689885 w 3565770"/>
                <a:gd name="connsiteY3" fmla="*/ 1377507 h 2514704"/>
                <a:gd name="connsiteX4" fmla="*/ 2636477 w 3565770"/>
                <a:gd name="connsiteY4" fmla="*/ 1377507 h 2514704"/>
                <a:gd name="connsiteX5" fmla="*/ 1493555 w 3565770"/>
                <a:gd name="connsiteY5" fmla="*/ 1850858 h 2514704"/>
                <a:gd name="connsiteX6" fmla="*/ 1124041 w 3565770"/>
                <a:gd name="connsiteY6" fmla="*/ 2396093 h 2514704"/>
                <a:gd name="connsiteX7" fmla="*/ 1086507 w 3565770"/>
                <a:gd name="connsiteY7" fmla="*/ 2514704 h 2514704"/>
                <a:gd name="connsiteX8" fmla="*/ 507684 w 3565770"/>
                <a:gd name="connsiteY8" fmla="*/ 1932048 h 2514704"/>
                <a:gd name="connsiteX9" fmla="*/ 20765 w 3565770"/>
                <a:gd name="connsiteY9" fmla="*/ 2417777 h 2514704"/>
                <a:gd name="connsiteX10" fmla="*/ 0 w 3565770"/>
                <a:gd name="connsiteY10" fmla="*/ 2438491 h 2514704"/>
                <a:gd name="connsiteX11" fmla="*/ 15061 w 3565770"/>
                <a:gd name="connsiteY11" fmla="*/ 2357378 h 2514704"/>
                <a:gd name="connsiteX12" fmla="*/ 735167 w 3565770"/>
                <a:gd name="connsiteY12" fmla="*/ 1100942 h 2514704"/>
                <a:gd name="connsiteX13" fmla="*/ 2636477 w 3565770"/>
                <a:gd name="connsiteY13" fmla="*/ 308476 h 2514704"/>
                <a:gd name="connsiteX14" fmla="*/ 2689885 w 3565770"/>
                <a:gd name="connsiteY14" fmla="*/ 308476 h 2514704"/>
                <a:gd name="connsiteX15" fmla="*/ 2689885 w 3565770"/>
                <a:gd name="connsiteY15" fmla="*/ 0 h 251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5770" h="2514704">
                  <a:moveTo>
                    <a:pt x="2689885" y="0"/>
                  </a:moveTo>
                  <a:cubicBezTo>
                    <a:pt x="2689885" y="0"/>
                    <a:pt x="2689885" y="0"/>
                    <a:pt x="3565770" y="856288"/>
                  </a:cubicBezTo>
                  <a:lnTo>
                    <a:pt x="2689885" y="1712576"/>
                  </a:lnTo>
                  <a:cubicBezTo>
                    <a:pt x="2689885" y="1712576"/>
                    <a:pt x="2689885" y="1712576"/>
                    <a:pt x="2689885" y="1377507"/>
                  </a:cubicBezTo>
                  <a:cubicBezTo>
                    <a:pt x="2689885" y="1377507"/>
                    <a:pt x="2689885" y="1377507"/>
                    <a:pt x="2636477" y="1377507"/>
                  </a:cubicBezTo>
                  <a:cubicBezTo>
                    <a:pt x="2193195" y="1377507"/>
                    <a:pt x="1808660" y="1537063"/>
                    <a:pt x="1493555" y="1850858"/>
                  </a:cubicBezTo>
                  <a:cubicBezTo>
                    <a:pt x="1325321" y="2018393"/>
                    <a:pt x="1202150" y="2200886"/>
                    <a:pt x="1124041" y="2396093"/>
                  </a:cubicBezTo>
                  <a:lnTo>
                    <a:pt x="1086507" y="2514704"/>
                  </a:lnTo>
                  <a:lnTo>
                    <a:pt x="507684" y="1932048"/>
                  </a:lnTo>
                  <a:cubicBezTo>
                    <a:pt x="266112" y="2173030"/>
                    <a:pt x="115129" y="2323643"/>
                    <a:pt x="20765" y="2417777"/>
                  </a:cubicBezTo>
                  <a:lnTo>
                    <a:pt x="0" y="2438491"/>
                  </a:lnTo>
                  <a:lnTo>
                    <a:pt x="15061" y="2357378"/>
                  </a:lnTo>
                  <a:cubicBezTo>
                    <a:pt x="123566" y="1883933"/>
                    <a:pt x="365987" y="1463933"/>
                    <a:pt x="735167" y="1100942"/>
                  </a:cubicBezTo>
                  <a:cubicBezTo>
                    <a:pt x="1263902" y="574404"/>
                    <a:pt x="1883430" y="313795"/>
                    <a:pt x="2636477" y="308476"/>
                  </a:cubicBezTo>
                  <a:cubicBezTo>
                    <a:pt x="2636477" y="308476"/>
                    <a:pt x="2636477" y="308476"/>
                    <a:pt x="2689885" y="308476"/>
                  </a:cubicBezTo>
                  <a:cubicBezTo>
                    <a:pt x="2689885" y="308476"/>
                    <a:pt x="2689885" y="308476"/>
                    <a:pt x="268988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0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Raleway" panose="020B0503030101060003" pitchFamily="34" charset="0"/>
              </a:endParaRPr>
            </a:p>
          </p:txBody>
        </p:sp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023598" y="1349477"/>
              <a:ext cx="4532230" cy="3196283"/>
            </a:xfrm>
            <a:custGeom>
              <a:avLst/>
              <a:gdLst>
                <a:gd name="connsiteX0" fmla="*/ 2689885 w 3565770"/>
                <a:gd name="connsiteY0" fmla="*/ 0 h 2514704"/>
                <a:gd name="connsiteX1" fmla="*/ 3565770 w 3565770"/>
                <a:gd name="connsiteY1" fmla="*/ 856288 h 2514704"/>
                <a:gd name="connsiteX2" fmla="*/ 2689885 w 3565770"/>
                <a:gd name="connsiteY2" fmla="*/ 1712576 h 2514704"/>
                <a:gd name="connsiteX3" fmla="*/ 2689885 w 3565770"/>
                <a:gd name="connsiteY3" fmla="*/ 1377507 h 2514704"/>
                <a:gd name="connsiteX4" fmla="*/ 2636477 w 3565770"/>
                <a:gd name="connsiteY4" fmla="*/ 1377507 h 2514704"/>
                <a:gd name="connsiteX5" fmla="*/ 1493555 w 3565770"/>
                <a:gd name="connsiteY5" fmla="*/ 1850858 h 2514704"/>
                <a:gd name="connsiteX6" fmla="*/ 1124041 w 3565770"/>
                <a:gd name="connsiteY6" fmla="*/ 2396093 h 2514704"/>
                <a:gd name="connsiteX7" fmla="*/ 1086507 w 3565770"/>
                <a:gd name="connsiteY7" fmla="*/ 2514704 h 2514704"/>
                <a:gd name="connsiteX8" fmla="*/ 507684 w 3565770"/>
                <a:gd name="connsiteY8" fmla="*/ 1932048 h 2514704"/>
                <a:gd name="connsiteX9" fmla="*/ 20765 w 3565770"/>
                <a:gd name="connsiteY9" fmla="*/ 2417777 h 2514704"/>
                <a:gd name="connsiteX10" fmla="*/ 0 w 3565770"/>
                <a:gd name="connsiteY10" fmla="*/ 2438491 h 2514704"/>
                <a:gd name="connsiteX11" fmla="*/ 15061 w 3565770"/>
                <a:gd name="connsiteY11" fmla="*/ 2357378 h 2514704"/>
                <a:gd name="connsiteX12" fmla="*/ 735167 w 3565770"/>
                <a:gd name="connsiteY12" fmla="*/ 1100942 h 2514704"/>
                <a:gd name="connsiteX13" fmla="*/ 2636477 w 3565770"/>
                <a:gd name="connsiteY13" fmla="*/ 308476 h 2514704"/>
                <a:gd name="connsiteX14" fmla="*/ 2689885 w 3565770"/>
                <a:gd name="connsiteY14" fmla="*/ 308476 h 2514704"/>
                <a:gd name="connsiteX15" fmla="*/ 2689885 w 3565770"/>
                <a:gd name="connsiteY15" fmla="*/ 0 h 251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5770" h="2514704">
                  <a:moveTo>
                    <a:pt x="2689885" y="0"/>
                  </a:moveTo>
                  <a:cubicBezTo>
                    <a:pt x="2689885" y="0"/>
                    <a:pt x="2689885" y="0"/>
                    <a:pt x="3565770" y="856288"/>
                  </a:cubicBezTo>
                  <a:lnTo>
                    <a:pt x="2689885" y="1712576"/>
                  </a:lnTo>
                  <a:cubicBezTo>
                    <a:pt x="2689885" y="1712576"/>
                    <a:pt x="2689885" y="1712576"/>
                    <a:pt x="2689885" y="1377507"/>
                  </a:cubicBezTo>
                  <a:cubicBezTo>
                    <a:pt x="2689885" y="1377507"/>
                    <a:pt x="2689885" y="1377507"/>
                    <a:pt x="2636477" y="1377507"/>
                  </a:cubicBezTo>
                  <a:cubicBezTo>
                    <a:pt x="2193195" y="1377507"/>
                    <a:pt x="1808660" y="1537063"/>
                    <a:pt x="1493555" y="1850858"/>
                  </a:cubicBezTo>
                  <a:cubicBezTo>
                    <a:pt x="1325321" y="2018393"/>
                    <a:pt x="1202150" y="2200886"/>
                    <a:pt x="1124041" y="2396093"/>
                  </a:cubicBezTo>
                  <a:lnTo>
                    <a:pt x="1086507" y="2514704"/>
                  </a:lnTo>
                  <a:lnTo>
                    <a:pt x="507684" y="1932048"/>
                  </a:lnTo>
                  <a:cubicBezTo>
                    <a:pt x="266112" y="2173030"/>
                    <a:pt x="115129" y="2323643"/>
                    <a:pt x="20765" y="2417777"/>
                  </a:cubicBezTo>
                  <a:lnTo>
                    <a:pt x="0" y="2438491"/>
                  </a:lnTo>
                  <a:lnTo>
                    <a:pt x="15061" y="2357378"/>
                  </a:lnTo>
                  <a:cubicBezTo>
                    <a:pt x="123566" y="1883933"/>
                    <a:pt x="365987" y="1463933"/>
                    <a:pt x="735167" y="1100942"/>
                  </a:cubicBezTo>
                  <a:cubicBezTo>
                    <a:pt x="1263902" y="574404"/>
                    <a:pt x="1883430" y="313795"/>
                    <a:pt x="2636477" y="308476"/>
                  </a:cubicBezTo>
                  <a:cubicBezTo>
                    <a:pt x="2636477" y="308476"/>
                    <a:pt x="2636477" y="308476"/>
                    <a:pt x="2689885" y="308476"/>
                  </a:cubicBezTo>
                  <a:cubicBezTo>
                    <a:pt x="2689885" y="308476"/>
                    <a:pt x="2689885" y="308476"/>
                    <a:pt x="2689885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Raleway" panose="020B0503030101060003" pitchFamily="34" charset="0"/>
              </a:endParaRP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8341042" y="1432605"/>
            <a:ext cx="1296842" cy="1296842"/>
            <a:chOff x="9600624" y="1213249"/>
            <a:chExt cx="1116881" cy="1116881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5EF3771-26C0-4B0F-B501-E7BC6FB628A5}"/>
                </a:ext>
              </a:extLst>
            </p:cNvPr>
            <p:cNvSpPr/>
            <p:nvPr/>
          </p:nvSpPr>
          <p:spPr>
            <a:xfrm>
              <a:off x="9600626" y="1213249"/>
              <a:ext cx="1116879" cy="1116881"/>
            </a:xfrm>
            <a:prstGeom prst="ellipse">
              <a:avLst/>
            </a:prstGeom>
            <a:gradFill>
              <a:gsLst>
                <a:gs pos="100000">
                  <a:schemeClr val="accent5"/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355600" dist="266700" dir="5400000" sx="88000" sy="88000" algn="t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91" name="Partial Circle 152">
              <a:extLst>
                <a:ext uri="{FF2B5EF4-FFF2-40B4-BE49-F238E27FC236}">
                  <a16:creationId xmlns:a16="http://schemas.microsoft.com/office/drawing/2014/main" id="{AC4D425F-333F-4824-8722-C9FCAB3ECAB6}"/>
                </a:ext>
              </a:extLst>
            </p:cNvPr>
            <p:cNvSpPr/>
            <p:nvPr/>
          </p:nvSpPr>
          <p:spPr>
            <a:xfrm>
              <a:off x="9600624" y="1213251"/>
              <a:ext cx="1116881" cy="1116878"/>
            </a:xfrm>
            <a:prstGeom prst="pie">
              <a:avLst>
                <a:gd name="adj1" fmla="val 1743233"/>
                <a:gd name="adj2" fmla="val 1620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20138C56-2E34-4276-94D4-BF924CACFBE8}"/>
                </a:ext>
              </a:extLst>
            </p:cNvPr>
            <p:cNvSpPr/>
            <p:nvPr/>
          </p:nvSpPr>
          <p:spPr>
            <a:xfrm>
              <a:off x="9764742" y="1377368"/>
              <a:ext cx="788643" cy="7886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+mj-lt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F5E3139-3F2D-4E31-B2D5-8E2C011F9035}"/>
                </a:ext>
              </a:extLst>
            </p:cNvPr>
            <p:cNvSpPr txBox="1"/>
            <p:nvPr/>
          </p:nvSpPr>
          <p:spPr>
            <a:xfrm>
              <a:off x="9820602" y="1540972"/>
              <a:ext cx="676925" cy="461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ctr"/>
              <a:r>
                <a:rPr lang="en-US" sz="22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40</a:t>
              </a:r>
              <a:r>
                <a:rPr lang="id-ID" sz="16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%</a:t>
              </a:r>
              <a:endParaRPr lang="id-ID" sz="1600" dirty="0">
                <a:solidFill>
                  <a:schemeClr val="tx1"/>
                </a:solidFill>
                <a:latin typeface="Titillium Web SemiBold" panose="00000700000000000000" pitchFamily="2" charset="0"/>
              </a:endParaRP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8341042" y="7412888"/>
            <a:ext cx="1296842" cy="1296842"/>
            <a:chOff x="9600624" y="1213249"/>
            <a:chExt cx="1116881" cy="1116881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5EF3771-26C0-4B0F-B501-E7BC6FB628A5}"/>
                </a:ext>
              </a:extLst>
            </p:cNvPr>
            <p:cNvSpPr/>
            <p:nvPr/>
          </p:nvSpPr>
          <p:spPr>
            <a:xfrm>
              <a:off x="9600626" y="1213249"/>
              <a:ext cx="1116879" cy="1116881"/>
            </a:xfrm>
            <a:prstGeom prst="ellipse">
              <a:avLst/>
            </a:prstGeom>
            <a:gradFill>
              <a:gsLst>
                <a:gs pos="100000">
                  <a:schemeClr val="accent3"/>
                </a:gs>
                <a:gs pos="0">
                  <a:schemeClr val="accent3">
                    <a:lumMod val="60000"/>
                    <a:lumOff val="40000"/>
                  </a:schemeClr>
                </a:gs>
              </a:gsLst>
              <a:lin ang="2700000" scaled="1"/>
            </a:gradFill>
            <a:ln>
              <a:noFill/>
            </a:ln>
            <a:effectLst>
              <a:outerShdw blurRad="355600" dist="266700" dir="5400000" sx="88000" sy="88000" algn="t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08" name="Partial Circle 152">
              <a:extLst>
                <a:ext uri="{FF2B5EF4-FFF2-40B4-BE49-F238E27FC236}">
                  <a16:creationId xmlns:a16="http://schemas.microsoft.com/office/drawing/2014/main" id="{AC4D425F-333F-4824-8722-C9FCAB3ECAB6}"/>
                </a:ext>
              </a:extLst>
            </p:cNvPr>
            <p:cNvSpPr/>
            <p:nvPr/>
          </p:nvSpPr>
          <p:spPr>
            <a:xfrm>
              <a:off x="9600624" y="1213251"/>
              <a:ext cx="1116881" cy="1116878"/>
            </a:xfrm>
            <a:prstGeom prst="pie">
              <a:avLst>
                <a:gd name="adj1" fmla="val 1743233"/>
                <a:gd name="adj2" fmla="val 1620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20138C56-2E34-4276-94D4-BF924CACFBE8}"/>
                </a:ext>
              </a:extLst>
            </p:cNvPr>
            <p:cNvSpPr/>
            <p:nvPr/>
          </p:nvSpPr>
          <p:spPr>
            <a:xfrm>
              <a:off x="9764742" y="1377368"/>
              <a:ext cx="788643" cy="7886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+mj-lt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F5E3139-3F2D-4E31-B2D5-8E2C011F9035}"/>
                </a:ext>
              </a:extLst>
            </p:cNvPr>
            <p:cNvSpPr txBox="1"/>
            <p:nvPr/>
          </p:nvSpPr>
          <p:spPr>
            <a:xfrm>
              <a:off x="9820602" y="1540972"/>
              <a:ext cx="676925" cy="461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ctr"/>
              <a:r>
                <a:rPr lang="en-US" sz="22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40</a:t>
              </a:r>
              <a:r>
                <a:rPr lang="id-ID" sz="16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%</a:t>
              </a:r>
              <a:endParaRPr lang="id-ID" sz="1600" dirty="0">
                <a:solidFill>
                  <a:schemeClr val="tx1"/>
                </a:solidFill>
                <a:latin typeface="Titillium Web SemiBold" panose="00000700000000000000" pitchFamily="2" charset="0"/>
              </a:endParaRPr>
            </a:p>
          </p:txBody>
        </p:sp>
      </p:grpSp>
      <p:grpSp>
        <p:nvGrpSpPr>
          <p:cNvPr id="131" name="Group 130"/>
          <p:cNvGrpSpPr/>
          <p:nvPr/>
        </p:nvGrpSpPr>
        <p:grpSpPr>
          <a:xfrm>
            <a:off x="1097280" y="1432605"/>
            <a:ext cx="1296842" cy="1296842"/>
            <a:chOff x="9600624" y="1213249"/>
            <a:chExt cx="1116881" cy="1116881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A5EF3771-26C0-4B0F-B501-E7BC6FB628A5}"/>
                </a:ext>
              </a:extLst>
            </p:cNvPr>
            <p:cNvSpPr/>
            <p:nvPr/>
          </p:nvSpPr>
          <p:spPr>
            <a:xfrm>
              <a:off x="9600626" y="1213249"/>
              <a:ext cx="1116879" cy="1116881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  <a:effectLst>
              <a:outerShdw blurRad="355600" dist="266700" dir="5400000" sx="88000" sy="88000" algn="t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33" name="Partial Circle 152">
              <a:extLst>
                <a:ext uri="{FF2B5EF4-FFF2-40B4-BE49-F238E27FC236}">
                  <a16:creationId xmlns:a16="http://schemas.microsoft.com/office/drawing/2014/main" id="{AC4D425F-333F-4824-8722-C9FCAB3ECAB6}"/>
                </a:ext>
              </a:extLst>
            </p:cNvPr>
            <p:cNvSpPr/>
            <p:nvPr/>
          </p:nvSpPr>
          <p:spPr>
            <a:xfrm>
              <a:off x="9600624" y="1213251"/>
              <a:ext cx="1116881" cy="1116878"/>
            </a:xfrm>
            <a:prstGeom prst="pie">
              <a:avLst>
                <a:gd name="adj1" fmla="val 1743233"/>
                <a:gd name="adj2" fmla="val 1620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0138C56-2E34-4276-94D4-BF924CACFBE8}"/>
                </a:ext>
              </a:extLst>
            </p:cNvPr>
            <p:cNvSpPr/>
            <p:nvPr/>
          </p:nvSpPr>
          <p:spPr>
            <a:xfrm>
              <a:off x="9764742" y="1377368"/>
              <a:ext cx="788643" cy="7886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+mj-lt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4F5E3139-3F2D-4E31-B2D5-8E2C011F9035}"/>
                </a:ext>
              </a:extLst>
            </p:cNvPr>
            <p:cNvSpPr txBox="1"/>
            <p:nvPr/>
          </p:nvSpPr>
          <p:spPr>
            <a:xfrm>
              <a:off x="9820602" y="1540972"/>
              <a:ext cx="676925" cy="461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ctr"/>
              <a:r>
                <a:rPr lang="en-US" sz="22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40</a:t>
              </a:r>
              <a:r>
                <a:rPr lang="id-ID" sz="16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%</a:t>
              </a:r>
              <a:endParaRPr lang="id-ID" sz="1600" dirty="0">
                <a:solidFill>
                  <a:schemeClr val="tx1"/>
                </a:solidFill>
                <a:latin typeface="Titillium Web SemiBold" panose="00000700000000000000" pitchFamily="2" charset="0"/>
              </a:endParaRPr>
            </a:p>
          </p:txBody>
        </p:sp>
      </p:grpSp>
      <p:grpSp>
        <p:nvGrpSpPr>
          <p:cNvPr id="136" name="Group 135"/>
          <p:cNvGrpSpPr/>
          <p:nvPr/>
        </p:nvGrpSpPr>
        <p:grpSpPr>
          <a:xfrm>
            <a:off x="1097280" y="7412888"/>
            <a:ext cx="1296842" cy="1296842"/>
            <a:chOff x="9600624" y="1213249"/>
            <a:chExt cx="1116881" cy="1116881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A5EF3771-26C0-4B0F-B501-E7BC6FB628A5}"/>
                </a:ext>
              </a:extLst>
            </p:cNvPr>
            <p:cNvSpPr/>
            <p:nvPr/>
          </p:nvSpPr>
          <p:spPr>
            <a:xfrm>
              <a:off x="9600626" y="1213249"/>
              <a:ext cx="1116879" cy="1116881"/>
            </a:xfrm>
            <a:prstGeom prst="ellipse">
              <a:avLst/>
            </a:pr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/>
                </a:gs>
              </a:gsLst>
              <a:lin ang="2700000" scaled="1"/>
            </a:gradFill>
            <a:ln>
              <a:noFill/>
            </a:ln>
            <a:effectLst>
              <a:outerShdw blurRad="355600" dist="266700" dir="5400000" sx="88000" sy="88000" algn="t" rotWithShape="0">
                <a:prstClr val="black">
                  <a:alpha val="2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138" name="Partial Circle 152">
              <a:extLst>
                <a:ext uri="{FF2B5EF4-FFF2-40B4-BE49-F238E27FC236}">
                  <a16:creationId xmlns:a16="http://schemas.microsoft.com/office/drawing/2014/main" id="{AC4D425F-333F-4824-8722-C9FCAB3ECAB6}"/>
                </a:ext>
              </a:extLst>
            </p:cNvPr>
            <p:cNvSpPr/>
            <p:nvPr/>
          </p:nvSpPr>
          <p:spPr>
            <a:xfrm>
              <a:off x="9600624" y="1213251"/>
              <a:ext cx="1116881" cy="1116878"/>
            </a:xfrm>
            <a:prstGeom prst="pie">
              <a:avLst>
                <a:gd name="adj1" fmla="val 1743233"/>
                <a:gd name="adj2" fmla="val 1620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0138C56-2E34-4276-94D4-BF924CACFBE8}"/>
                </a:ext>
              </a:extLst>
            </p:cNvPr>
            <p:cNvSpPr/>
            <p:nvPr/>
          </p:nvSpPr>
          <p:spPr>
            <a:xfrm>
              <a:off x="9764742" y="1377368"/>
              <a:ext cx="788643" cy="7886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+mj-lt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4F5E3139-3F2D-4E31-B2D5-8E2C011F9035}"/>
                </a:ext>
              </a:extLst>
            </p:cNvPr>
            <p:cNvSpPr txBox="1"/>
            <p:nvPr/>
          </p:nvSpPr>
          <p:spPr>
            <a:xfrm>
              <a:off x="9820602" y="1540972"/>
              <a:ext cx="676925" cy="461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ctr"/>
              <a:r>
                <a:rPr lang="en-US" sz="22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40</a:t>
              </a:r>
              <a:r>
                <a:rPr lang="id-ID" sz="16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%</a:t>
              </a:r>
              <a:endParaRPr lang="id-ID" sz="1600" dirty="0">
                <a:solidFill>
                  <a:schemeClr val="tx1"/>
                </a:solidFill>
                <a:latin typeface="Titillium Web SemiBold" panose="00000700000000000000" pitchFamily="2" charset="0"/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3773236" y="4497169"/>
            <a:ext cx="318869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Business</a:t>
            </a:r>
            <a:endParaRPr lang="en-US" sz="3200" b="1"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Infographic.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4324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roup 396"/>
          <p:cNvGrpSpPr/>
          <p:nvPr/>
        </p:nvGrpSpPr>
        <p:grpSpPr>
          <a:xfrm>
            <a:off x="1095513" y="4159544"/>
            <a:ext cx="3344278" cy="5030176"/>
            <a:chOff x="961022" y="4159544"/>
            <a:chExt cx="3344278" cy="5030176"/>
          </a:xfrm>
        </p:grpSpPr>
        <p:grpSp>
          <p:nvGrpSpPr>
            <p:cNvPr id="154" name="Group 153"/>
            <p:cNvGrpSpPr/>
            <p:nvPr/>
          </p:nvGrpSpPr>
          <p:grpSpPr>
            <a:xfrm>
              <a:off x="1550469" y="4989796"/>
              <a:ext cx="2165384" cy="2405542"/>
              <a:chOff x="1001534" y="5756843"/>
              <a:chExt cx="2974962" cy="3304908"/>
            </a:xfrm>
          </p:grpSpPr>
          <p:sp>
            <p:nvSpPr>
              <p:cNvPr id="2" name="Oval 5"/>
              <p:cNvSpPr>
                <a:spLocks noChangeArrowheads="1"/>
              </p:cNvSpPr>
              <p:nvPr/>
            </p:nvSpPr>
            <p:spPr bwMode="auto">
              <a:xfrm>
                <a:off x="1001534" y="8052565"/>
                <a:ext cx="2974962" cy="1009186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3" name="Group 2"/>
              <p:cNvGrpSpPr/>
              <p:nvPr/>
            </p:nvGrpSpPr>
            <p:grpSpPr>
              <a:xfrm>
                <a:off x="1312727" y="7730879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4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8" name="Group 7"/>
              <p:cNvGrpSpPr/>
              <p:nvPr/>
            </p:nvGrpSpPr>
            <p:grpSpPr>
              <a:xfrm>
                <a:off x="1216119" y="7309838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9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2"/>
              <p:cNvGrpSpPr/>
              <p:nvPr/>
            </p:nvGrpSpPr>
            <p:grpSpPr>
              <a:xfrm>
                <a:off x="1315832" y="6928324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14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17"/>
              <p:cNvGrpSpPr/>
              <p:nvPr/>
            </p:nvGrpSpPr>
            <p:grpSpPr>
              <a:xfrm>
                <a:off x="1093942" y="6546809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19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22"/>
              <p:cNvGrpSpPr/>
              <p:nvPr/>
            </p:nvGrpSpPr>
            <p:grpSpPr>
              <a:xfrm>
                <a:off x="1257755" y="6165295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24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6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8" name="Group 27"/>
              <p:cNvGrpSpPr/>
              <p:nvPr/>
            </p:nvGrpSpPr>
            <p:grpSpPr>
              <a:xfrm rot="20830416">
                <a:off x="1368315" y="5756843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29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53"/>
                <p:cNvSpPr>
                  <a:spLocks/>
                </p:cNvSpPr>
                <p:nvPr/>
              </p:nvSpPr>
              <p:spPr bwMode="auto">
                <a:xfrm>
                  <a:off x="16381414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6B921FE-2F6F-41E7-B4F6-F8EFCABC885A}"/>
                </a:ext>
              </a:extLst>
            </p:cNvPr>
            <p:cNvSpPr txBox="1"/>
            <p:nvPr/>
          </p:nvSpPr>
          <p:spPr>
            <a:xfrm>
              <a:off x="1786758" y="4159544"/>
              <a:ext cx="1692806" cy="620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ctr"/>
              <a:r>
                <a:rPr lang="en-US" sz="28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$478,560</a:t>
              </a:r>
              <a:endParaRPr lang="id-ID" sz="2800" dirty="0">
                <a:solidFill>
                  <a:schemeClr val="tx1"/>
                </a:solidFill>
                <a:latin typeface="Titillium Web SemiBold" panose="00000700000000000000" pitchFamily="2" charset="0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5B17BC37-D48C-407B-8548-52330EB7A143}"/>
                </a:ext>
              </a:extLst>
            </p:cNvPr>
            <p:cNvSpPr txBox="1"/>
            <p:nvPr/>
          </p:nvSpPr>
          <p:spPr>
            <a:xfrm>
              <a:off x="1464850" y="7733477"/>
              <a:ext cx="23366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>
                  <a:latin typeface="Titillium Web SemiBold" panose="00000700000000000000" pitchFamily="2" charset="0"/>
                  <a:cs typeface="Poppins" panose="00000500000000000000" pitchFamily="2" charset="0"/>
                </a:rPr>
                <a:t>Your Subtitle Here</a:t>
              </a:r>
              <a:endParaRPr lang="en-ID" sz="1800" b="1">
                <a:latin typeface="Titillium Web SemiBold" panose="000007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961022" y="8127891"/>
              <a:ext cx="3344278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malesuada libero a orbi orci dui,tum eget lectus ornare, viverra pellentesque. Morbi orci dui,tum.</a:t>
              </a:r>
            </a:p>
          </p:txBody>
        </p:sp>
      </p:grpSp>
      <p:grpSp>
        <p:nvGrpSpPr>
          <p:cNvPr id="396" name="Group 395"/>
          <p:cNvGrpSpPr/>
          <p:nvPr/>
        </p:nvGrpSpPr>
        <p:grpSpPr>
          <a:xfrm>
            <a:off x="5369120" y="3076971"/>
            <a:ext cx="3344278" cy="6112749"/>
            <a:chOff x="5284676" y="3076971"/>
            <a:chExt cx="3344278" cy="6112749"/>
          </a:xfrm>
        </p:grpSpPr>
        <p:grpSp>
          <p:nvGrpSpPr>
            <p:cNvPr id="155" name="Group 154"/>
            <p:cNvGrpSpPr/>
            <p:nvPr/>
          </p:nvGrpSpPr>
          <p:grpSpPr>
            <a:xfrm>
              <a:off x="5854782" y="3934557"/>
              <a:ext cx="2204067" cy="3460781"/>
              <a:chOff x="7282893" y="4202147"/>
              <a:chExt cx="3028107" cy="4754672"/>
            </a:xfrm>
          </p:grpSpPr>
          <p:sp>
            <p:nvSpPr>
              <p:cNvPr id="36" name="Oval 5"/>
              <p:cNvSpPr>
                <a:spLocks noChangeArrowheads="1"/>
              </p:cNvSpPr>
              <p:nvPr/>
            </p:nvSpPr>
            <p:spPr bwMode="auto">
              <a:xfrm>
                <a:off x="7282893" y="7947633"/>
                <a:ext cx="2974962" cy="1009186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37" name="Group 36"/>
              <p:cNvGrpSpPr/>
              <p:nvPr/>
            </p:nvGrpSpPr>
            <p:grpSpPr>
              <a:xfrm>
                <a:off x="7594086" y="7625947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38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1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4" name="Group 53"/>
              <p:cNvGrpSpPr/>
              <p:nvPr/>
            </p:nvGrpSpPr>
            <p:grpSpPr>
              <a:xfrm>
                <a:off x="7492091" y="7261383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55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59" name="Group 58"/>
              <p:cNvGrpSpPr/>
              <p:nvPr/>
            </p:nvGrpSpPr>
            <p:grpSpPr>
              <a:xfrm>
                <a:off x="7815976" y="6872914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60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4" name="Group 63"/>
              <p:cNvGrpSpPr/>
              <p:nvPr/>
            </p:nvGrpSpPr>
            <p:grpSpPr>
              <a:xfrm>
                <a:off x="7613539" y="6570285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65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9" name="Group 68"/>
              <p:cNvGrpSpPr/>
              <p:nvPr/>
            </p:nvGrpSpPr>
            <p:grpSpPr>
              <a:xfrm>
                <a:off x="7725251" y="6189899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70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74" name="Group 73"/>
              <p:cNvGrpSpPr/>
              <p:nvPr/>
            </p:nvGrpSpPr>
            <p:grpSpPr>
              <a:xfrm>
                <a:off x="7533955" y="5800210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75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79" name="Group 78"/>
              <p:cNvGrpSpPr/>
              <p:nvPr/>
            </p:nvGrpSpPr>
            <p:grpSpPr>
              <a:xfrm>
                <a:off x="7667174" y="5486974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80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84" name="Group 83"/>
              <p:cNvGrpSpPr/>
              <p:nvPr/>
            </p:nvGrpSpPr>
            <p:grpSpPr>
              <a:xfrm>
                <a:off x="7441547" y="5097285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85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89" name="Group 88"/>
              <p:cNvGrpSpPr/>
              <p:nvPr/>
            </p:nvGrpSpPr>
            <p:grpSpPr>
              <a:xfrm>
                <a:off x="7712892" y="4683956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90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 rot="20776284">
                <a:off x="7956232" y="4202147"/>
                <a:ext cx="2354768" cy="1050825"/>
                <a:chOff x="15201900" y="5965825"/>
                <a:chExt cx="3411537" cy="1522413"/>
              </a:xfrm>
            </p:grpSpPr>
            <p:sp>
              <p:nvSpPr>
                <p:cNvPr id="95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36B921FE-2F6F-41E7-B4F6-F8EFCABC885A}"/>
                </a:ext>
              </a:extLst>
            </p:cNvPr>
            <p:cNvSpPr txBox="1"/>
            <p:nvPr/>
          </p:nvSpPr>
          <p:spPr>
            <a:xfrm>
              <a:off x="6075260" y="3076971"/>
              <a:ext cx="1692806" cy="620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ctr"/>
              <a:r>
                <a:rPr lang="en-US" sz="28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$578,559</a:t>
              </a:r>
              <a:endParaRPr lang="id-ID" sz="2800" dirty="0">
                <a:solidFill>
                  <a:schemeClr val="tx1"/>
                </a:solidFill>
                <a:latin typeface="Titillium Web SemiBold" panose="00000700000000000000" pitchFamily="2" charset="0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5B17BC37-D48C-407B-8548-52330EB7A143}"/>
                </a:ext>
              </a:extLst>
            </p:cNvPr>
            <p:cNvSpPr txBox="1"/>
            <p:nvPr/>
          </p:nvSpPr>
          <p:spPr>
            <a:xfrm>
              <a:off x="5788504" y="7733477"/>
              <a:ext cx="23366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>
                  <a:latin typeface="Titillium Web SemiBold" panose="00000700000000000000" pitchFamily="2" charset="0"/>
                  <a:cs typeface="Poppins" panose="00000500000000000000" pitchFamily="2" charset="0"/>
                </a:rPr>
                <a:t>Your Subtitle Here</a:t>
              </a:r>
              <a:endParaRPr lang="en-ID" sz="1800" b="1">
                <a:latin typeface="Titillium Web SemiBold" panose="000007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5284676" y="8127891"/>
              <a:ext cx="3344278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malesuada libero a orbi orci dui,tum eget lectus ornare, viverra pellentesque. Morbi orci dui,tum.</a:t>
              </a:r>
            </a:p>
          </p:txBody>
        </p:sp>
      </p:grpSp>
      <p:grpSp>
        <p:nvGrpSpPr>
          <p:cNvPr id="395" name="Group 394"/>
          <p:cNvGrpSpPr/>
          <p:nvPr/>
        </p:nvGrpSpPr>
        <p:grpSpPr>
          <a:xfrm>
            <a:off x="9642727" y="2489536"/>
            <a:ext cx="3344278" cy="6700184"/>
            <a:chOff x="9512103" y="2489536"/>
            <a:chExt cx="3344278" cy="6700184"/>
          </a:xfrm>
        </p:grpSpPr>
        <p:sp>
          <p:nvSpPr>
            <p:cNvPr id="45" name="Oval 5"/>
            <p:cNvSpPr>
              <a:spLocks noChangeArrowheads="1"/>
            </p:cNvSpPr>
            <p:nvPr/>
          </p:nvSpPr>
          <p:spPr bwMode="auto">
            <a:xfrm>
              <a:off x="10123534" y="6660782"/>
              <a:ext cx="2165385" cy="734556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10350042" y="6426638"/>
              <a:ext cx="1713963" cy="764863"/>
              <a:chOff x="15201900" y="5965825"/>
              <a:chExt cx="3411537" cy="1522413"/>
            </a:xfrm>
          </p:grpSpPr>
          <p:sp>
            <p:nvSpPr>
              <p:cNvPr id="47" name="Freeform 50"/>
              <p:cNvSpPr>
                <a:spLocks/>
              </p:cNvSpPr>
              <p:nvPr/>
            </p:nvSpPr>
            <p:spPr bwMode="auto">
              <a:xfrm>
                <a:off x="15201900" y="6545263"/>
                <a:ext cx="3411537" cy="942975"/>
              </a:xfrm>
              <a:custGeom>
                <a:avLst/>
                <a:gdLst>
                  <a:gd name="T0" fmla="*/ 0 w 1585"/>
                  <a:gd name="T1" fmla="*/ 0 h 439"/>
                  <a:gd name="T2" fmla="*/ 0 w 1585"/>
                  <a:gd name="T3" fmla="*/ 170 h 439"/>
                  <a:gd name="T4" fmla="*/ 792 w 1585"/>
                  <a:gd name="T5" fmla="*/ 439 h 439"/>
                  <a:gd name="T6" fmla="*/ 1585 w 1585"/>
                  <a:gd name="T7" fmla="*/ 170 h 439"/>
                  <a:gd name="T8" fmla="*/ 1585 w 1585"/>
                  <a:gd name="T9" fmla="*/ 0 h 439"/>
                  <a:gd name="T10" fmla="*/ 0 w 1585"/>
                  <a:gd name="T11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5" h="439">
                    <a:moveTo>
                      <a:pt x="0" y="0"/>
                    </a:moveTo>
                    <a:cubicBezTo>
                      <a:pt x="0" y="170"/>
                      <a:pt x="0" y="170"/>
                      <a:pt x="0" y="170"/>
                    </a:cubicBezTo>
                    <a:cubicBezTo>
                      <a:pt x="0" y="319"/>
                      <a:pt x="354" y="439"/>
                      <a:pt x="792" y="439"/>
                    </a:cubicBezTo>
                    <a:cubicBezTo>
                      <a:pt x="1230" y="439"/>
                      <a:pt x="1585" y="319"/>
                      <a:pt x="1585" y="170"/>
                    </a:cubicBezTo>
                    <a:cubicBezTo>
                      <a:pt x="1585" y="0"/>
                      <a:pt x="1585" y="0"/>
                      <a:pt x="158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Oval 51"/>
              <p:cNvSpPr>
                <a:spLocks noChangeArrowheads="1"/>
              </p:cNvSpPr>
              <p:nvPr/>
            </p:nvSpPr>
            <p:spPr bwMode="auto">
              <a:xfrm>
                <a:off x="15201900" y="5965825"/>
                <a:ext cx="3411537" cy="11572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Oval 52"/>
              <p:cNvSpPr>
                <a:spLocks noChangeArrowheads="1"/>
              </p:cNvSpPr>
              <p:nvPr/>
            </p:nvSpPr>
            <p:spPr bwMode="auto">
              <a:xfrm>
                <a:off x="15517813" y="6073775"/>
                <a:ext cx="2776537" cy="94138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53"/>
              <p:cNvSpPr>
                <a:spLocks/>
              </p:cNvSpPr>
              <p:nvPr/>
            </p:nvSpPr>
            <p:spPr bwMode="auto">
              <a:xfrm>
                <a:off x="16381413" y="6232525"/>
                <a:ext cx="1050925" cy="623888"/>
              </a:xfrm>
              <a:custGeom>
                <a:avLst/>
                <a:gdLst>
                  <a:gd name="T0" fmla="*/ 49 w 488"/>
                  <a:gd name="T1" fmla="*/ 242 h 290"/>
                  <a:gd name="T2" fmla="*/ 0 w 488"/>
                  <a:gd name="T3" fmla="*/ 196 h 290"/>
                  <a:gd name="T4" fmla="*/ 0 w 488"/>
                  <a:gd name="T5" fmla="*/ 187 h 290"/>
                  <a:gd name="T6" fmla="*/ 178 w 488"/>
                  <a:gd name="T7" fmla="*/ 187 h 290"/>
                  <a:gd name="T8" fmla="*/ 178 w 488"/>
                  <a:gd name="T9" fmla="*/ 193 h 290"/>
                  <a:gd name="T10" fmla="*/ 195 w 488"/>
                  <a:gd name="T11" fmla="*/ 214 h 290"/>
                  <a:gd name="T12" fmla="*/ 239 w 488"/>
                  <a:gd name="T13" fmla="*/ 220 h 290"/>
                  <a:gd name="T14" fmla="*/ 283 w 488"/>
                  <a:gd name="T15" fmla="*/ 213 h 290"/>
                  <a:gd name="T16" fmla="*/ 298 w 488"/>
                  <a:gd name="T17" fmla="*/ 198 h 290"/>
                  <a:gd name="T18" fmla="*/ 277 w 488"/>
                  <a:gd name="T19" fmla="*/ 180 h 290"/>
                  <a:gd name="T20" fmla="*/ 224 w 488"/>
                  <a:gd name="T21" fmla="*/ 168 h 290"/>
                  <a:gd name="T22" fmla="*/ 154 w 488"/>
                  <a:gd name="T23" fmla="*/ 159 h 290"/>
                  <a:gd name="T24" fmla="*/ 85 w 488"/>
                  <a:gd name="T25" fmla="*/ 146 h 290"/>
                  <a:gd name="T26" fmla="*/ 32 w 488"/>
                  <a:gd name="T27" fmla="*/ 125 h 290"/>
                  <a:gd name="T28" fmla="*/ 10 w 488"/>
                  <a:gd name="T29" fmla="*/ 92 h 290"/>
                  <a:gd name="T30" fmla="*/ 191 w 488"/>
                  <a:gd name="T31" fmla="*/ 20 h 290"/>
                  <a:gd name="T32" fmla="*/ 191 w 488"/>
                  <a:gd name="T33" fmla="*/ 0 h 290"/>
                  <a:gd name="T34" fmla="*/ 282 w 488"/>
                  <a:gd name="T35" fmla="*/ 0 h 290"/>
                  <a:gd name="T36" fmla="*/ 282 w 488"/>
                  <a:gd name="T37" fmla="*/ 20 h 290"/>
                  <a:gd name="T38" fmla="*/ 424 w 488"/>
                  <a:gd name="T39" fmla="*/ 40 h 290"/>
                  <a:gd name="T40" fmla="*/ 469 w 488"/>
                  <a:gd name="T41" fmla="*/ 91 h 290"/>
                  <a:gd name="T42" fmla="*/ 297 w 488"/>
                  <a:gd name="T43" fmla="*/ 91 h 290"/>
                  <a:gd name="T44" fmla="*/ 297 w 488"/>
                  <a:gd name="T45" fmla="*/ 86 h 290"/>
                  <a:gd name="T46" fmla="*/ 284 w 488"/>
                  <a:gd name="T47" fmla="*/ 69 h 290"/>
                  <a:gd name="T48" fmla="*/ 245 w 488"/>
                  <a:gd name="T49" fmla="*/ 61 h 290"/>
                  <a:gd name="T50" fmla="*/ 202 w 488"/>
                  <a:gd name="T51" fmla="*/ 68 h 290"/>
                  <a:gd name="T52" fmla="*/ 188 w 488"/>
                  <a:gd name="T53" fmla="*/ 82 h 290"/>
                  <a:gd name="T54" fmla="*/ 210 w 488"/>
                  <a:gd name="T55" fmla="*/ 100 h 290"/>
                  <a:gd name="T56" fmla="*/ 266 w 488"/>
                  <a:gd name="T57" fmla="*/ 112 h 290"/>
                  <a:gd name="T58" fmla="*/ 338 w 488"/>
                  <a:gd name="T59" fmla="*/ 121 h 290"/>
                  <a:gd name="T60" fmla="*/ 410 w 488"/>
                  <a:gd name="T61" fmla="*/ 134 h 290"/>
                  <a:gd name="T62" fmla="*/ 465 w 488"/>
                  <a:gd name="T63" fmla="*/ 155 h 290"/>
                  <a:gd name="T64" fmla="*/ 488 w 488"/>
                  <a:gd name="T65" fmla="*/ 190 h 290"/>
                  <a:gd name="T66" fmla="*/ 435 w 488"/>
                  <a:gd name="T67" fmla="*/ 240 h 290"/>
                  <a:gd name="T68" fmla="*/ 282 w 488"/>
                  <a:gd name="T69" fmla="*/ 260 h 290"/>
                  <a:gd name="T70" fmla="*/ 282 w 488"/>
                  <a:gd name="T71" fmla="*/ 290 h 290"/>
                  <a:gd name="T72" fmla="*/ 191 w 488"/>
                  <a:gd name="T73" fmla="*/ 290 h 290"/>
                  <a:gd name="T74" fmla="*/ 191 w 488"/>
                  <a:gd name="T75" fmla="*/ 260 h 290"/>
                  <a:gd name="T76" fmla="*/ 49 w 488"/>
                  <a:gd name="T77" fmla="*/ 242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88" h="290">
                    <a:moveTo>
                      <a:pt x="49" y="242"/>
                    </a:moveTo>
                    <a:cubicBezTo>
                      <a:pt x="17" y="233"/>
                      <a:pt x="0" y="217"/>
                      <a:pt x="0" y="196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178" y="187"/>
                      <a:pt x="178" y="187"/>
                      <a:pt x="178" y="187"/>
                    </a:cubicBezTo>
                    <a:cubicBezTo>
                      <a:pt x="178" y="193"/>
                      <a:pt x="178" y="193"/>
                      <a:pt x="178" y="193"/>
                    </a:cubicBezTo>
                    <a:cubicBezTo>
                      <a:pt x="178" y="203"/>
                      <a:pt x="184" y="210"/>
                      <a:pt x="195" y="214"/>
                    </a:cubicBezTo>
                    <a:cubicBezTo>
                      <a:pt x="206" y="218"/>
                      <a:pt x="221" y="220"/>
                      <a:pt x="239" y="220"/>
                    </a:cubicBezTo>
                    <a:cubicBezTo>
                      <a:pt x="258" y="220"/>
                      <a:pt x="273" y="218"/>
                      <a:pt x="283" y="213"/>
                    </a:cubicBezTo>
                    <a:cubicBezTo>
                      <a:pt x="293" y="209"/>
                      <a:pt x="298" y="204"/>
                      <a:pt x="298" y="198"/>
                    </a:cubicBezTo>
                    <a:cubicBezTo>
                      <a:pt x="298" y="190"/>
                      <a:pt x="291" y="184"/>
                      <a:pt x="277" y="180"/>
                    </a:cubicBezTo>
                    <a:cubicBezTo>
                      <a:pt x="263" y="176"/>
                      <a:pt x="245" y="172"/>
                      <a:pt x="224" y="168"/>
                    </a:cubicBezTo>
                    <a:cubicBezTo>
                      <a:pt x="202" y="165"/>
                      <a:pt x="179" y="162"/>
                      <a:pt x="154" y="159"/>
                    </a:cubicBezTo>
                    <a:cubicBezTo>
                      <a:pt x="129" y="155"/>
                      <a:pt x="106" y="151"/>
                      <a:pt x="85" y="146"/>
                    </a:cubicBezTo>
                    <a:cubicBezTo>
                      <a:pt x="63" y="141"/>
                      <a:pt x="46" y="134"/>
                      <a:pt x="32" y="125"/>
                    </a:cubicBezTo>
                    <a:cubicBezTo>
                      <a:pt x="17" y="117"/>
                      <a:pt x="10" y="106"/>
                      <a:pt x="10" y="92"/>
                    </a:cubicBezTo>
                    <a:cubicBezTo>
                      <a:pt x="10" y="50"/>
                      <a:pt x="70" y="26"/>
                      <a:pt x="191" y="2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347" y="22"/>
                      <a:pt x="395" y="29"/>
                      <a:pt x="424" y="40"/>
                    </a:cubicBezTo>
                    <a:cubicBezTo>
                      <a:pt x="454" y="51"/>
                      <a:pt x="469" y="68"/>
                      <a:pt x="469" y="91"/>
                    </a:cubicBezTo>
                    <a:cubicBezTo>
                      <a:pt x="297" y="91"/>
                      <a:pt x="297" y="91"/>
                      <a:pt x="297" y="91"/>
                    </a:cubicBezTo>
                    <a:cubicBezTo>
                      <a:pt x="297" y="86"/>
                      <a:pt x="297" y="86"/>
                      <a:pt x="297" y="86"/>
                    </a:cubicBezTo>
                    <a:cubicBezTo>
                      <a:pt x="297" y="79"/>
                      <a:pt x="293" y="74"/>
                      <a:pt x="284" y="69"/>
                    </a:cubicBezTo>
                    <a:cubicBezTo>
                      <a:pt x="276" y="64"/>
                      <a:pt x="263" y="61"/>
                      <a:pt x="245" y="61"/>
                    </a:cubicBezTo>
                    <a:cubicBezTo>
                      <a:pt x="225" y="61"/>
                      <a:pt x="211" y="63"/>
                      <a:pt x="202" y="68"/>
                    </a:cubicBezTo>
                    <a:cubicBezTo>
                      <a:pt x="192" y="72"/>
                      <a:pt x="188" y="77"/>
                      <a:pt x="188" y="82"/>
                    </a:cubicBezTo>
                    <a:cubicBezTo>
                      <a:pt x="188" y="90"/>
                      <a:pt x="195" y="96"/>
                      <a:pt x="210" y="100"/>
                    </a:cubicBezTo>
                    <a:cubicBezTo>
                      <a:pt x="225" y="105"/>
                      <a:pt x="243" y="109"/>
                      <a:pt x="266" y="112"/>
                    </a:cubicBezTo>
                    <a:cubicBezTo>
                      <a:pt x="288" y="115"/>
                      <a:pt x="312" y="118"/>
                      <a:pt x="338" y="121"/>
                    </a:cubicBezTo>
                    <a:cubicBezTo>
                      <a:pt x="363" y="124"/>
                      <a:pt x="387" y="128"/>
                      <a:pt x="410" y="134"/>
                    </a:cubicBezTo>
                    <a:cubicBezTo>
                      <a:pt x="432" y="139"/>
                      <a:pt x="451" y="146"/>
                      <a:pt x="465" y="155"/>
                    </a:cubicBezTo>
                    <a:cubicBezTo>
                      <a:pt x="480" y="164"/>
                      <a:pt x="488" y="175"/>
                      <a:pt x="488" y="190"/>
                    </a:cubicBezTo>
                    <a:cubicBezTo>
                      <a:pt x="488" y="212"/>
                      <a:pt x="470" y="229"/>
                      <a:pt x="435" y="240"/>
                    </a:cubicBezTo>
                    <a:cubicBezTo>
                      <a:pt x="400" y="251"/>
                      <a:pt x="349" y="258"/>
                      <a:pt x="282" y="260"/>
                    </a:cubicBezTo>
                    <a:cubicBezTo>
                      <a:pt x="282" y="290"/>
                      <a:pt x="282" y="290"/>
                      <a:pt x="282" y="290"/>
                    </a:cubicBezTo>
                    <a:cubicBezTo>
                      <a:pt x="191" y="290"/>
                      <a:pt x="191" y="290"/>
                      <a:pt x="191" y="290"/>
                    </a:cubicBezTo>
                    <a:cubicBezTo>
                      <a:pt x="191" y="260"/>
                      <a:pt x="191" y="260"/>
                      <a:pt x="191" y="260"/>
                    </a:cubicBezTo>
                    <a:cubicBezTo>
                      <a:pt x="128" y="258"/>
                      <a:pt x="81" y="252"/>
                      <a:pt x="49" y="24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99" name="Group 98"/>
            <p:cNvGrpSpPr/>
            <p:nvPr/>
          </p:nvGrpSpPr>
          <p:grpSpPr>
            <a:xfrm>
              <a:off x="10145602" y="6169318"/>
              <a:ext cx="1713963" cy="764863"/>
              <a:chOff x="15201900" y="5965825"/>
              <a:chExt cx="3411537" cy="1522413"/>
            </a:xfrm>
          </p:grpSpPr>
          <p:sp>
            <p:nvSpPr>
              <p:cNvPr id="100" name="Freeform 50"/>
              <p:cNvSpPr>
                <a:spLocks/>
              </p:cNvSpPr>
              <p:nvPr/>
            </p:nvSpPr>
            <p:spPr bwMode="auto">
              <a:xfrm>
                <a:off x="15201900" y="6545263"/>
                <a:ext cx="3411537" cy="942975"/>
              </a:xfrm>
              <a:custGeom>
                <a:avLst/>
                <a:gdLst>
                  <a:gd name="T0" fmla="*/ 0 w 1585"/>
                  <a:gd name="T1" fmla="*/ 0 h 439"/>
                  <a:gd name="T2" fmla="*/ 0 w 1585"/>
                  <a:gd name="T3" fmla="*/ 170 h 439"/>
                  <a:gd name="T4" fmla="*/ 792 w 1585"/>
                  <a:gd name="T5" fmla="*/ 439 h 439"/>
                  <a:gd name="T6" fmla="*/ 1585 w 1585"/>
                  <a:gd name="T7" fmla="*/ 170 h 439"/>
                  <a:gd name="T8" fmla="*/ 1585 w 1585"/>
                  <a:gd name="T9" fmla="*/ 0 h 439"/>
                  <a:gd name="T10" fmla="*/ 0 w 1585"/>
                  <a:gd name="T11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5" h="439">
                    <a:moveTo>
                      <a:pt x="0" y="0"/>
                    </a:moveTo>
                    <a:cubicBezTo>
                      <a:pt x="0" y="170"/>
                      <a:pt x="0" y="170"/>
                      <a:pt x="0" y="170"/>
                    </a:cubicBezTo>
                    <a:cubicBezTo>
                      <a:pt x="0" y="319"/>
                      <a:pt x="354" y="439"/>
                      <a:pt x="792" y="439"/>
                    </a:cubicBezTo>
                    <a:cubicBezTo>
                      <a:pt x="1230" y="439"/>
                      <a:pt x="1585" y="319"/>
                      <a:pt x="1585" y="170"/>
                    </a:cubicBezTo>
                    <a:cubicBezTo>
                      <a:pt x="1585" y="0"/>
                      <a:pt x="1585" y="0"/>
                      <a:pt x="158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Oval 51"/>
              <p:cNvSpPr>
                <a:spLocks noChangeArrowheads="1"/>
              </p:cNvSpPr>
              <p:nvPr/>
            </p:nvSpPr>
            <p:spPr bwMode="auto">
              <a:xfrm>
                <a:off x="15201900" y="5965825"/>
                <a:ext cx="3411537" cy="11572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Oval 52"/>
              <p:cNvSpPr>
                <a:spLocks noChangeArrowheads="1"/>
              </p:cNvSpPr>
              <p:nvPr/>
            </p:nvSpPr>
            <p:spPr bwMode="auto">
              <a:xfrm>
                <a:off x="15517813" y="6073775"/>
                <a:ext cx="2776537" cy="94138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53"/>
              <p:cNvSpPr>
                <a:spLocks/>
              </p:cNvSpPr>
              <p:nvPr/>
            </p:nvSpPr>
            <p:spPr bwMode="auto">
              <a:xfrm>
                <a:off x="16381413" y="6232525"/>
                <a:ext cx="1050925" cy="623888"/>
              </a:xfrm>
              <a:custGeom>
                <a:avLst/>
                <a:gdLst>
                  <a:gd name="T0" fmla="*/ 49 w 488"/>
                  <a:gd name="T1" fmla="*/ 242 h 290"/>
                  <a:gd name="T2" fmla="*/ 0 w 488"/>
                  <a:gd name="T3" fmla="*/ 196 h 290"/>
                  <a:gd name="T4" fmla="*/ 0 w 488"/>
                  <a:gd name="T5" fmla="*/ 187 h 290"/>
                  <a:gd name="T6" fmla="*/ 178 w 488"/>
                  <a:gd name="T7" fmla="*/ 187 h 290"/>
                  <a:gd name="T8" fmla="*/ 178 w 488"/>
                  <a:gd name="T9" fmla="*/ 193 h 290"/>
                  <a:gd name="T10" fmla="*/ 195 w 488"/>
                  <a:gd name="T11" fmla="*/ 214 h 290"/>
                  <a:gd name="T12" fmla="*/ 239 w 488"/>
                  <a:gd name="T13" fmla="*/ 220 h 290"/>
                  <a:gd name="T14" fmla="*/ 283 w 488"/>
                  <a:gd name="T15" fmla="*/ 213 h 290"/>
                  <a:gd name="T16" fmla="*/ 298 w 488"/>
                  <a:gd name="T17" fmla="*/ 198 h 290"/>
                  <a:gd name="T18" fmla="*/ 277 w 488"/>
                  <a:gd name="T19" fmla="*/ 180 h 290"/>
                  <a:gd name="T20" fmla="*/ 224 w 488"/>
                  <a:gd name="T21" fmla="*/ 168 h 290"/>
                  <a:gd name="T22" fmla="*/ 154 w 488"/>
                  <a:gd name="T23" fmla="*/ 159 h 290"/>
                  <a:gd name="T24" fmla="*/ 85 w 488"/>
                  <a:gd name="T25" fmla="*/ 146 h 290"/>
                  <a:gd name="T26" fmla="*/ 32 w 488"/>
                  <a:gd name="T27" fmla="*/ 125 h 290"/>
                  <a:gd name="T28" fmla="*/ 10 w 488"/>
                  <a:gd name="T29" fmla="*/ 92 h 290"/>
                  <a:gd name="T30" fmla="*/ 191 w 488"/>
                  <a:gd name="T31" fmla="*/ 20 h 290"/>
                  <a:gd name="T32" fmla="*/ 191 w 488"/>
                  <a:gd name="T33" fmla="*/ 0 h 290"/>
                  <a:gd name="T34" fmla="*/ 282 w 488"/>
                  <a:gd name="T35" fmla="*/ 0 h 290"/>
                  <a:gd name="T36" fmla="*/ 282 w 488"/>
                  <a:gd name="T37" fmla="*/ 20 h 290"/>
                  <a:gd name="T38" fmla="*/ 424 w 488"/>
                  <a:gd name="T39" fmla="*/ 40 h 290"/>
                  <a:gd name="T40" fmla="*/ 469 w 488"/>
                  <a:gd name="T41" fmla="*/ 91 h 290"/>
                  <a:gd name="T42" fmla="*/ 297 w 488"/>
                  <a:gd name="T43" fmla="*/ 91 h 290"/>
                  <a:gd name="T44" fmla="*/ 297 w 488"/>
                  <a:gd name="T45" fmla="*/ 86 h 290"/>
                  <a:gd name="T46" fmla="*/ 284 w 488"/>
                  <a:gd name="T47" fmla="*/ 69 h 290"/>
                  <a:gd name="T48" fmla="*/ 245 w 488"/>
                  <a:gd name="T49" fmla="*/ 61 h 290"/>
                  <a:gd name="T50" fmla="*/ 202 w 488"/>
                  <a:gd name="T51" fmla="*/ 68 h 290"/>
                  <a:gd name="T52" fmla="*/ 188 w 488"/>
                  <a:gd name="T53" fmla="*/ 82 h 290"/>
                  <a:gd name="T54" fmla="*/ 210 w 488"/>
                  <a:gd name="T55" fmla="*/ 100 h 290"/>
                  <a:gd name="T56" fmla="*/ 266 w 488"/>
                  <a:gd name="T57" fmla="*/ 112 h 290"/>
                  <a:gd name="T58" fmla="*/ 338 w 488"/>
                  <a:gd name="T59" fmla="*/ 121 h 290"/>
                  <a:gd name="T60" fmla="*/ 410 w 488"/>
                  <a:gd name="T61" fmla="*/ 134 h 290"/>
                  <a:gd name="T62" fmla="*/ 465 w 488"/>
                  <a:gd name="T63" fmla="*/ 155 h 290"/>
                  <a:gd name="T64" fmla="*/ 488 w 488"/>
                  <a:gd name="T65" fmla="*/ 190 h 290"/>
                  <a:gd name="T66" fmla="*/ 435 w 488"/>
                  <a:gd name="T67" fmla="*/ 240 h 290"/>
                  <a:gd name="T68" fmla="*/ 282 w 488"/>
                  <a:gd name="T69" fmla="*/ 260 h 290"/>
                  <a:gd name="T70" fmla="*/ 282 w 488"/>
                  <a:gd name="T71" fmla="*/ 290 h 290"/>
                  <a:gd name="T72" fmla="*/ 191 w 488"/>
                  <a:gd name="T73" fmla="*/ 290 h 290"/>
                  <a:gd name="T74" fmla="*/ 191 w 488"/>
                  <a:gd name="T75" fmla="*/ 260 h 290"/>
                  <a:gd name="T76" fmla="*/ 49 w 488"/>
                  <a:gd name="T77" fmla="*/ 242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88" h="290">
                    <a:moveTo>
                      <a:pt x="49" y="242"/>
                    </a:moveTo>
                    <a:cubicBezTo>
                      <a:pt x="17" y="233"/>
                      <a:pt x="0" y="217"/>
                      <a:pt x="0" y="196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178" y="187"/>
                      <a:pt x="178" y="187"/>
                      <a:pt x="178" y="187"/>
                    </a:cubicBezTo>
                    <a:cubicBezTo>
                      <a:pt x="178" y="193"/>
                      <a:pt x="178" y="193"/>
                      <a:pt x="178" y="193"/>
                    </a:cubicBezTo>
                    <a:cubicBezTo>
                      <a:pt x="178" y="203"/>
                      <a:pt x="184" y="210"/>
                      <a:pt x="195" y="214"/>
                    </a:cubicBezTo>
                    <a:cubicBezTo>
                      <a:pt x="206" y="218"/>
                      <a:pt x="221" y="220"/>
                      <a:pt x="239" y="220"/>
                    </a:cubicBezTo>
                    <a:cubicBezTo>
                      <a:pt x="258" y="220"/>
                      <a:pt x="273" y="218"/>
                      <a:pt x="283" y="213"/>
                    </a:cubicBezTo>
                    <a:cubicBezTo>
                      <a:pt x="293" y="209"/>
                      <a:pt x="298" y="204"/>
                      <a:pt x="298" y="198"/>
                    </a:cubicBezTo>
                    <a:cubicBezTo>
                      <a:pt x="298" y="190"/>
                      <a:pt x="291" y="184"/>
                      <a:pt x="277" y="180"/>
                    </a:cubicBezTo>
                    <a:cubicBezTo>
                      <a:pt x="263" y="176"/>
                      <a:pt x="245" y="172"/>
                      <a:pt x="224" y="168"/>
                    </a:cubicBezTo>
                    <a:cubicBezTo>
                      <a:pt x="202" y="165"/>
                      <a:pt x="179" y="162"/>
                      <a:pt x="154" y="159"/>
                    </a:cubicBezTo>
                    <a:cubicBezTo>
                      <a:pt x="129" y="155"/>
                      <a:pt x="106" y="151"/>
                      <a:pt x="85" y="146"/>
                    </a:cubicBezTo>
                    <a:cubicBezTo>
                      <a:pt x="63" y="141"/>
                      <a:pt x="46" y="134"/>
                      <a:pt x="32" y="125"/>
                    </a:cubicBezTo>
                    <a:cubicBezTo>
                      <a:pt x="17" y="117"/>
                      <a:pt x="10" y="106"/>
                      <a:pt x="10" y="92"/>
                    </a:cubicBezTo>
                    <a:cubicBezTo>
                      <a:pt x="10" y="50"/>
                      <a:pt x="70" y="26"/>
                      <a:pt x="191" y="2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347" y="22"/>
                      <a:pt x="395" y="29"/>
                      <a:pt x="424" y="40"/>
                    </a:cubicBezTo>
                    <a:cubicBezTo>
                      <a:pt x="454" y="51"/>
                      <a:pt x="469" y="68"/>
                      <a:pt x="469" y="91"/>
                    </a:cubicBezTo>
                    <a:cubicBezTo>
                      <a:pt x="297" y="91"/>
                      <a:pt x="297" y="91"/>
                      <a:pt x="297" y="91"/>
                    </a:cubicBezTo>
                    <a:cubicBezTo>
                      <a:pt x="297" y="86"/>
                      <a:pt x="297" y="86"/>
                      <a:pt x="297" y="86"/>
                    </a:cubicBezTo>
                    <a:cubicBezTo>
                      <a:pt x="297" y="79"/>
                      <a:pt x="293" y="74"/>
                      <a:pt x="284" y="69"/>
                    </a:cubicBezTo>
                    <a:cubicBezTo>
                      <a:pt x="276" y="64"/>
                      <a:pt x="263" y="61"/>
                      <a:pt x="245" y="61"/>
                    </a:cubicBezTo>
                    <a:cubicBezTo>
                      <a:pt x="225" y="61"/>
                      <a:pt x="211" y="63"/>
                      <a:pt x="202" y="68"/>
                    </a:cubicBezTo>
                    <a:cubicBezTo>
                      <a:pt x="192" y="72"/>
                      <a:pt x="188" y="77"/>
                      <a:pt x="188" y="82"/>
                    </a:cubicBezTo>
                    <a:cubicBezTo>
                      <a:pt x="188" y="90"/>
                      <a:pt x="195" y="96"/>
                      <a:pt x="210" y="100"/>
                    </a:cubicBezTo>
                    <a:cubicBezTo>
                      <a:pt x="225" y="105"/>
                      <a:pt x="243" y="109"/>
                      <a:pt x="266" y="112"/>
                    </a:cubicBezTo>
                    <a:cubicBezTo>
                      <a:pt x="288" y="115"/>
                      <a:pt x="312" y="118"/>
                      <a:pt x="338" y="121"/>
                    </a:cubicBezTo>
                    <a:cubicBezTo>
                      <a:pt x="363" y="124"/>
                      <a:pt x="387" y="128"/>
                      <a:pt x="410" y="134"/>
                    </a:cubicBezTo>
                    <a:cubicBezTo>
                      <a:pt x="432" y="139"/>
                      <a:pt x="451" y="146"/>
                      <a:pt x="465" y="155"/>
                    </a:cubicBezTo>
                    <a:cubicBezTo>
                      <a:pt x="480" y="164"/>
                      <a:pt x="488" y="175"/>
                      <a:pt x="488" y="190"/>
                    </a:cubicBezTo>
                    <a:cubicBezTo>
                      <a:pt x="488" y="212"/>
                      <a:pt x="470" y="229"/>
                      <a:pt x="435" y="240"/>
                    </a:cubicBezTo>
                    <a:cubicBezTo>
                      <a:pt x="400" y="251"/>
                      <a:pt x="349" y="258"/>
                      <a:pt x="282" y="260"/>
                    </a:cubicBezTo>
                    <a:cubicBezTo>
                      <a:pt x="282" y="290"/>
                      <a:pt x="282" y="290"/>
                      <a:pt x="282" y="290"/>
                    </a:cubicBezTo>
                    <a:cubicBezTo>
                      <a:pt x="191" y="290"/>
                      <a:pt x="191" y="290"/>
                      <a:pt x="191" y="290"/>
                    </a:cubicBezTo>
                    <a:cubicBezTo>
                      <a:pt x="191" y="260"/>
                      <a:pt x="191" y="260"/>
                      <a:pt x="191" y="260"/>
                    </a:cubicBezTo>
                    <a:cubicBezTo>
                      <a:pt x="128" y="258"/>
                      <a:pt x="81" y="252"/>
                      <a:pt x="49" y="24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4" name="Group 103"/>
            <p:cNvGrpSpPr/>
            <p:nvPr/>
          </p:nvGrpSpPr>
          <p:grpSpPr>
            <a:xfrm>
              <a:off x="10264472" y="5907483"/>
              <a:ext cx="1713963" cy="764863"/>
              <a:chOff x="15201900" y="5965825"/>
              <a:chExt cx="3411537" cy="1522413"/>
            </a:xfrm>
          </p:grpSpPr>
          <p:sp>
            <p:nvSpPr>
              <p:cNvPr id="105" name="Freeform 50"/>
              <p:cNvSpPr>
                <a:spLocks/>
              </p:cNvSpPr>
              <p:nvPr/>
            </p:nvSpPr>
            <p:spPr bwMode="auto">
              <a:xfrm>
                <a:off x="15201900" y="6545263"/>
                <a:ext cx="3411537" cy="942975"/>
              </a:xfrm>
              <a:custGeom>
                <a:avLst/>
                <a:gdLst>
                  <a:gd name="T0" fmla="*/ 0 w 1585"/>
                  <a:gd name="T1" fmla="*/ 0 h 439"/>
                  <a:gd name="T2" fmla="*/ 0 w 1585"/>
                  <a:gd name="T3" fmla="*/ 170 h 439"/>
                  <a:gd name="T4" fmla="*/ 792 w 1585"/>
                  <a:gd name="T5" fmla="*/ 439 h 439"/>
                  <a:gd name="T6" fmla="*/ 1585 w 1585"/>
                  <a:gd name="T7" fmla="*/ 170 h 439"/>
                  <a:gd name="T8" fmla="*/ 1585 w 1585"/>
                  <a:gd name="T9" fmla="*/ 0 h 439"/>
                  <a:gd name="T10" fmla="*/ 0 w 1585"/>
                  <a:gd name="T11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5" h="439">
                    <a:moveTo>
                      <a:pt x="0" y="0"/>
                    </a:moveTo>
                    <a:cubicBezTo>
                      <a:pt x="0" y="170"/>
                      <a:pt x="0" y="170"/>
                      <a:pt x="0" y="170"/>
                    </a:cubicBezTo>
                    <a:cubicBezTo>
                      <a:pt x="0" y="319"/>
                      <a:pt x="354" y="439"/>
                      <a:pt x="792" y="439"/>
                    </a:cubicBezTo>
                    <a:cubicBezTo>
                      <a:pt x="1230" y="439"/>
                      <a:pt x="1585" y="319"/>
                      <a:pt x="1585" y="170"/>
                    </a:cubicBezTo>
                    <a:cubicBezTo>
                      <a:pt x="1585" y="0"/>
                      <a:pt x="1585" y="0"/>
                      <a:pt x="158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Oval 51"/>
              <p:cNvSpPr>
                <a:spLocks noChangeArrowheads="1"/>
              </p:cNvSpPr>
              <p:nvPr/>
            </p:nvSpPr>
            <p:spPr bwMode="auto">
              <a:xfrm>
                <a:off x="15201900" y="5965825"/>
                <a:ext cx="3411537" cy="11572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Oval 52"/>
              <p:cNvSpPr>
                <a:spLocks noChangeArrowheads="1"/>
              </p:cNvSpPr>
              <p:nvPr/>
            </p:nvSpPr>
            <p:spPr bwMode="auto">
              <a:xfrm>
                <a:off x="15517813" y="6073775"/>
                <a:ext cx="2776537" cy="94138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Freeform 53"/>
              <p:cNvSpPr>
                <a:spLocks/>
              </p:cNvSpPr>
              <p:nvPr/>
            </p:nvSpPr>
            <p:spPr bwMode="auto">
              <a:xfrm>
                <a:off x="16381413" y="6232525"/>
                <a:ext cx="1050925" cy="623888"/>
              </a:xfrm>
              <a:custGeom>
                <a:avLst/>
                <a:gdLst>
                  <a:gd name="T0" fmla="*/ 49 w 488"/>
                  <a:gd name="T1" fmla="*/ 242 h 290"/>
                  <a:gd name="T2" fmla="*/ 0 w 488"/>
                  <a:gd name="T3" fmla="*/ 196 h 290"/>
                  <a:gd name="T4" fmla="*/ 0 w 488"/>
                  <a:gd name="T5" fmla="*/ 187 h 290"/>
                  <a:gd name="T6" fmla="*/ 178 w 488"/>
                  <a:gd name="T7" fmla="*/ 187 h 290"/>
                  <a:gd name="T8" fmla="*/ 178 w 488"/>
                  <a:gd name="T9" fmla="*/ 193 h 290"/>
                  <a:gd name="T10" fmla="*/ 195 w 488"/>
                  <a:gd name="T11" fmla="*/ 214 h 290"/>
                  <a:gd name="T12" fmla="*/ 239 w 488"/>
                  <a:gd name="T13" fmla="*/ 220 h 290"/>
                  <a:gd name="T14" fmla="*/ 283 w 488"/>
                  <a:gd name="T15" fmla="*/ 213 h 290"/>
                  <a:gd name="T16" fmla="*/ 298 w 488"/>
                  <a:gd name="T17" fmla="*/ 198 h 290"/>
                  <a:gd name="T18" fmla="*/ 277 w 488"/>
                  <a:gd name="T19" fmla="*/ 180 h 290"/>
                  <a:gd name="T20" fmla="*/ 224 w 488"/>
                  <a:gd name="T21" fmla="*/ 168 h 290"/>
                  <a:gd name="T22" fmla="*/ 154 w 488"/>
                  <a:gd name="T23" fmla="*/ 159 h 290"/>
                  <a:gd name="T24" fmla="*/ 85 w 488"/>
                  <a:gd name="T25" fmla="*/ 146 h 290"/>
                  <a:gd name="T26" fmla="*/ 32 w 488"/>
                  <a:gd name="T27" fmla="*/ 125 h 290"/>
                  <a:gd name="T28" fmla="*/ 10 w 488"/>
                  <a:gd name="T29" fmla="*/ 92 h 290"/>
                  <a:gd name="T30" fmla="*/ 191 w 488"/>
                  <a:gd name="T31" fmla="*/ 20 h 290"/>
                  <a:gd name="T32" fmla="*/ 191 w 488"/>
                  <a:gd name="T33" fmla="*/ 0 h 290"/>
                  <a:gd name="T34" fmla="*/ 282 w 488"/>
                  <a:gd name="T35" fmla="*/ 0 h 290"/>
                  <a:gd name="T36" fmla="*/ 282 w 488"/>
                  <a:gd name="T37" fmla="*/ 20 h 290"/>
                  <a:gd name="T38" fmla="*/ 424 w 488"/>
                  <a:gd name="T39" fmla="*/ 40 h 290"/>
                  <a:gd name="T40" fmla="*/ 469 w 488"/>
                  <a:gd name="T41" fmla="*/ 91 h 290"/>
                  <a:gd name="T42" fmla="*/ 297 w 488"/>
                  <a:gd name="T43" fmla="*/ 91 h 290"/>
                  <a:gd name="T44" fmla="*/ 297 w 488"/>
                  <a:gd name="T45" fmla="*/ 86 h 290"/>
                  <a:gd name="T46" fmla="*/ 284 w 488"/>
                  <a:gd name="T47" fmla="*/ 69 h 290"/>
                  <a:gd name="T48" fmla="*/ 245 w 488"/>
                  <a:gd name="T49" fmla="*/ 61 h 290"/>
                  <a:gd name="T50" fmla="*/ 202 w 488"/>
                  <a:gd name="T51" fmla="*/ 68 h 290"/>
                  <a:gd name="T52" fmla="*/ 188 w 488"/>
                  <a:gd name="T53" fmla="*/ 82 h 290"/>
                  <a:gd name="T54" fmla="*/ 210 w 488"/>
                  <a:gd name="T55" fmla="*/ 100 h 290"/>
                  <a:gd name="T56" fmla="*/ 266 w 488"/>
                  <a:gd name="T57" fmla="*/ 112 h 290"/>
                  <a:gd name="T58" fmla="*/ 338 w 488"/>
                  <a:gd name="T59" fmla="*/ 121 h 290"/>
                  <a:gd name="T60" fmla="*/ 410 w 488"/>
                  <a:gd name="T61" fmla="*/ 134 h 290"/>
                  <a:gd name="T62" fmla="*/ 465 w 488"/>
                  <a:gd name="T63" fmla="*/ 155 h 290"/>
                  <a:gd name="T64" fmla="*/ 488 w 488"/>
                  <a:gd name="T65" fmla="*/ 190 h 290"/>
                  <a:gd name="T66" fmla="*/ 435 w 488"/>
                  <a:gd name="T67" fmla="*/ 240 h 290"/>
                  <a:gd name="T68" fmla="*/ 282 w 488"/>
                  <a:gd name="T69" fmla="*/ 260 h 290"/>
                  <a:gd name="T70" fmla="*/ 282 w 488"/>
                  <a:gd name="T71" fmla="*/ 290 h 290"/>
                  <a:gd name="T72" fmla="*/ 191 w 488"/>
                  <a:gd name="T73" fmla="*/ 290 h 290"/>
                  <a:gd name="T74" fmla="*/ 191 w 488"/>
                  <a:gd name="T75" fmla="*/ 260 h 290"/>
                  <a:gd name="T76" fmla="*/ 49 w 488"/>
                  <a:gd name="T77" fmla="*/ 242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88" h="290">
                    <a:moveTo>
                      <a:pt x="49" y="242"/>
                    </a:moveTo>
                    <a:cubicBezTo>
                      <a:pt x="17" y="233"/>
                      <a:pt x="0" y="217"/>
                      <a:pt x="0" y="196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178" y="187"/>
                      <a:pt x="178" y="187"/>
                      <a:pt x="178" y="187"/>
                    </a:cubicBezTo>
                    <a:cubicBezTo>
                      <a:pt x="178" y="193"/>
                      <a:pt x="178" y="193"/>
                      <a:pt x="178" y="193"/>
                    </a:cubicBezTo>
                    <a:cubicBezTo>
                      <a:pt x="178" y="203"/>
                      <a:pt x="184" y="210"/>
                      <a:pt x="195" y="214"/>
                    </a:cubicBezTo>
                    <a:cubicBezTo>
                      <a:pt x="206" y="218"/>
                      <a:pt x="221" y="220"/>
                      <a:pt x="239" y="220"/>
                    </a:cubicBezTo>
                    <a:cubicBezTo>
                      <a:pt x="258" y="220"/>
                      <a:pt x="273" y="218"/>
                      <a:pt x="283" y="213"/>
                    </a:cubicBezTo>
                    <a:cubicBezTo>
                      <a:pt x="293" y="209"/>
                      <a:pt x="298" y="204"/>
                      <a:pt x="298" y="198"/>
                    </a:cubicBezTo>
                    <a:cubicBezTo>
                      <a:pt x="298" y="190"/>
                      <a:pt x="291" y="184"/>
                      <a:pt x="277" y="180"/>
                    </a:cubicBezTo>
                    <a:cubicBezTo>
                      <a:pt x="263" y="176"/>
                      <a:pt x="245" y="172"/>
                      <a:pt x="224" y="168"/>
                    </a:cubicBezTo>
                    <a:cubicBezTo>
                      <a:pt x="202" y="165"/>
                      <a:pt x="179" y="162"/>
                      <a:pt x="154" y="159"/>
                    </a:cubicBezTo>
                    <a:cubicBezTo>
                      <a:pt x="129" y="155"/>
                      <a:pt x="106" y="151"/>
                      <a:pt x="85" y="146"/>
                    </a:cubicBezTo>
                    <a:cubicBezTo>
                      <a:pt x="63" y="141"/>
                      <a:pt x="46" y="134"/>
                      <a:pt x="32" y="125"/>
                    </a:cubicBezTo>
                    <a:cubicBezTo>
                      <a:pt x="17" y="117"/>
                      <a:pt x="10" y="106"/>
                      <a:pt x="10" y="92"/>
                    </a:cubicBezTo>
                    <a:cubicBezTo>
                      <a:pt x="10" y="50"/>
                      <a:pt x="70" y="26"/>
                      <a:pt x="191" y="2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347" y="22"/>
                      <a:pt x="395" y="29"/>
                      <a:pt x="424" y="40"/>
                    </a:cubicBezTo>
                    <a:cubicBezTo>
                      <a:pt x="454" y="51"/>
                      <a:pt x="469" y="68"/>
                      <a:pt x="469" y="91"/>
                    </a:cubicBezTo>
                    <a:cubicBezTo>
                      <a:pt x="297" y="91"/>
                      <a:pt x="297" y="91"/>
                      <a:pt x="297" y="91"/>
                    </a:cubicBezTo>
                    <a:cubicBezTo>
                      <a:pt x="297" y="86"/>
                      <a:pt x="297" y="86"/>
                      <a:pt x="297" y="86"/>
                    </a:cubicBezTo>
                    <a:cubicBezTo>
                      <a:pt x="297" y="79"/>
                      <a:pt x="293" y="74"/>
                      <a:pt x="284" y="69"/>
                    </a:cubicBezTo>
                    <a:cubicBezTo>
                      <a:pt x="276" y="64"/>
                      <a:pt x="263" y="61"/>
                      <a:pt x="245" y="61"/>
                    </a:cubicBezTo>
                    <a:cubicBezTo>
                      <a:pt x="225" y="61"/>
                      <a:pt x="211" y="63"/>
                      <a:pt x="202" y="68"/>
                    </a:cubicBezTo>
                    <a:cubicBezTo>
                      <a:pt x="192" y="72"/>
                      <a:pt x="188" y="77"/>
                      <a:pt x="188" y="82"/>
                    </a:cubicBezTo>
                    <a:cubicBezTo>
                      <a:pt x="188" y="90"/>
                      <a:pt x="195" y="96"/>
                      <a:pt x="210" y="100"/>
                    </a:cubicBezTo>
                    <a:cubicBezTo>
                      <a:pt x="225" y="105"/>
                      <a:pt x="243" y="109"/>
                      <a:pt x="266" y="112"/>
                    </a:cubicBezTo>
                    <a:cubicBezTo>
                      <a:pt x="288" y="115"/>
                      <a:pt x="312" y="118"/>
                      <a:pt x="338" y="121"/>
                    </a:cubicBezTo>
                    <a:cubicBezTo>
                      <a:pt x="363" y="124"/>
                      <a:pt x="387" y="128"/>
                      <a:pt x="410" y="134"/>
                    </a:cubicBezTo>
                    <a:cubicBezTo>
                      <a:pt x="432" y="139"/>
                      <a:pt x="451" y="146"/>
                      <a:pt x="465" y="155"/>
                    </a:cubicBezTo>
                    <a:cubicBezTo>
                      <a:pt x="480" y="164"/>
                      <a:pt x="488" y="175"/>
                      <a:pt x="488" y="190"/>
                    </a:cubicBezTo>
                    <a:cubicBezTo>
                      <a:pt x="488" y="212"/>
                      <a:pt x="470" y="229"/>
                      <a:pt x="435" y="240"/>
                    </a:cubicBezTo>
                    <a:cubicBezTo>
                      <a:pt x="400" y="251"/>
                      <a:pt x="349" y="258"/>
                      <a:pt x="282" y="260"/>
                    </a:cubicBezTo>
                    <a:cubicBezTo>
                      <a:pt x="282" y="290"/>
                      <a:pt x="282" y="290"/>
                      <a:pt x="282" y="290"/>
                    </a:cubicBezTo>
                    <a:cubicBezTo>
                      <a:pt x="191" y="290"/>
                      <a:pt x="191" y="290"/>
                      <a:pt x="191" y="290"/>
                    </a:cubicBezTo>
                    <a:cubicBezTo>
                      <a:pt x="191" y="260"/>
                      <a:pt x="191" y="260"/>
                      <a:pt x="191" y="260"/>
                    </a:cubicBezTo>
                    <a:cubicBezTo>
                      <a:pt x="128" y="258"/>
                      <a:pt x="81" y="252"/>
                      <a:pt x="49" y="24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10079566" y="5637283"/>
              <a:ext cx="1713963" cy="764863"/>
              <a:chOff x="15201900" y="5965825"/>
              <a:chExt cx="3411537" cy="1522413"/>
            </a:xfrm>
          </p:grpSpPr>
          <p:sp>
            <p:nvSpPr>
              <p:cNvPr id="110" name="Freeform 50"/>
              <p:cNvSpPr>
                <a:spLocks/>
              </p:cNvSpPr>
              <p:nvPr/>
            </p:nvSpPr>
            <p:spPr bwMode="auto">
              <a:xfrm>
                <a:off x="15201900" y="6545263"/>
                <a:ext cx="3411537" cy="942975"/>
              </a:xfrm>
              <a:custGeom>
                <a:avLst/>
                <a:gdLst>
                  <a:gd name="T0" fmla="*/ 0 w 1585"/>
                  <a:gd name="T1" fmla="*/ 0 h 439"/>
                  <a:gd name="T2" fmla="*/ 0 w 1585"/>
                  <a:gd name="T3" fmla="*/ 170 h 439"/>
                  <a:gd name="T4" fmla="*/ 792 w 1585"/>
                  <a:gd name="T5" fmla="*/ 439 h 439"/>
                  <a:gd name="T6" fmla="*/ 1585 w 1585"/>
                  <a:gd name="T7" fmla="*/ 170 h 439"/>
                  <a:gd name="T8" fmla="*/ 1585 w 1585"/>
                  <a:gd name="T9" fmla="*/ 0 h 439"/>
                  <a:gd name="T10" fmla="*/ 0 w 1585"/>
                  <a:gd name="T11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5" h="439">
                    <a:moveTo>
                      <a:pt x="0" y="0"/>
                    </a:moveTo>
                    <a:cubicBezTo>
                      <a:pt x="0" y="170"/>
                      <a:pt x="0" y="170"/>
                      <a:pt x="0" y="170"/>
                    </a:cubicBezTo>
                    <a:cubicBezTo>
                      <a:pt x="0" y="319"/>
                      <a:pt x="354" y="439"/>
                      <a:pt x="792" y="439"/>
                    </a:cubicBezTo>
                    <a:cubicBezTo>
                      <a:pt x="1230" y="439"/>
                      <a:pt x="1585" y="319"/>
                      <a:pt x="1585" y="170"/>
                    </a:cubicBezTo>
                    <a:cubicBezTo>
                      <a:pt x="1585" y="0"/>
                      <a:pt x="1585" y="0"/>
                      <a:pt x="158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Oval 51"/>
              <p:cNvSpPr>
                <a:spLocks noChangeArrowheads="1"/>
              </p:cNvSpPr>
              <p:nvPr/>
            </p:nvSpPr>
            <p:spPr bwMode="auto">
              <a:xfrm>
                <a:off x="15201900" y="5965825"/>
                <a:ext cx="3411537" cy="11572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Oval 52"/>
              <p:cNvSpPr>
                <a:spLocks noChangeArrowheads="1"/>
              </p:cNvSpPr>
              <p:nvPr/>
            </p:nvSpPr>
            <p:spPr bwMode="auto">
              <a:xfrm>
                <a:off x="15517813" y="6073775"/>
                <a:ext cx="2776537" cy="94138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Freeform 53"/>
              <p:cNvSpPr>
                <a:spLocks/>
              </p:cNvSpPr>
              <p:nvPr/>
            </p:nvSpPr>
            <p:spPr bwMode="auto">
              <a:xfrm>
                <a:off x="16381413" y="6232525"/>
                <a:ext cx="1050925" cy="623888"/>
              </a:xfrm>
              <a:custGeom>
                <a:avLst/>
                <a:gdLst>
                  <a:gd name="T0" fmla="*/ 49 w 488"/>
                  <a:gd name="T1" fmla="*/ 242 h 290"/>
                  <a:gd name="T2" fmla="*/ 0 w 488"/>
                  <a:gd name="T3" fmla="*/ 196 h 290"/>
                  <a:gd name="T4" fmla="*/ 0 w 488"/>
                  <a:gd name="T5" fmla="*/ 187 h 290"/>
                  <a:gd name="T6" fmla="*/ 178 w 488"/>
                  <a:gd name="T7" fmla="*/ 187 h 290"/>
                  <a:gd name="T8" fmla="*/ 178 w 488"/>
                  <a:gd name="T9" fmla="*/ 193 h 290"/>
                  <a:gd name="T10" fmla="*/ 195 w 488"/>
                  <a:gd name="T11" fmla="*/ 214 h 290"/>
                  <a:gd name="T12" fmla="*/ 239 w 488"/>
                  <a:gd name="T13" fmla="*/ 220 h 290"/>
                  <a:gd name="T14" fmla="*/ 283 w 488"/>
                  <a:gd name="T15" fmla="*/ 213 h 290"/>
                  <a:gd name="T16" fmla="*/ 298 w 488"/>
                  <a:gd name="T17" fmla="*/ 198 h 290"/>
                  <a:gd name="T18" fmla="*/ 277 w 488"/>
                  <a:gd name="T19" fmla="*/ 180 h 290"/>
                  <a:gd name="T20" fmla="*/ 224 w 488"/>
                  <a:gd name="T21" fmla="*/ 168 h 290"/>
                  <a:gd name="T22" fmla="*/ 154 w 488"/>
                  <a:gd name="T23" fmla="*/ 159 h 290"/>
                  <a:gd name="T24" fmla="*/ 85 w 488"/>
                  <a:gd name="T25" fmla="*/ 146 h 290"/>
                  <a:gd name="T26" fmla="*/ 32 w 488"/>
                  <a:gd name="T27" fmla="*/ 125 h 290"/>
                  <a:gd name="T28" fmla="*/ 10 w 488"/>
                  <a:gd name="T29" fmla="*/ 92 h 290"/>
                  <a:gd name="T30" fmla="*/ 191 w 488"/>
                  <a:gd name="T31" fmla="*/ 20 h 290"/>
                  <a:gd name="T32" fmla="*/ 191 w 488"/>
                  <a:gd name="T33" fmla="*/ 0 h 290"/>
                  <a:gd name="T34" fmla="*/ 282 w 488"/>
                  <a:gd name="T35" fmla="*/ 0 h 290"/>
                  <a:gd name="T36" fmla="*/ 282 w 488"/>
                  <a:gd name="T37" fmla="*/ 20 h 290"/>
                  <a:gd name="T38" fmla="*/ 424 w 488"/>
                  <a:gd name="T39" fmla="*/ 40 h 290"/>
                  <a:gd name="T40" fmla="*/ 469 w 488"/>
                  <a:gd name="T41" fmla="*/ 91 h 290"/>
                  <a:gd name="T42" fmla="*/ 297 w 488"/>
                  <a:gd name="T43" fmla="*/ 91 h 290"/>
                  <a:gd name="T44" fmla="*/ 297 w 488"/>
                  <a:gd name="T45" fmla="*/ 86 h 290"/>
                  <a:gd name="T46" fmla="*/ 284 w 488"/>
                  <a:gd name="T47" fmla="*/ 69 h 290"/>
                  <a:gd name="T48" fmla="*/ 245 w 488"/>
                  <a:gd name="T49" fmla="*/ 61 h 290"/>
                  <a:gd name="T50" fmla="*/ 202 w 488"/>
                  <a:gd name="T51" fmla="*/ 68 h 290"/>
                  <a:gd name="T52" fmla="*/ 188 w 488"/>
                  <a:gd name="T53" fmla="*/ 82 h 290"/>
                  <a:gd name="T54" fmla="*/ 210 w 488"/>
                  <a:gd name="T55" fmla="*/ 100 h 290"/>
                  <a:gd name="T56" fmla="*/ 266 w 488"/>
                  <a:gd name="T57" fmla="*/ 112 h 290"/>
                  <a:gd name="T58" fmla="*/ 338 w 488"/>
                  <a:gd name="T59" fmla="*/ 121 h 290"/>
                  <a:gd name="T60" fmla="*/ 410 w 488"/>
                  <a:gd name="T61" fmla="*/ 134 h 290"/>
                  <a:gd name="T62" fmla="*/ 465 w 488"/>
                  <a:gd name="T63" fmla="*/ 155 h 290"/>
                  <a:gd name="T64" fmla="*/ 488 w 488"/>
                  <a:gd name="T65" fmla="*/ 190 h 290"/>
                  <a:gd name="T66" fmla="*/ 435 w 488"/>
                  <a:gd name="T67" fmla="*/ 240 h 290"/>
                  <a:gd name="T68" fmla="*/ 282 w 488"/>
                  <a:gd name="T69" fmla="*/ 260 h 290"/>
                  <a:gd name="T70" fmla="*/ 282 w 488"/>
                  <a:gd name="T71" fmla="*/ 290 h 290"/>
                  <a:gd name="T72" fmla="*/ 191 w 488"/>
                  <a:gd name="T73" fmla="*/ 290 h 290"/>
                  <a:gd name="T74" fmla="*/ 191 w 488"/>
                  <a:gd name="T75" fmla="*/ 260 h 290"/>
                  <a:gd name="T76" fmla="*/ 49 w 488"/>
                  <a:gd name="T77" fmla="*/ 242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88" h="290">
                    <a:moveTo>
                      <a:pt x="49" y="242"/>
                    </a:moveTo>
                    <a:cubicBezTo>
                      <a:pt x="17" y="233"/>
                      <a:pt x="0" y="217"/>
                      <a:pt x="0" y="196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178" y="187"/>
                      <a:pt x="178" y="187"/>
                      <a:pt x="178" y="187"/>
                    </a:cubicBezTo>
                    <a:cubicBezTo>
                      <a:pt x="178" y="193"/>
                      <a:pt x="178" y="193"/>
                      <a:pt x="178" y="193"/>
                    </a:cubicBezTo>
                    <a:cubicBezTo>
                      <a:pt x="178" y="203"/>
                      <a:pt x="184" y="210"/>
                      <a:pt x="195" y="214"/>
                    </a:cubicBezTo>
                    <a:cubicBezTo>
                      <a:pt x="206" y="218"/>
                      <a:pt x="221" y="220"/>
                      <a:pt x="239" y="220"/>
                    </a:cubicBezTo>
                    <a:cubicBezTo>
                      <a:pt x="258" y="220"/>
                      <a:pt x="273" y="218"/>
                      <a:pt x="283" y="213"/>
                    </a:cubicBezTo>
                    <a:cubicBezTo>
                      <a:pt x="293" y="209"/>
                      <a:pt x="298" y="204"/>
                      <a:pt x="298" y="198"/>
                    </a:cubicBezTo>
                    <a:cubicBezTo>
                      <a:pt x="298" y="190"/>
                      <a:pt x="291" y="184"/>
                      <a:pt x="277" y="180"/>
                    </a:cubicBezTo>
                    <a:cubicBezTo>
                      <a:pt x="263" y="176"/>
                      <a:pt x="245" y="172"/>
                      <a:pt x="224" y="168"/>
                    </a:cubicBezTo>
                    <a:cubicBezTo>
                      <a:pt x="202" y="165"/>
                      <a:pt x="179" y="162"/>
                      <a:pt x="154" y="159"/>
                    </a:cubicBezTo>
                    <a:cubicBezTo>
                      <a:pt x="129" y="155"/>
                      <a:pt x="106" y="151"/>
                      <a:pt x="85" y="146"/>
                    </a:cubicBezTo>
                    <a:cubicBezTo>
                      <a:pt x="63" y="141"/>
                      <a:pt x="46" y="134"/>
                      <a:pt x="32" y="125"/>
                    </a:cubicBezTo>
                    <a:cubicBezTo>
                      <a:pt x="17" y="117"/>
                      <a:pt x="10" y="106"/>
                      <a:pt x="10" y="92"/>
                    </a:cubicBezTo>
                    <a:cubicBezTo>
                      <a:pt x="10" y="50"/>
                      <a:pt x="70" y="26"/>
                      <a:pt x="191" y="2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347" y="22"/>
                      <a:pt x="395" y="29"/>
                      <a:pt x="424" y="40"/>
                    </a:cubicBezTo>
                    <a:cubicBezTo>
                      <a:pt x="454" y="51"/>
                      <a:pt x="469" y="68"/>
                      <a:pt x="469" y="91"/>
                    </a:cubicBezTo>
                    <a:cubicBezTo>
                      <a:pt x="297" y="91"/>
                      <a:pt x="297" y="91"/>
                      <a:pt x="297" y="91"/>
                    </a:cubicBezTo>
                    <a:cubicBezTo>
                      <a:pt x="297" y="86"/>
                      <a:pt x="297" y="86"/>
                      <a:pt x="297" y="86"/>
                    </a:cubicBezTo>
                    <a:cubicBezTo>
                      <a:pt x="297" y="79"/>
                      <a:pt x="293" y="74"/>
                      <a:pt x="284" y="69"/>
                    </a:cubicBezTo>
                    <a:cubicBezTo>
                      <a:pt x="276" y="64"/>
                      <a:pt x="263" y="61"/>
                      <a:pt x="245" y="61"/>
                    </a:cubicBezTo>
                    <a:cubicBezTo>
                      <a:pt x="225" y="61"/>
                      <a:pt x="211" y="63"/>
                      <a:pt x="202" y="68"/>
                    </a:cubicBezTo>
                    <a:cubicBezTo>
                      <a:pt x="192" y="72"/>
                      <a:pt x="188" y="77"/>
                      <a:pt x="188" y="82"/>
                    </a:cubicBezTo>
                    <a:cubicBezTo>
                      <a:pt x="188" y="90"/>
                      <a:pt x="195" y="96"/>
                      <a:pt x="210" y="100"/>
                    </a:cubicBezTo>
                    <a:cubicBezTo>
                      <a:pt x="225" y="105"/>
                      <a:pt x="243" y="109"/>
                      <a:pt x="266" y="112"/>
                    </a:cubicBezTo>
                    <a:cubicBezTo>
                      <a:pt x="288" y="115"/>
                      <a:pt x="312" y="118"/>
                      <a:pt x="338" y="121"/>
                    </a:cubicBezTo>
                    <a:cubicBezTo>
                      <a:pt x="363" y="124"/>
                      <a:pt x="387" y="128"/>
                      <a:pt x="410" y="134"/>
                    </a:cubicBezTo>
                    <a:cubicBezTo>
                      <a:pt x="432" y="139"/>
                      <a:pt x="451" y="146"/>
                      <a:pt x="465" y="155"/>
                    </a:cubicBezTo>
                    <a:cubicBezTo>
                      <a:pt x="480" y="164"/>
                      <a:pt x="488" y="175"/>
                      <a:pt x="488" y="190"/>
                    </a:cubicBezTo>
                    <a:cubicBezTo>
                      <a:pt x="488" y="212"/>
                      <a:pt x="470" y="229"/>
                      <a:pt x="435" y="240"/>
                    </a:cubicBezTo>
                    <a:cubicBezTo>
                      <a:pt x="400" y="251"/>
                      <a:pt x="349" y="258"/>
                      <a:pt x="282" y="260"/>
                    </a:cubicBezTo>
                    <a:cubicBezTo>
                      <a:pt x="282" y="290"/>
                      <a:pt x="282" y="290"/>
                      <a:pt x="282" y="290"/>
                    </a:cubicBezTo>
                    <a:cubicBezTo>
                      <a:pt x="191" y="290"/>
                      <a:pt x="191" y="290"/>
                      <a:pt x="191" y="290"/>
                    </a:cubicBezTo>
                    <a:cubicBezTo>
                      <a:pt x="191" y="260"/>
                      <a:pt x="191" y="260"/>
                      <a:pt x="191" y="260"/>
                    </a:cubicBezTo>
                    <a:cubicBezTo>
                      <a:pt x="128" y="258"/>
                      <a:pt x="81" y="252"/>
                      <a:pt x="49" y="24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14" name="Group 113"/>
            <p:cNvGrpSpPr/>
            <p:nvPr/>
          </p:nvGrpSpPr>
          <p:grpSpPr>
            <a:xfrm>
              <a:off x="10178901" y="5344344"/>
              <a:ext cx="1713963" cy="764863"/>
              <a:chOff x="15201900" y="5965825"/>
              <a:chExt cx="3411537" cy="1522413"/>
            </a:xfrm>
          </p:grpSpPr>
          <p:sp>
            <p:nvSpPr>
              <p:cNvPr id="115" name="Freeform 50"/>
              <p:cNvSpPr>
                <a:spLocks/>
              </p:cNvSpPr>
              <p:nvPr/>
            </p:nvSpPr>
            <p:spPr bwMode="auto">
              <a:xfrm>
                <a:off x="15201900" y="6545263"/>
                <a:ext cx="3411537" cy="942975"/>
              </a:xfrm>
              <a:custGeom>
                <a:avLst/>
                <a:gdLst>
                  <a:gd name="T0" fmla="*/ 0 w 1585"/>
                  <a:gd name="T1" fmla="*/ 0 h 439"/>
                  <a:gd name="T2" fmla="*/ 0 w 1585"/>
                  <a:gd name="T3" fmla="*/ 170 h 439"/>
                  <a:gd name="T4" fmla="*/ 792 w 1585"/>
                  <a:gd name="T5" fmla="*/ 439 h 439"/>
                  <a:gd name="T6" fmla="*/ 1585 w 1585"/>
                  <a:gd name="T7" fmla="*/ 170 h 439"/>
                  <a:gd name="T8" fmla="*/ 1585 w 1585"/>
                  <a:gd name="T9" fmla="*/ 0 h 439"/>
                  <a:gd name="T10" fmla="*/ 0 w 1585"/>
                  <a:gd name="T11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5" h="439">
                    <a:moveTo>
                      <a:pt x="0" y="0"/>
                    </a:moveTo>
                    <a:cubicBezTo>
                      <a:pt x="0" y="170"/>
                      <a:pt x="0" y="170"/>
                      <a:pt x="0" y="170"/>
                    </a:cubicBezTo>
                    <a:cubicBezTo>
                      <a:pt x="0" y="319"/>
                      <a:pt x="354" y="439"/>
                      <a:pt x="792" y="439"/>
                    </a:cubicBezTo>
                    <a:cubicBezTo>
                      <a:pt x="1230" y="439"/>
                      <a:pt x="1585" y="319"/>
                      <a:pt x="1585" y="170"/>
                    </a:cubicBezTo>
                    <a:cubicBezTo>
                      <a:pt x="1585" y="0"/>
                      <a:pt x="1585" y="0"/>
                      <a:pt x="158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Oval 51"/>
              <p:cNvSpPr>
                <a:spLocks noChangeArrowheads="1"/>
              </p:cNvSpPr>
              <p:nvPr/>
            </p:nvSpPr>
            <p:spPr bwMode="auto">
              <a:xfrm>
                <a:off x="15201900" y="5965825"/>
                <a:ext cx="3411537" cy="11572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Oval 52"/>
              <p:cNvSpPr>
                <a:spLocks noChangeArrowheads="1"/>
              </p:cNvSpPr>
              <p:nvPr/>
            </p:nvSpPr>
            <p:spPr bwMode="auto">
              <a:xfrm>
                <a:off x="15517813" y="6073775"/>
                <a:ext cx="2776537" cy="94138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Freeform 53"/>
              <p:cNvSpPr>
                <a:spLocks/>
              </p:cNvSpPr>
              <p:nvPr/>
            </p:nvSpPr>
            <p:spPr bwMode="auto">
              <a:xfrm>
                <a:off x="16381413" y="6232525"/>
                <a:ext cx="1050925" cy="623888"/>
              </a:xfrm>
              <a:custGeom>
                <a:avLst/>
                <a:gdLst>
                  <a:gd name="T0" fmla="*/ 49 w 488"/>
                  <a:gd name="T1" fmla="*/ 242 h 290"/>
                  <a:gd name="T2" fmla="*/ 0 w 488"/>
                  <a:gd name="T3" fmla="*/ 196 h 290"/>
                  <a:gd name="T4" fmla="*/ 0 w 488"/>
                  <a:gd name="T5" fmla="*/ 187 h 290"/>
                  <a:gd name="T6" fmla="*/ 178 w 488"/>
                  <a:gd name="T7" fmla="*/ 187 h 290"/>
                  <a:gd name="T8" fmla="*/ 178 w 488"/>
                  <a:gd name="T9" fmla="*/ 193 h 290"/>
                  <a:gd name="T10" fmla="*/ 195 w 488"/>
                  <a:gd name="T11" fmla="*/ 214 h 290"/>
                  <a:gd name="T12" fmla="*/ 239 w 488"/>
                  <a:gd name="T13" fmla="*/ 220 h 290"/>
                  <a:gd name="T14" fmla="*/ 283 w 488"/>
                  <a:gd name="T15" fmla="*/ 213 h 290"/>
                  <a:gd name="T16" fmla="*/ 298 w 488"/>
                  <a:gd name="T17" fmla="*/ 198 h 290"/>
                  <a:gd name="T18" fmla="*/ 277 w 488"/>
                  <a:gd name="T19" fmla="*/ 180 h 290"/>
                  <a:gd name="T20" fmla="*/ 224 w 488"/>
                  <a:gd name="T21" fmla="*/ 168 h 290"/>
                  <a:gd name="T22" fmla="*/ 154 w 488"/>
                  <a:gd name="T23" fmla="*/ 159 h 290"/>
                  <a:gd name="T24" fmla="*/ 85 w 488"/>
                  <a:gd name="T25" fmla="*/ 146 h 290"/>
                  <a:gd name="T26" fmla="*/ 32 w 488"/>
                  <a:gd name="T27" fmla="*/ 125 h 290"/>
                  <a:gd name="T28" fmla="*/ 10 w 488"/>
                  <a:gd name="T29" fmla="*/ 92 h 290"/>
                  <a:gd name="T30" fmla="*/ 191 w 488"/>
                  <a:gd name="T31" fmla="*/ 20 h 290"/>
                  <a:gd name="T32" fmla="*/ 191 w 488"/>
                  <a:gd name="T33" fmla="*/ 0 h 290"/>
                  <a:gd name="T34" fmla="*/ 282 w 488"/>
                  <a:gd name="T35" fmla="*/ 0 h 290"/>
                  <a:gd name="T36" fmla="*/ 282 w 488"/>
                  <a:gd name="T37" fmla="*/ 20 h 290"/>
                  <a:gd name="T38" fmla="*/ 424 w 488"/>
                  <a:gd name="T39" fmla="*/ 40 h 290"/>
                  <a:gd name="T40" fmla="*/ 469 w 488"/>
                  <a:gd name="T41" fmla="*/ 91 h 290"/>
                  <a:gd name="T42" fmla="*/ 297 w 488"/>
                  <a:gd name="T43" fmla="*/ 91 h 290"/>
                  <a:gd name="T44" fmla="*/ 297 w 488"/>
                  <a:gd name="T45" fmla="*/ 86 h 290"/>
                  <a:gd name="T46" fmla="*/ 284 w 488"/>
                  <a:gd name="T47" fmla="*/ 69 h 290"/>
                  <a:gd name="T48" fmla="*/ 245 w 488"/>
                  <a:gd name="T49" fmla="*/ 61 h 290"/>
                  <a:gd name="T50" fmla="*/ 202 w 488"/>
                  <a:gd name="T51" fmla="*/ 68 h 290"/>
                  <a:gd name="T52" fmla="*/ 188 w 488"/>
                  <a:gd name="T53" fmla="*/ 82 h 290"/>
                  <a:gd name="T54" fmla="*/ 210 w 488"/>
                  <a:gd name="T55" fmla="*/ 100 h 290"/>
                  <a:gd name="T56" fmla="*/ 266 w 488"/>
                  <a:gd name="T57" fmla="*/ 112 h 290"/>
                  <a:gd name="T58" fmla="*/ 338 w 488"/>
                  <a:gd name="T59" fmla="*/ 121 h 290"/>
                  <a:gd name="T60" fmla="*/ 410 w 488"/>
                  <a:gd name="T61" fmla="*/ 134 h 290"/>
                  <a:gd name="T62" fmla="*/ 465 w 488"/>
                  <a:gd name="T63" fmla="*/ 155 h 290"/>
                  <a:gd name="T64" fmla="*/ 488 w 488"/>
                  <a:gd name="T65" fmla="*/ 190 h 290"/>
                  <a:gd name="T66" fmla="*/ 435 w 488"/>
                  <a:gd name="T67" fmla="*/ 240 h 290"/>
                  <a:gd name="T68" fmla="*/ 282 w 488"/>
                  <a:gd name="T69" fmla="*/ 260 h 290"/>
                  <a:gd name="T70" fmla="*/ 282 w 488"/>
                  <a:gd name="T71" fmla="*/ 290 h 290"/>
                  <a:gd name="T72" fmla="*/ 191 w 488"/>
                  <a:gd name="T73" fmla="*/ 290 h 290"/>
                  <a:gd name="T74" fmla="*/ 191 w 488"/>
                  <a:gd name="T75" fmla="*/ 260 h 290"/>
                  <a:gd name="T76" fmla="*/ 49 w 488"/>
                  <a:gd name="T77" fmla="*/ 242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88" h="290">
                    <a:moveTo>
                      <a:pt x="49" y="242"/>
                    </a:moveTo>
                    <a:cubicBezTo>
                      <a:pt x="17" y="233"/>
                      <a:pt x="0" y="217"/>
                      <a:pt x="0" y="196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178" y="187"/>
                      <a:pt x="178" y="187"/>
                      <a:pt x="178" y="187"/>
                    </a:cubicBezTo>
                    <a:cubicBezTo>
                      <a:pt x="178" y="193"/>
                      <a:pt x="178" y="193"/>
                      <a:pt x="178" y="193"/>
                    </a:cubicBezTo>
                    <a:cubicBezTo>
                      <a:pt x="178" y="203"/>
                      <a:pt x="184" y="210"/>
                      <a:pt x="195" y="214"/>
                    </a:cubicBezTo>
                    <a:cubicBezTo>
                      <a:pt x="206" y="218"/>
                      <a:pt x="221" y="220"/>
                      <a:pt x="239" y="220"/>
                    </a:cubicBezTo>
                    <a:cubicBezTo>
                      <a:pt x="258" y="220"/>
                      <a:pt x="273" y="218"/>
                      <a:pt x="283" y="213"/>
                    </a:cubicBezTo>
                    <a:cubicBezTo>
                      <a:pt x="293" y="209"/>
                      <a:pt x="298" y="204"/>
                      <a:pt x="298" y="198"/>
                    </a:cubicBezTo>
                    <a:cubicBezTo>
                      <a:pt x="298" y="190"/>
                      <a:pt x="291" y="184"/>
                      <a:pt x="277" y="180"/>
                    </a:cubicBezTo>
                    <a:cubicBezTo>
                      <a:pt x="263" y="176"/>
                      <a:pt x="245" y="172"/>
                      <a:pt x="224" y="168"/>
                    </a:cubicBezTo>
                    <a:cubicBezTo>
                      <a:pt x="202" y="165"/>
                      <a:pt x="179" y="162"/>
                      <a:pt x="154" y="159"/>
                    </a:cubicBezTo>
                    <a:cubicBezTo>
                      <a:pt x="129" y="155"/>
                      <a:pt x="106" y="151"/>
                      <a:pt x="85" y="146"/>
                    </a:cubicBezTo>
                    <a:cubicBezTo>
                      <a:pt x="63" y="141"/>
                      <a:pt x="46" y="134"/>
                      <a:pt x="32" y="125"/>
                    </a:cubicBezTo>
                    <a:cubicBezTo>
                      <a:pt x="17" y="117"/>
                      <a:pt x="10" y="106"/>
                      <a:pt x="10" y="92"/>
                    </a:cubicBezTo>
                    <a:cubicBezTo>
                      <a:pt x="10" y="50"/>
                      <a:pt x="70" y="26"/>
                      <a:pt x="191" y="2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347" y="22"/>
                      <a:pt x="395" y="29"/>
                      <a:pt x="424" y="40"/>
                    </a:cubicBezTo>
                    <a:cubicBezTo>
                      <a:pt x="454" y="51"/>
                      <a:pt x="469" y="68"/>
                      <a:pt x="469" y="91"/>
                    </a:cubicBezTo>
                    <a:cubicBezTo>
                      <a:pt x="297" y="91"/>
                      <a:pt x="297" y="91"/>
                      <a:pt x="297" y="91"/>
                    </a:cubicBezTo>
                    <a:cubicBezTo>
                      <a:pt x="297" y="86"/>
                      <a:pt x="297" y="86"/>
                      <a:pt x="297" y="86"/>
                    </a:cubicBezTo>
                    <a:cubicBezTo>
                      <a:pt x="297" y="79"/>
                      <a:pt x="293" y="74"/>
                      <a:pt x="284" y="69"/>
                    </a:cubicBezTo>
                    <a:cubicBezTo>
                      <a:pt x="276" y="64"/>
                      <a:pt x="263" y="61"/>
                      <a:pt x="245" y="61"/>
                    </a:cubicBezTo>
                    <a:cubicBezTo>
                      <a:pt x="225" y="61"/>
                      <a:pt x="211" y="63"/>
                      <a:pt x="202" y="68"/>
                    </a:cubicBezTo>
                    <a:cubicBezTo>
                      <a:pt x="192" y="72"/>
                      <a:pt x="188" y="77"/>
                      <a:pt x="188" y="82"/>
                    </a:cubicBezTo>
                    <a:cubicBezTo>
                      <a:pt x="188" y="90"/>
                      <a:pt x="195" y="96"/>
                      <a:pt x="210" y="100"/>
                    </a:cubicBezTo>
                    <a:cubicBezTo>
                      <a:pt x="225" y="105"/>
                      <a:pt x="243" y="109"/>
                      <a:pt x="266" y="112"/>
                    </a:cubicBezTo>
                    <a:cubicBezTo>
                      <a:pt x="288" y="115"/>
                      <a:pt x="312" y="118"/>
                      <a:pt x="338" y="121"/>
                    </a:cubicBezTo>
                    <a:cubicBezTo>
                      <a:pt x="363" y="124"/>
                      <a:pt x="387" y="128"/>
                      <a:pt x="410" y="134"/>
                    </a:cubicBezTo>
                    <a:cubicBezTo>
                      <a:pt x="432" y="139"/>
                      <a:pt x="451" y="146"/>
                      <a:pt x="465" y="155"/>
                    </a:cubicBezTo>
                    <a:cubicBezTo>
                      <a:pt x="480" y="164"/>
                      <a:pt x="488" y="175"/>
                      <a:pt x="488" y="190"/>
                    </a:cubicBezTo>
                    <a:cubicBezTo>
                      <a:pt x="488" y="212"/>
                      <a:pt x="470" y="229"/>
                      <a:pt x="435" y="240"/>
                    </a:cubicBezTo>
                    <a:cubicBezTo>
                      <a:pt x="400" y="251"/>
                      <a:pt x="349" y="258"/>
                      <a:pt x="282" y="260"/>
                    </a:cubicBezTo>
                    <a:cubicBezTo>
                      <a:pt x="282" y="290"/>
                      <a:pt x="282" y="290"/>
                      <a:pt x="282" y="290"/>
                    </a:cubicBezTo>
                    <a:cubicBezTo>
                      <a:pt x="191" y="290"/>
                      <a:pt x="191" y="290"/>
                      <a:pt x="191" y="290"/>
                    </a:cubicBezTo>
                    <a:cubicBezTo>
                      <a:pt x="191" y="260"/>
                      <a:pt x="191" y="260"/>
                      <a:pt x="191" y="260"/>
                    </a:cubicBezTo>
                    <a:cubicBezTo>
                      <a:pt x="128" y="258"/>
                      <a:pt x="81" y="252"/>
                      <a:pt x="49" y="24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19" name="Group 118"/>
            <p:cNvGrpSpPr/>
            <p:nvPr/>
          </p:nvGrpSpPr>
          <p:grpSpPr>
            <a:xfrm>
              <a:off x="10260878" y="5059362"/>
              <a:ext cx="1713963" cy="764863"/>
              <a:chOff x="15201900" y="5965825"/>
              <a:chExt cx="3411537" cy="1522413"/>
            </a:xfrm>
          </p:grpSpPr>
          <p:sp>
            <p:nvSpPr>
              <p:cNvPr id="120" name="Freeform 50"/>
              <p:cNvSpPr>
                <a:spLocks/>
              </p:cNvSpPr>
              <p:nvPr/>
            </p:nvSpPr>
            <p:spPr bwMode="auto">
              <a:xfrm>
                <a:off x="15201900" y="6545263"/>
                <a:ext cx="3411537" cy="942975"/>
              </a:xfrm>
              <a:custGeom>
                <a:avLst/>
                <a:gdLst>
                  <a:gd name="T0" fmla="*/ 0 w 1585"/>
                  <a:gd name="T1" fmla="*/ 0 h 439"/>
                  <a:gd name="T2" fmla="*/ 0 w 1585"/>
                  <a:gd name="T3" fmla="*/ 170 h 439"/>
                  <a:gd name="T4" fmla="*/ 792 w 1585"/>
                  <a:gd name="T5" fmla="*/ 439 h 439"/>
                  <a:gd name="T6" fmla="*/ 1585 w 1585"/>
                  <a:gd name="T7" fmla="*/ 170 h 439"/>
                  <a:gd name="T8" fmla="*/ 1585 w 1585"/>
                  <a:gd name="T9" fmla="*/ 0 h 439"/>
                  <a:gd name="T10" fmla="*/ 0 w 1585"/>
                  <a:gd name="T11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5" h="439">
                    <a:moveTo>
                      <a:pt x="0" y="0"/>
                    </a:moveTo>
                    <a:cubicBezTo>
                      <a:pt x="0" y="170"/>
                      <a:pt x="0" y="170"/>
                      <a:pt x="0" y="170"/>
                    </a:cubicBezTo>
                    <a:cubicBezTo>
                      <a:pt x="0" y="319"/>
                      <a:pt x="354" y="439"/>
                      <a:pt x="792" y="439"/>
                    </a:cubicBezTo>
                    <a:cubicBezTo>
                      <a:pt x="1230" y="439"/>
                      <a:pt x="1585" y="319"/>
                      <a:pt x="1585" y="170"/>
                    </a:cubicBezTo>
                    <a:cubicBezTo>
                      <a:pt x="1585" y="0"/>
                      <a:pt x="1585" y="0"/>
                      <a:pt x="158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Oval 51"/>
              <p:cNvSpPr>
                <a:spLocks noChangeArrowheads="1"/>
              </p:cNvSpPr>
              <p:nvPr/>
            </p:nvSpPr>
            <p:spPr bwMode="auto">
              <a:xfrm>
                <a:off x="15201900" y="5965825"/>
                <a:ext cx="3411537" cy="11572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Oval 52"/>
              <p:cNvSpPr>
                <a:spLocks noChangeArrowheads="1"/>
              </p:cNvSpPr>
              <p:nvPr/>
            </p:nvSpPr>
            <p:spPr bwMode="auto">
              <a:xfrm>
                <a:off x="15517813" y="6073775"/>
                <a:ext cx="2776537" cy="94138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Freeform 53"/>
              <p:cNvSpPr>
                <a:spLocks/>
              </p:cNvSpPr>
              <p:nvPr/>
            </p:nvSpPr>
            <p:spPr bwMode="auto">
              <a:xfrm>
                <a:off x="16381413" y="6232525"/>
                <a:ext cx="1050925" cy="623888"/>
              </a:xfrm>
              <a:custGeom>
                <a:avLst/>
                <a:gdLst>
                  <a:gd name="T0" fmla="*/ 49 w 488"/>
                  <a:gd name="T1" fmla="*/ 242 h 290"/>
                  <a:gd name="T2" fmla="*/ 0 w 488"/>
                  <a:gd name="T3" fmla="*/ 196 h 290"/>
                  <a:gd name="T4" fmla="*/ 0 w 488"/>
                  <a:gd name="T5" fmla="*/ 187 h 290"/>
                  <a:gd name="T6" fmla="*/ 178 w 488"/>
                  <a:gd name="T7" fmla="*/ 187 h 290"/>
                  <a:gd name="T8" fmla="*/ 178 w 488"/>
                  <a:gd name="T9" fmla="*/ 193 h 290"/>
                  <a:gd name="T10" fmla="*/ 195 w 488"/>
                  <a:gd name="T11" fmla="*/ 214 h 290"/>
                  <a:gd name="T12" fmla="*/ 239 w 488"/>
                  <a:gd name="T13" fmla="*/ 220 h 290"/>
                  <a:gd name="T14" fmla="*/ 283 w 488"/>
                  <a:gd name="T15" fmla="*/ 213 h 290"/>
                  <a:gd name="T16" fmla="*/ 298 w 488"/>
                  <a:gd name="T17" fmla="*/ 198 h 290"/>
                  <a:gd name="T18" fmla="*/ 277 w 488"/>
                  <a:gd name="T19" fmla="*/ 180 h 290"/>
                  <a:gd name="T20" fmla="*/ 224 w 488"/>
                  <a:gd name="T21" fmla="*/ 168 h 290"/>
                  <a:gd name="T22" fmla="*/ 154 w 488"/>
                  <a:gd name="T23" fmla="*/ 159 h 290"/>
                  <a:gd name="T24" fmla="*/ 85 w 488"/>
                  <a:gd name="T25" fmla="*/ 146 h 290"/>
                  <a:gd name="T26" fmla="*/ 32 w 488"/>
                  <a:gd name="T27" fmla="*/ 125 h 290"/>
                  <a:gd name="T28" fmla="*/ 10 w 488"/>
                  <a:gd name="T29" fmla="*/ 92 h 290"/>
                  <a:gd name="T30" fmla="*/ 191 w 488"/>
                  <a:gd name="T31" fmla="*/ 20 h 290"/>
                  <a:gd name="T32" fmla="*/ 191 w 488"/>
                  <a:gd name="T33" fmla="*/ 0 h 290"/>
                  <a:gd name="T34" fmla="*/ 282 w 488"/>
                  <a:gd name="T35" fmla="*/ 0 h 290"/>
                  <a:gd name="T36" fmla="*/ 282 w 488"/>
                  <a:gd name="T37" fmla="*/ 20 h 290"/>
                  <a:gd name="T38" fmla="*/ 424 w 488"/>
                  <a:gd name="T39" fmla="*/ 40 h 290"/>
                  <a:gd name="T40" fmla="*/ 469 w 488"/>
                  <a:gd name="T41" fmla="*/ 91 h 290"/>
                  <a:gd name="T42" fmla="*/ 297 w 488"/>
                  <a:gd name="T43" fmla="*/ 91 h 290"/>
                  <a:gd name="T44" fmla="*/ 297 w 488"/>
                  <a:gd name="T45" fmla="*/ 86 h 290"/>
                  <a:gd name="T46" fmla="*/ 284 w 488"/>
                  <a:gd name="T47" fmla="*/ 69 h 290"/>
                  <a:gd name="T48" fmla="*/ 245 w 488"/>
                  <a:gd name="T49" fmla="*/ 61 h 290"/>
                  <a:gd name="T50" fmla="*/ 202 w 488"/>
                  <a:gd name="T51" fmla="*/ 68 h 290"/>
                  <a:gd name="T52" fmla="*/ 188 w 488"/>
                  <a:gd name="T53" fmla="*/ 82 h 290"/>
                  <a:gd name="T54" fmla="*/ 210 w 488"/>
                  <a:gd name="T55" fmla="*/ 100 h 290"/>
                  <a:gd name="T56" fmla="*/ 266 w 488"/>
                  <a:gd name="T57" fmla="*/ 112 h 290"/>
                  <a:gd name="T58" fmla="*/ 338 w 488"/>
                  <a:gd name="T59" fmla="*/ 121 h 290"/>
                  <a:gd name="T60" fmla="*/ 410 w 488"/>
                  <a:gd name="T61" fmla="*/ 134 h 290"/>
                  <a:gd name="T62" fmla="*/ 465 w 488"/>
                  <a:gd name="T63" fmla="*/ 155 h 290"/>
                  <a:gd name="T64" fmla="*/ 488 w 488"/>
                  <a:gd name="T65" fmla="*/ 190 h 290"/>
                  <a:gd name="T66" fmla="*/ 435 w 488"/>
                  <a:gd name="T67" fmla="*/ 240 h 290"/>
                  <a:gd name="T68" fmla="*/ 282 w 488"/>
                  <a:gd name="T69" fmla="*/ 260 h 290"/>
                  <a:gd name="T70" fmla="*/ 282 w 488"/>
                  <a:gd name="T71" fmla="*/ 290 h 290"/>
                  <a:gd name="T72" fmla="*/ 191 w 488"/>
                  <a:gd name="T73" fmla="*/ 290 h 290"/>
                  <a:gd name="T74" fmla="*/ 191 w 488"/>
                  <a:gd name="T75" fmla="*/ 260 h 290"/>
                  <a:gd name="T76" fmla="*/ 49 w 488"/>
                  <a:gd name="T77" fmla="*/ 242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88" h="290">
                    <a:moveTo>
                      <a:pt x="49" y="242"/>
                    </a:moveTo>
                    <a:cubicBezTo>
                      <a:pt x="17" y="233"/>
                      <a:pt x="0" y="217"/>
                      <a:pt x="0" y="196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178" y="187"/>
                      <a:pt x="178" y="187"/>
                      <a:pt x="178" y="187"/>
                    </a:cubicBezTo>
                    <a:cubicBezTo>
                      <a:pt x="178" y="193"/>
                      <a:pt x="178" y="193"/>
                      <a:pt x="178" y="193"/>
                    </a:cubicBezTo>
                    <a:cubicBezTo>
                      <a:pt x="178" y="203"/>
                      <a:pt x="184" y="210"/>
                      <a:pt x="195" y="214"/>
                    </a:cubicBezTo>
                    <a:cubicBezTo>
                      <a:pt x="206" y="218"/>
                      <a:pt x="221" y="220"/>
                      <a:pt x="239" y="220"/>
                    </a:cubicBezTo>
                    <a:cubicBezTo>
                      <a:pt x="258" y="220"/>
                      <a:pt x="273" y="218"/>
                      <a:pt x="283" y="213"/>
                    </a:cubicBezTo>
                    <a:cubicBezTo>
                      <a:pt x="293" y="209"/>
                      <a:pt x="298" y="204"/>
                      <a:pt x="298" y="198"/>
                    </a:cubicBezTo>
                    <a:cubicBezTo>
                      <a:pt x="298" y="190"/>
                      <a:pt x="291" y="184"/>
                      <a:pt x="277" y="180"/>
                    </a:cubicBezTo>
                    <a:cubicBezTo>
                      <a:pt x="263" y="176"/>
                      <a:pt x="245" y="172"/>
                      <a:pt x="224" y="168"/>
                    </a:cubicBezTo>
                    <a:cubicBezTo>
                      <a:pt x="202" y="165"/>
                      <a:pt x="179" y="162"/>
                      <a:pt x="154" y="159"/>
                    </a:cubicBezTo>
                    <a:cubicBezTo>
                      <a:pt x="129" y="155"/>
                      <a:pt x="106" y="151"/>
                      <a:pt x="85" y="146"/>
                    </a:cubicBezTo>
                    <a:cubicBezTo>
                      <a:pt x="63" y="141"/>
                      <a:pt x="46" y="134"/>
                      <a:pt x="32" y="125"/>
                    </a:cubicBezTo>
                    <a:cubicBezTo>
                      <a:pt x="17" y="117"/>
                      <a:pt x="10" y="106"/>
                      <a:pt x="10" y="92"/>
                    </a:cubicBezTo>
                    <a:cubicBezTo>
                      <a:pt x="10" y="50"/>
                      <a:pt x="70" y="26"/>
                      <a:pt x="191" y="2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347" y="22"/>
                      <a:pt x="395" y="29"/>
                      <a:pt x="424" y="40"/>
                    </a:cubicBezTo>
                    <a:cubicBezTo>
                      <a:pt x="454" y="51"/>
                      <a:pt x="469" y="68"/>
                      <a:pt x="469" y="91"/>
                    </a:cubicBezTo>
                    <a:cubicBezTo>
                      <a:pt x="297" y="91"/>
                      <a:pt x="297" y="91"/>
                      <a:pt x="297" y="91"/>
                    </a:cubicBezTo>
                    <a:cubicBezTo>
                      <a:pt x="297" y="86"/>
                      <a:pt x="297" y="86"/>
                      <a:pt x="297" y="86"/>
                    </a:cubicBezTo>
                    <a:cubicBezTo>
                      <a:pt x="297" y="79"/>
                      <a:pt x="293" y="74"/>
                      <a:pt x="284" y="69"/>
                    </a:cubicBezTo>
                    <a:cubicBezTo>
                      <a:pt x="276" y="64"/>
                      <a:pt x="263" y="61"/>
                      <a:pt x="245" y="61"/>
                    </a:cubicBezTo>
                    <a:cubicBezTo>
                      <a:pt x="225" y="61"/>
                      <a:pt x="211" y="63"/>
                      <a:pt x="202" y="68"/>
                    </a:cubicBezTo>
                    <a:cubicBezTo>
                      <a:pt x="192" y="72"/>
                      <a:pt x="188" y="77"/>
                      <a:pt x="188" y="82"/>
                    </a:cubicBezTo>
                    <a:cubicBezTo>
                      <a:pt x="188" y="90"/>
                      <a:pt x="195" y="96"/>
                      <a:pt x="210" y="100"/>
                    </a:cubicBezTo>
                    <a:cubicBezTo>
                      <a:pt x="225" y="105"/>
                      <a:pt x="243" y="109"/>
                      <a:pt x="266" y="112"/>
                    </a:cubicBezTo>
                    <a:cubicBezTo>
                      <a:pt x="288" y="115"/>
                      <a:pt x="312" y="118"/>
                      <a:pt x="338" y="121"/>
                    </a:cubicBezTo>
                    <a:cubicBezTo>
                      <a:pt x="363" y="124"/>
                      <a:pt x="387" y="128"/>
                      <a:pt x="410" y="134"/>
                    </a:cubicBezTo>
                    <a:cubicBezTo>
                      <a:pt x="432" y="139"/>
                      <a:pt x="451" y="146"/>
                      <a:pt x="465" y="155"/>
                    </a:cubicBezTo>
                    <a:cubicBezTo>
                      <a:pt x="480" y="164"/>
                      <a:pt x="488" y="175"/>
                      <a:pt x="488" y="190"/>
                    </a:cubicBezTo>
                    <a:cubicBezTo>
                      <a:pt x="488" y="212"/>
                      <a:pt x="470" y="229"/>
                      <a:pt x="435" y="240"/>
                    </a:cubicBezTo>
                    <a:cubicBezTo>
                      <a:pt x="400" y="251"/>
                      <a:pt x="349" y="258"/>
                      <a:pt x="282" y="260"/>
                    </a:cubicBezTo>
                    <a:cubicBezTo>
                      <a:pt x="282" y="290"/>
                      <a:pt x="282" y="290"/>
                      <a:pt x="282" y="290"/>
                    </a:cubicBezTo>
                    <a:cubicBezTo>
                      <a:pt x="191" y="290"/>
                      <a:pt x="191" y="290"/>
                      <a:pt x="191" y="290"/>
                    </a:cubicBezTo>
                    <a:cubicBezTo>
                      <a:pt x="191" y="260"/>
                      <a:pt x="191" y="260"/>
                      <a:pt x="191" y="260"/>
                    </a:cubicBezTo>
                    <a:cubicBezTo>
                      <a:pt x="128" y="258"/>
                      <a:pt x="81" y="252"/>
                      <a:pt x="49" y="24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4" name="Group 123"/>
            <p:cNvGrpSpPr/>
            <p:nvPr/>
          </p:nvGrpSpPr>
          <p:grpSpPr>
            <a:xfrm>
              <a:off x="10371672" y="4789093"/>
              <a:ext cx="1713963" cy="764863"/>
              <a:chOff x="15201900" y="5965825"/>
              <a:chExt cx="3411537" cy="1522413"/>
            </a:xfrm>
          </p:grpSpPr>
          <p:sp>
            <p:nvSpPr>
              <p:cNvPr id="125" name="Freeform 50"/>
              <p:cNvSpPr>
                <a:spLocks/>
              </p:cNvSpPr>
              <p:nvPr/>
            </p:nvSpPr>
            <p:spPr bwMode="auto">
              <a:xfrm>
                <a:off x="15201900" y="6545263"/>
                <a:ext cx="3411537" cy="942975"/>
              </a:xfrm>
              <a:custGeom>
                <a:avLst/>
                <a:gdLst>
                  <a:gd name="T0" fmla="*/ 0 w 1585"/>
                  <a:gd name="T1" fmla="*/ 0 h 439"/>
                  <a:gd name="T2" fmla="*/ 0 w 1585"/>
                  <a:gd name="T3" fmla="*/ 170 h 439"/>
                  <a:gd name="T4" fmla="*/ 792 w 1585"/>
                  <a:gd name="T5" fmla="*/ 439 h 439"/>
                  <a:gd name="T6" fmla="*/ 1585 w 1585"/>
                  <a:gd name="T7" fmla="*/ 170 h 439"/>
                  <a:gd name="T8" fmla="*/ 1585 w 1585"/>
                  <a:gd name="T9" fmla="*/ 0 h 439"/>
                  <a:gd name="T10" fmla="*/ 0 w 1585"/>
                  <a:gd name="T11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5" h="439">
                    <a:moveTo>
                      <a:pt x="0" y="0"/>
                    </a:moveTo>
                    <a:cubicBezTo>
                      <a:pt x="0" y="170"/>
                      <a:pt x="0" y="170"/>
                      <a:pt x="0" y="170"/>
                    </a:cubicBezTo>
                    <a:cubicBezTo>
                      <a:pt x="0" y="319"/>
                      <a:pt x="354" y="439"/>
                      <a:pt x="792" y="439"/>
                    </a:cubicBezTo>
                    <a:cubicBezTo>
                      <a:pt x="1230" y="439"/>
                      <a:pt x="1585" y="319"/>
                      <a:pt x="1585" y="170"/>
                    </a:cubicBezTo>
                    <a:cubicBezTo>
                      <a:pt x="1585" y="0"/>
                      <a:pt x="1585" y="0"/>
                      <a:pt x="158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Oval 51"/>
              <p:cNvSpPr>
                <a:spLocks noChangeArrowheads="1"/>
              </p:cNvSpPr>
              <p:nvPr/>
            </p:nvSpPr>
            <p:spPr bwMode="auto">
              <a:xfrm>
                <a:off x="15201900" y="5965825"/>
                <a:ext cx="3411537" cy="11572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Oval 52"/>
              <p:cNvSpPr>
                <a:spLocks noChangeArrowheads="1"/>
              </p:cNvSpPr>
              <p:nvPr/>
            </p:nvSpPr>
            <p:spPr bwMode="auto">
              <a:xfrm>
                <a:off x="15517813" y="6073775"/>
                <a:ext cx="2776537" cy="94138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Freeform 53"/>
              <p:cNvSpPr>
                <a:spLocks/>
              </p:cNvSpPr>
              <p:nvPr/>
            </p:nvSpPr>
            <p:spPr bwMode="auto">
              <a:xfrm>
                <a:off x="16381413" y="6232525"/>
                <a:ext cx="1050925" cy="623888"/>
              </a:xfrm>
              <a:custGeom>
                <a:avLst/>
                <a:gdLst>
                  <a:gd name="T0" fmla="*/ 49 w 488"/>
                  <a:gd name="T1" fmla="*/ 242 h 290"/>
                  <a:gd name="T2" fmla="*/ 0 w 488"/>
                  <a:gd name="T3" fmla="*/ 196 h 290"/>
                  <a:gd name="T4" fmla="*/ 0 w 488"/>
                  <a:gd name="T5" fmla="*/ 187 h 290"/>
                  <a:gd name="T6" fmla="*/ 178 w 488"/>
                  <a:gd name="T7" fmla="*/ 187 h 290"/>
                  <a:gd name="T8" fmla="*/ 178 w 488"/>
                  <a:gd name="T9" fmla="*/ 193 h 290"/>
                  <a:gd name="T10" fmla="*/ 195 w 488"/>
                  <a:gd name="T11" fmla="*/ 214 h 290"/>
                  <a:gd name="T12" fmla="*/ 239 w 488"/>
                  <a:gd name="T13" fmla="*/ 220 h 290"/>
                  <a:gd name="T14" fmla="*/ 283 w 488"/>
                  <a:gd name="T15" fmla="*/ 213 h 290"/>
                  <a:gd name="T16" fmla="*/ 298 w 488"/>
                  <a:gd name="T17" fmla="*/ 198 h 290"/>
                  <a:gd name="T18" fmla="*/ 277 w 488"/>
                  <a:gd name="T19" fmla="*/ 180 h 290"/>
                  <a:gd name="T20" fmla="*/ 224 w 488"/>
                  <a:gd name="T21" fmla="*/ 168 h 290"/>
                  <a:gd name="T22" fmla="*/ 154 w 488"/>
                  <a:gd name="T23" fmla="*/ 159 h 290"/>
                  <a:gd name="T24" fmla="*/ 85 w 488"/>
                  <a:gd name="T25" fmla="*/ 146 h 290"/>
                  <a:gd name="T26" fmla="*/ 32 w 488"/>
                  <a:gd name="T27" fmla="*/ 125 h 290"/>
                  <a:gd name="T28" fmla="*/ 10 w 488"/>
                  <a:gd name="T29" fmla="*/ 92 h 290"/>
                  <a:gd name="T30" fmla="*/ 191 w 488"/>
                  <a:gd name="T31" fmla="*/ 20 h 290"/>
                  <a:gd name="T32" fmla="*/ 191 w 488"/>
                  <a:gd name="T33" fmla="*/ 0 h 290"/>
                  <a:gd name="T34" fmla="*/ 282 w 488"/>
                  <a:gd name="T35" fmla="*/ 0 h 290"/>
                  <a:gd name="T36" fmla="*/ 282 w 488"/>
                  <a:gd name="T37" fmla="*/ 20 h 290"/>
                  <a:gd name="T38" fmla="*/ 424 w 488"/>
                  <a:gd name="T39" fmla="*/ 40 h 290"/>
                  <a:gd name="T40" fmla="*/ 469 w 488"/>
                  <a:gd name="T41" fmla="*/ 91 h 290"/>
                  <a:gd name="T42" fmla="*/ 297 w 488"/>
                  <a:gd name="T43" fmla="*/ 91 h 290"/>
                  <a:gd name="T44" fmla="*/ 297 w 488"/>
                  <a:gd name="T45" fmla="*/ 86 h 290"/>
                  <a:gd name="T46" fmla="*/ 284 w 488"/>
                  <a:gd name="T47" fmla="*/ 69 h 290"/>
                  <a:gd name="T48" fmla="*/ 245 w 488"/>
                  <a:gd name="T49" fmla="*/ 61 h 290"/>
                  <a:gd name="T50" fmla="*/ 202 w 488"/>
                  <a:gd name="T51" fmla="*/ 68 h 290"/>
                  <a:gd name="T52" fmla="*/ 188 w 488"/>
                  <a:gd name="T53" fmla="*/ 82 h 290"/>
                  <a:gd name="T54" fmla="*/ 210 w 488"/>
                  <a:gd name="T55" fmla="*/ 100 h 290"/>
                  <a:gd name="T56" fmla="*/ 266 w 488"/>
                  <a:gd name="T57" fmla="*/ 112 h 290"/>
                  <a:gd name="T58" fmla="*/ 338 w 488"/>
                  <a:gd name="T59" fmla="*/ 121 h 290"/>
                  <a:gd name="T60" fmla="*/ 410 w 488"/>
                  <a:gd name="T61" fmla="*/ 134 h 290"/>
                  <a:gd name="T62" fmla="*/ 465 w 488"/>
                  <a:gd name="T63" fmla="*/ 155 h 290"/>
                  <a:gd name="T64" fmla="*/ 488 w 488"/>
                  <a:gd name="T65" fmla="*/ 190 h 290"/>
                  <a:gd name="T66" fmla="*/ 435 w 488"/>
                  <a:gd name="T67" fmla="*/ 240 h 290"/>
                  <a:gd name="T68" fmla="*/ 282 w 488"/>
                  <a:gd name="T69" fmla="*/ 260 h 290"/>
                  <a:gd name="T70" fmla="*/ 282 w 488"/>
                  <a:gd name="T71" fmla="*/ 290 h 290"/>
                  <a:gd name="T72" fmla="*/ 191 w 488"/>
                  <a:gd name="T73" fmla="*/ 290 h 290"/>
                  <a:gd name="T74" fmla="*/ 191 w 488"/>
                  <a:gd name="T75" fmla="*/ 260 h 290"/>
                  <a:gd name="T76" fmla="*/ 49 w 488"/>
                  <a:gd name="T77" fmla="*/ 242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88" h="290">
                    <a:moveTo>
                      <a:pt x="49" y="242"/>
                    </a:moveTo>
                    <a:cubicBezTo>
                      <a:pt x="17" y="233"/>
                      <a:pt x="0" y="217"/>
                      <a:pt x="0" y="196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178" y="187"/>
                      <a:pt x="178" y="187"/>
                      <a:pt x="178" y="187"/>
                    </a:cubicBezTo>
                    <a:cubicBezTo>
                      <a:pt x="178" y="193"/>
                      <a:pt x="178" y="193"/>
                      <a:pt x="178" y="193"/>
                    </a:cubicBezTo>
                    <a:cubicBezTo>
                      <a:pt x="178" y="203"/>
                      <a:pt x="184" y="210"/>
                      <a:pt x="195" y="214"/>
                    </a:cubicBezTo>
                    <a:cubicBezTo>
                      <a:pt x="206" y="218"/>
                      <a:pt x="221" y="220"/>
                      <a:pt x="239" y="220"/>
                    </a:cubicBezTo>
                    <a:cubicBezTo>
                      <a:pt x="258" y="220"/>
                      <a:pt x="273" y="218"/>
                      <a:pt x="283" y="213"/>
                    </a:cubicBezTo>
                    <a:cubicBezTo>
                      <a:pt x="293" y="209"/>
                      <a:pt x="298" y="204"/>
                      <a:pt x="298" y="198"/>
                    </a:cubicBezTo>
                    <a:cubicBezTo>
                      <a:pt x="298" y="190"/>
                      <a:pt x="291" y="184"/>
                      <a:pt x="277" y="180"/>
                    </a:cubicBezTo>
                    <a:cubicBezTo>
                      <a:pt x="263" y="176"/>
                      <a:pt x="245" y="172"/>
                      <a:pt x="224" y="168"/>
                    </a:cubicBezTo>
                    <a:cubicBezTo>
                      <a:pt x="202" y="165"/>
                      <a:pt x="179" y="162"/>
                      <a:pt x="154" y="159"/>
                    </a:cubicBezTo>
                    <a:cubicBezTo>
                      <a:pt x="129" y="155"/>
                      <a:pt x="106" y="151"/>
                      <a:pt x="85" y="146"/>
                    </a:cubicBezTo>
                    <a:cubicBezTo>
                      <a:pt x="63" y="141"/>
                      <a:pt x="46" y="134"/>
                      <a:pt x="32" y="125"/>
                    </a:cubicBezTo>
                    <a:cubicBezTo>
                      <a:pt x="17" y="117"/>
                      <a:pt x="10" y="106"/>
                      <a:pt x="10" y="92"/>
                    </a:cubicBezTo>
                    <a:cubicBezTo>
                      <a:pt x="10" y="50"/>
                      <a:pt x="70" y="26"/>
                      <a:pt x="191" y="2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347" y="22"/>
                      <a:pt x="395" y="29"/>
                      <a:pt x="424" y="40"/>
                    </a:cubicBezTo>
                    <a:cubicBezTo>
                      <a:pt x="454" y="51"/>
                      <a:pt x="469" y="68"/>
                      <a:pt x="469" y="91"/>
                    </a:cubicBezTo>
                    <a:cubicBezTo>
                      <a:pt x="297" y="91"/>
                      <a:pt x="297" y="91"/>
                      <a:pt x="297" y="91"/>
                    </a:cubicBezTo>
                    <a:cubicBezTo>
                      <a:pt x="297" y="86"/>
                      <a:pt x="297" y="86"/>
                      <a:pt x="297" y="86"/>
                    </a:cubicBezTo>
                    <a:cubicBezTo>
                      <a:pt x="297" y="79"/>
                      <a:pt x="293" y="74"/>
                      <a:pt x="284" y="69"/>
                    </a:cubicBezTo>
                    <a:cubicBezTo>
                      <a:pt x="276" y="64"/>
                      <a:pt x="263" y="61"/>
                      <a:pt x="245" y="61"/>
                    </a:cubicBezTo>
                    <a:cubicBezTo>
                      <a:pt x="225" y="61"/>
                      <a:pt x="211" y="63"/>
                      <a:pt x="202" y="68"/>
                    </a:cubicBezTo>
                    <a:cubicBezTo>
                      <a:pt x="192" y="72"/>
                      <a:pt x="188" y="77"/>
                      <a:pt x="188" y="82"/>
                    </a:cubicBezTo>
                    <a:cubicBezTo>
                      <a:pt x="188" y="90"/>
                      <a:pt x="195" y="96"/>
                      <a:pt x="210" y="100"/>
                    </a:cubicBezTo>
                    <a:cubicBezTo>
                      <a:pt x="225" y="105"/>
                      <a:pt x="243" y="109"/>
                      <a:pt x="266" y="112"/>
                    </a:cubicBezTo>
                    <a:cubicBezTo>
                      <a:pt x="288" y="115"/>
                      <a:pt x="312" y="118"/>
                      <a:pt x="338" y="121"/>
                    </a:cubicBezTo>
                    <a:cubicBezTo>
                      <a:pt x="363" y="124"/>
                      <a:pt x="387" y="128"/>
                      <a:pt x="410" y="134"/>
                    </a:cubicBezTo>
                    <a:cubicBezTo>
                      <a:pt x="432" y="139"/>
                      <a:pt x="451" y="146"/>
                      <a:pt x="465" y="155"/>
                    </a:cubicBezTo>
                    <a:cubicBezTo>
                      <a:pt x="480" y="164"/>
                      <a:pt x="488" y="175"/>
                      <a:pt x="488" y="190"/>
                    </a:cubicBezTo>
                    <a:cubicBezTo>
                      <a:pt x="488" y="212"/>
                      <a:pt x="470" y="229"/>
                      <a:pt x="435" y="240"/>
                    </a:cubicBezTo>
                    <a:cubicBezTo>
                      <a:pt x="400" y="251"/>
                      <a:pt x="349" y="258"/>
                      <a:pt x="282" y="260"/>
                    </a:cubicBezTo>
                    <a:cubicBezTo>
                      <a:pt x="282" y="290"/>
                      <a:pt x="282" y="290"/>
                      <a:pt x="282" y="290"/>
                    </a:cubicBezTo>
                    <a:cubicBezTo>
                      <a:pt x="191" y="290"/>
                      <a:pt x="191" y="290"/>
                      <a:pt x="191" y="290"/>
                    </a:cubicBezTo>
                    <a:cubicBezTo>
                      <a:pt x="191" y="260"/>
                      <a:pt x="191" y="260"/>
                      <a:pt x="191" y="260"/>
                    </a:cubicBezTo>
                    <a:cubicBezTo>
                      <a:pt x="128" y="258"/>
                      <a:pt x="81" y="252"/>
                      <a:pt x="49" y="24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9" name="Group 128"/>
            <p:cNvGrpSpPr/>
            <p:nvPr/>
          </p:nvGrpSpPr>
          <p:grpSpPr>
            <a:xfrm>
              <a:off x="10100594" y="4488848"/>
              <a:ext cx="1713963" cy="764863"/>
              <a:chOff x="15201900" y="5965825"/>
              <a:chExt cx="3411537" cy="1522413"/>
            </a:xfrm>
          </p:grpSpPr>
          <p:sp>
            <p:nvSpPr>
              <p:cNvPr id="130" name="Freeform 50"/>
              <p:cNvSpPr>
                <a:spLocks/>
              </p:cNvSpPr>
              <p:nvPr/>
            </p:nvSpPr>
            <p:spPr bwMode="auto">
              <a:xfrm>
                <a:off x="15201900" y="6545263"/>
                <a:ext cx="3411537" cy="942975"/>
              </a:xfrm>
              <a:custGeom>
                <a:avLst/>
                <a:gdLst>
                  <a:gd name="T0" fmla="*/ 0 w 1585"/>
                  <a:gd name="T1" fmla="*/ 0 h 439"/>
                  <a:gd name="T2" fmla="*/ 0 w 1585"/>
                  <a:gd name="T3" fmla="*/ 170 h 439"/>
                  <a:gd name="T4" fmla="*/ 792 w 1585"/>
                  <a:gd name="T5" fmla="*/ 439 h 439"/>
                  <a:gd name="T6" fmla="*/ 1585 w 1585"/>
                  <a:gd name="T7" fmla="*/ 170 h 439"/>
                  <a:gd name="T8" fmla="*/ 1585 w 1585"/>
                  <a:gd name="T9" fmla="*/ 0 h 439"/>
                  <a:gd name="T10" fmla="*/ 0 w 1585"/>
                  <a:gd name="T11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5" h="439">
                    <a:moveTo>
                      <a:pt x="0" y="0"/>
                    </a:moveTo>
                    <a:cubicBezTo>
                      <a:pt x="0" y="170"/>
                      <a:pt x="0" y="170"/>
                      <a:pt x="0" y="170"/>
                    </a:cubicBezTo>
                    <a:cubicBezTo>
                      <a:pt x="0" y="319"/>
                      <a:pt x="354" y="439"/>
                      <a:pt x="792" y="439"/>
                    </a:cubicBezTo>
                    <a:cubicBezTo>
                      <a:pt x="1230" y="439"/>
                      <a:pt x="1585" y="319"/>
                      <a:pt x="1585" y="170"/>
                    </a:cubicBezTo>
                    <a:cubicBezTo>
                      <a:pt x="1585" y="0"/>
                      <a:pt x="1585" y="0"/>
                      <a:pt x="158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Oval 51"/>
              <p:cNvSpPr>
                <a:spLocks noChangeArrowheads="1"/>
              </p:cNvSpPr>
              <p:nvPr/>
            </p:nvSpPr>
            <p:spPr bwMode="auto">
              <a:xfrm>
                <a:off x="15201900" y="5965825"/>
                <a:ext cx="3411537" cy="11572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Oval 52"/>
              <p:cNvSpPr>
                <a:spLocks noChangeArrowheads="1"/>
              </p:cNvSpPr>
              <p:nvPr/>
            </p:nvSpPr>
            <p:spPr bwMode="auto">
              <a:xfrm>
                <a:off x="15517813" y="6073775"/>
                <a:ext cx="2776537" cy="94138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Freeform 53"/>
              <p:cNvSpPr>
                <a:spLocks/>
              </p:cNvSpPr>
              <p:nvPr/>
            </p:nvSpPr>
            <p:spPr bwMode="auto">
              <a:xfrm>
                <a:off x="16381413" y="6232525"/>
                <a:ext cx="1050925" cy="623888"/>
              </a:xfrm>
              <a:custGeom>
                <a:avLst/>
                <a:gdLst>
                  <a:gd name="T0" fmla="*/ 49 w 488"/>
                  <a:gd name="T1" fmla="*/ 242 h 290"/>
                  <a:gd name="T2" fmla="*/ 0 w 488"/>
                  <a:gd name="T3" fmla="*/ 196 h 290"/>
                  <a:gd name="T4" fmla="*/ 0 w 488"/>
                  <a:gd name="T5" fmla="*/ 187 h 290"/>
                  <a:gd name="T6" fmla="*/ 178 w 488"/>
                  <a:gd name="T7" fmla="*/ 187 h 290"/>
                  <a:gd name="T8" fmla="*/ 178 w 488"/>
                  <a:gd name="T9" fmla="*/ 193 h 290"/>
                  <a:gd name="T10" fmla="*/ 195 w 488"/>
                  <a:gd name="T11" fmla="*/ 214 h 290"/>
                  <a:gd name="T12" fmla="*/ 239 w 488"/>
                  <a:gd name="T13" fmla="*/ 220 h 290"/>
                  <a:gd name="T14" fmla="*/ 283 w 488"/>
                  <a:gd name="T15" fmla="*/ 213 h 290"/>
                  <a:gd name="T16" fmla="*/ 298 w 488"/>
                  <a:gd name="T17" fmla="*/ 198 h 290"/>
                  <a:gd name="T18" fmla="*/ 277 w 488"/>
                  <a:gd name="T19" fmla="*/ 180 h 290"/>
                  <a:gd name="T20" fmla="*/ 224 w 488"/>
                  <a:gd name="T21" fmla="*/ 168 h 290"/>
                  <a:gd name="T22" fmla="*/ 154 w 488"/>
                  <a:gd name="T23" fmla="*/ 159 h 290"/>
                  <a:gd name="T24" fmla="*/ 85 w 488"/>
                  <a:gd name="T25" fmla="*/ 146 h 290"/>
                  <a:gd name="T26" fmla="*/ 32 w 488"/>
                  <a:gd name="T27" fmla="*/ 125 h 290"/>
                  <a:gd name="T28" fmla="*/ 10 w 488"/>
                  <a:gd name="T29" fmla="*/ 92 h 290"/>
                  <a:gd name="T30" fmla="*/ 191 w 488"/>
                  <a:gd name="T31" fmla="*/ 20 h 290"/>
                  <a:gd name="T32" fmla="*/ 191 w 488"/>
                  <a:gd name="T33" fmla="*/ 0 h 290"/>
                  <a:gd name="T34" fmla="*/ 282 w 488"/>
                  <a:gd name="T35" fmla="*/ 0 h 290"/>
                  <a:gd name="T36" fmla="*/ 282 w 488"/>
                  <a:gd name="T37" fmla="*/ 20 h 290"/>
                  <a:gd name="T38" fmla="*/ 424 w 488"/>
                  <a:gd name="T39" fmla="*/ 40 h 290"/>
                  <a:gd name="T40" fmla="*/ 469 w 488"/>
                  <a:gd name="T41" fmla="*/ 91 h 290"/>
                  <a:gd name="T42" fmla="*/ 297 w 488"/>
                  <a:gd name="T43" fmla="*/ 91 h 290"/>
                  <a:gd name="T44" fmla="*/ 297 w 488"/>
                  <a:gd name="T45" fmla="*/ 86 h 290"/>
                  <a:gd name="T46" fmla="*/ 284 w 488"/>
                  <a:gd name="T47" fmla="*/ 69 h 290"/>
                  <a:gd name="T48" fmla="*/ 245 w 488"/>
                  <a:gd name="T49" fmla="*/ 61 h 290"/>
                  <a:gd name="T50" fmla="*/ 202 w 488"/>
                  <a:gd name="T51" fmla="*/ 68 h 290"/>
                  <a:gd name="T52" fmla="*/ 188 w 488"/>
                  <a:gd name="T53" fmla="*/ 82 h 290"/>
                  <a:gd name="T54" fmla="*/ 210 w 488"/>
                  <a:gd name="T55" fmla="*/ 100 h 290"/>
                  <a:gd name="T56" fmla="*/ 266 w 488"/>
                  <a:gd name="T57" fmla="*/ 112 h 290"/>
                  <a:gd name="T58" fmla="*/ 338 w 488"/>
                  <a:gd name="T59" fmla="*/ 121 h 290"/>
                  <a:gd name="T60" fmla="*/ 410 w 488"/>
                  <a:gd name="T61" fmla="*/ 134 h 290"/>
                  <a:gd name="T62" fmla="*/ 465 w 488"/>
                  <a:gd name="T63" fmla="*/ 155 h 290"/>
                  <a:gd name="T64" fmla="*/ 488 w 488"/>
                  <a:gd name="T65" fmla="*/ 190 h 290"/>
                  <a:gd name="T66" fmla="*/ 435 w 488"/>
                  <a:gd name="T67" fmla="*/ 240 h 290"/>
                  <a:gd name="T68" fmla="*/ 282 w 488"/>
                  <a:gd name="T69" fmla="*/ 260 h 290"/>
                  <a:gd name="T70" fmla="*/ 282 w 488"/>
                  <a:gd name="T71" fmla="*/ 290 h 290"/>
                  <a:gd name="T72" fmla="*/ 191 w 488"/>
                  <a:gd name="T73" fmla="*/ 290 h 290"/>
                  <a:gd name="T74" fmla="*/ 191 w 488"/>
                  <a:gd name="T75" fmla="*/ 260 h 290"/>
                  <a:gd name="T76" fmla="*/ 49 w 488"/>
                  <a:gd name="T77" fmla="*/ 242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88" h="290">
                    <a:moveTo>
                      <a:pt x="49" y="242"/>
                    </a:moveTo>
                    <a:cubicBezTo>
                      <a:pt x="17" y="233"/>
                      <a:pt x="0" y="217"/>
                      <a:pt x="0" y="196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178" y="187"/>
                      <a:pt x="178" y="187"/>
                      <a:pt x="178" y="187"/>
                    </a:cubicBezTo>
                    <a:cubicBezTo>
                      <a:pt x="178" y="193"/>
                      <a:pt x="178" y="193"/>
                      <a:pt x="178" y="193"/>
                    </a:cubicBezTo>
                    <a:cubicBezTo>
                      <a:pt x="178" y="203"/>
                      <a:pt x="184" y="210"/>
                      <a:pt x="195" y="214"/>
                    </a:cubicBezTo>
                    <a:cubicBezTo>
                      <a:pt x="206" y="218"/>
                      <a:pt x="221" y="220"/>
                      <a:pt x="239" y="220"/>
                    </a:cubicBezTo>
                    <a:cubicBezTo>
                      <a:pt x="258" y="220"/>
                      <a:pt x="273" y="218"/>
                      <a:pt x="283" y="213"/>
                    </a:cubicBezTo>
                    <a:cubicBezTo>
                      <a:pt x="293" y="209"/>
                      <a:pt x="298" y="204"/>
                      <a:pt x="298" y="198"/>
                    </a:cubicBezTo>
                    <a:cubicBezTo>
                      <a:pt x="298" y="190"/>
                      <a:pt x="291" y="184"/>
                      <a:pt x="277" y="180"/>
                    </a:cubicBezTo>
                    <a:cubicBezTo>
                      <a:pt x="263" y="176"/>
                      <a:pt x="245" y="172"/>
                      <a:pt x="224" y="168"/>
                    </a:cubicBezTo>
                    <a:cubicBezTo>
                      <a:pt x="202" y="165"/>
                      <a:pt x="179" y="162"/>
                      <a:pt x="154" y="159"/>
                    </a:cubicBezTo>
                    <a:cubicBezTo>
                      <a:pt x="129" y="155"/>
                      <a:pt x="106" y="151"/>
                      <a:pt x="85" y="146"/>
                    </a:cubicBezTo>
                    <a:cubicBezTo>
                      <a:pt x="63" y="141"/>
                      <a:pt x="46" y="134"/>
                      <a:pt x="32" y="125"/>
                    </a:cubicBezTo>
                    <a:cubicBezTo>
                      <a:pt x="17" y="117"/>
                      <a:pt x="10" y="106"/>
                      <a:pt x="10" y="92"/>
                    </a:cubicBezTo>
                    <a:cubicBezTo>
                      <a:pt x="10" y="50"/>
                      <a:pt x="70" y="26"/>
                      <a:pt x="191" y="2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347" y="22"/>
                      <a:pt x="395" y="29"/>
                      <a:pt x="424" y="40"/>
                    </a:cubicBezTo>
                    <a:cubicBezTo>
                      <a:pt x="454" y="51"/>
                      <a:pt x="469" y="68"/>
                      <a:pt x="469" y="91"/>
                    </a:cubicBezTo>
                    <a:cubicBezTo>
                      <a:pt x="297" y="91"/>
                      <a:pt x="297" y="91"/>
                      <a:pt x="297" y="91"/>
                    </a:cubicBezTo>
                    <a:cubicBezTo>
                      <a:pt x="297" y="86"/>
                      <a:pt x="297" y="86"/>
                      <a:pt x="297" y="86"/>
                    </a:cubicBezTo>
                    <a:cubicBezTo>
                      <a:pt x="297" y="79"/>
                      <a:pt x="293" y="74"/>
                      <a:pt x="284" y="69"/>
                    </a:cubicBezTo>
                    <a:cubicBezTo>
                      <a:pt x="276" y="64"/>
                      <a:pt x="263" y="61"/>
                      <a:pt x="245" y="61"/>
                    </a:cubicBezTo>
                    <a:cubicBezTo>
                      <a:pt x="225" y="61"/>
                      <a:pt x="211" y="63"/>
                      <a:pt x="202" y="68"/>
                    </a:cubicBezTo>
                    <a:cubicBezTo>
                      <a:pt x="192" y="72"/>
                      <a:pt x="188" y="77"/>
                      <a:pt x="188" y="82"/>
                    </a:cubicBezTo>
                    <a:cubicBezTo>
                      <a:pt x="188" y="90"/>
                      <a:pt x="195" y="96"/>
                      <a:pt x="210" y="100"/>
                    </a:cubicBezTo>
                    <a:cubicBezTo>
                      <a:pt x="225" y="105"/>
                      <a:pt x="243" y="109"/>
                      <a:pt x="266" y="112"/>
                    </a:cubicBezTo>
                    <a:cubicBezTo>
                      <a:pt x="288" y="115"/>
                      <a:pt x="312" y="118"/>
                      <a:pt x="338" y="121"/>
                    </a:cubicBezTo>
                    <a:cubicBezTo>
                      <a:pt x="363" y="124"/>
                      <a:pt x="387" y="128"/>
                      <a:pt x="410" y="134"/>
                    </a:cubicBezTo>
                    <a:cubicBezTo>
                      <a:pt x="432" y="139"/>
                      <a:pt x="451" y="146"/>
                      <a:pt x="465" y="155"/>
                    </a:cubicBezTo>
                    <a:cubicBezTo>
                      <a:pt x="480" y="164"/>
                      <a:pt x="488" y="175"/>
                      <a:pt x="488" y="190"/>
                    </a:cubicBezTo>
                    <a:cubicBezTo>
                      <a:pt x="488" y="212"/>
                      <a:pt x="470" y="229"/>
                      <a:pt x="435" y="240"/>
                    </a:cubicBezTo>
                    <a:cubicBezTo>
                      <a:pt x="400" y="251"/>
                      <a:pt x="349" y="258"/>
                      <a:pt x="282" y="260"/>
                    </a:cubicBezTo>
                    <a:cubicBezTo>
                      <a:pt x="282" y="290"/>
                      <a:pt x="282" y="290"/>
                      <a:pt x="282" y="290"/>
                    </a:cubicBezTo>
                    <a:cubicBezTo>
                      <a:pt x="191" y="290"/>
                      <a:pt x="191" y="290"/>
                      <a:pt x="191" y="290"/>
                    </a:cubicBezTo>
                    <a:cubicBezTo>
                      <a:pt x="191" y="260"/>
                      <a:pt x="191" y="260"/>
                      <a:pt x="191" y="260"/>
                    </a:cubicBezTo>
                    <a:cubicBezTo>
                      <a:pt x="128" y="258"/>
                      <a:pt x="81" y="252"/>
                      <a:pt x="49" y="24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34" name="Group 133"/>
            <p:cNvGrpSpPr/>
            <p:nvPr/>
          </p:nvGrpSpPr>
          <p:grpSpPr>
            <a:xfrm>
              <a:off x="10259310" y="4208732"/>
              <a:ext cx="1713963" cy="764863"/>
              <a:chOff x="15201900" y="5965825"/>
              <a:chExt cx="3411537" cy="1522413"/>
            </a:xfrm>
          </p:grpSpPr>
          <p:sp>
            <p:nvSpPr>
              <p:cNvPr id="135" name="Freeform 50"/>
              <p:cNvSpPr>
                <a:spLocks/>
              </p:cNvSpPr>
              <p:nvPr/>
            </p:nvSpPr>
            <p:spPr bwMode="auto">
              <a:xfrm>
                <a:off x="15201900" y="6545263"/>
                <a:ext cx="3411537" cy="942975"/>
              </a:xfrm>
              <a:custGeom>
                <a:avLst/>
                <a:gdLst>
                  <a:gd name="T0" fmla="*/ 0 w 1585"/>
                  <a:gd name="T1" fmla="*/ 0 h 439"/>
                  <a:gd name="T2" fmla="*/ 0 w 1585"/>
                  <a:gd name="T3" fmla="*/ 170 h 439"/>
                  <a:gd name="T4" fmla="*/ 792 w 1585"/>
                  <a:gd name="T5" fmla="*/ 439 h 439"/>
                  <a:gd name="T6" fmla="*/ 1585 w 1585"/>
                  <a:gd name="T7" fmla="*/ 170 h 439"/>
                  <a:gd name="T8" fmla="*/ 1585 w 1585"/>
                  <a:gd name="T9" fmla="*/ 0 h 439"/>
                  <a:gd name="T10" fmla="*/ 0 w 1585"/>
                  <a:gd name="T11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5" h="439">
                    <a:moveTo>
                      <a:pt x="0" y="0"/>
                    </a:moveTo>
                    <a:cubicBezTo>
                      <a:pt x="0" y="170"/>
                      <a:pt x="0" y="170"/>
                      <a:pt x="0" y="170"/>
                    </a:cubicBezTo>
                    <a:cubicBezTo>
                      <a:pt x="0" y="319"/>
                      <a:pt x="354" y="439"/>
                      <a:pt x="792" y="439"/>
                    </a:cubicBezTo>
                    <a:cubicBezTo>
                      <a:pt x="1230" y="439"/>
                      <a:pt x="1585" y="319"/>
                      <a:pt x="1585" y="170"/>
                    </a:cubicBezTo>
                    <a:cubicBezTo>
                      <a:pt x="1585" y="0"/>
                      <a:pt x="1585" y="0"/>
                      <a:pt x="158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Oval 51"/>
              <p:cNvSpPr>
                <a:spLocks noChangeArrowheads="1"/>
              </p:cNvSpPr>
              <p:nvPr/>
            </p:nvSpPr>
            <p:spPr bwMode="auto">
              <a:xfrm>
                <a:off x="15201900" y="5965825"/>
                <a:ext cx="3411537" cy="11572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Oval 52"/>
              <p:cNvSpPr>
                <a:spLocks noChangeArrowheads="1"/>
              </p:cNvSpPr>
              <p:nvPr/>
            </p:nvSpPr>
            <p:spPr bwMode="auto">
              <a:xfrm>
                <a:off x="15517813" y="6073775"/>
                <a:ext cx="2776537" cy="94138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Freeform 53"/>
              <p:cNvSpPr>
                <a:spLocks/>
              </p:cNvSpPr>
              <p:nvPr/>
            </p:nvSpPr>
            <p:spPr bwMode="auto">
              <a:xfrm>
                <a:off x="16381413" y="6232525"/>
                <a:ext cx="1050925" cy="623888"/>
              </a:xfrm>
              <a:custGeom>
                <a:avLst/>
                <a:gdLst>
                  <a:gd name="T0" fmla="*/ 49 w 488"/>
                  <a:gd name="T1" fmla="*/ 242 h 290"/>
                  <a:gd name="T2" fmla="*/ 0 w 488"/>
                  <a:gd name="T3" fmla="*/ 196 h 290"/>
                  <a:gd name="T4" fmla="*/ 0 w 488"/>
                  <a:gd name="T5" fmla="*/ 187 h 290"/>
                  <a:gd name="T6" fmla="*/ 178 w 488"/>
                  <a:gd name="T7" fmla="*/ 187 h 290"/>
                  <a:gd name="T8" fmla="*/ 178 w 488"/>
                  <a:gd name="T9" fmla="*/ 193 h 290"/>
                  <a:gd name="T10" fmla="*/ 195 w 488"/>
                  <a:gd name="T11" fmla="*/ 214 h 290"/>
                  <a:gd name="T12" fmla="*/ 239 w 488"/>
                  <a:gd name="T13" fmla="*/ 220 h 290"/>
                  <a:gd name="T14" fmla="*/ 283 w 488"/>
                  <a:gd name="T15" fmla="*/ 213 h 290"/>
                  <a:gd name="T16" fmla="*/ 298 w 488"/>
                  <a:gd name="T17" fmla="*/ 198 h 290"/>
                  <a:gd name="T18" fmla="*/ 277 w 488"/>
                  <a:gd name="T19" fmla="*/ 180 h 290"/>
                  <a:gd name="T20" fmla="*/ 224 w 488"/>
                  <a:gd name="T21" fmla="*/ 168 h 290"/>
                  <a:gd name="T22" fmla="*/ 154 w 488"/>
                  <a:gd name="T23" fmla="*/ 159 h 290"/>
                  <a:gd name="T24" fmla="*/ 85 w 488"/>
                  <a:gd name="T25" fmla="*/ 146 h 290"/>
                  <a:gd name="T26" fmla="*/ 32 w 488"/>
                  <a:gd name="T27" fmla="*/ 125 h 290"/>
                  <a:gd name="T28" fmla="*/ 10 w 488"/>
                  <a:gd name="T29" fmla="*/ 92 h 290"/>
                  <a:gd name="T30" fmla="*/ 191 w 488"/>
                  <a:gd name="T31" fmla="*/ 20 h 290"/>
                  <a:gd name="T32" fmla="*/ 191 w 488"/>
                  <a:gd name="T33" fmla="*/ 0 h 290"/>
                  <a:gd name="T34" fmla="*/ 282 w 488"/>
                  <a:gd name="T35" fmla="*/ 0 h 290"/>
                  <a:gd name="T36" fmla="*/ 282 w 488"/>
                  <a:gd name="T37" fmla="*/ 20 h 290"/>
                  <a:gd name="T38" fmla="*/ 424 w 488"/>
                  <a:gd name="T39" fmla="*/ 40 h 290"/>
                  <a:gd name="T40" fmla="*/ 469 w 488"/>
                  <a:gd name="T41" fmla="*/ 91 h 290"/>
                  <a:gd name="T42" fmla="*/ 297 w 488"/>
                  <a:gd name="T43" fmla="*/ 91 h 290"/>
                  <a:gd name="T44" fmla="*/ 297 w 488"/>
                  <a:gd name="T45" fmla="*/ 86 h 290"/>
                  <a:gd name="T46" fmla="*/ 284 w 488"/>
                  <a:gd name="T47" fmla="*/ 69 h 290"/>
                  <a:gd name="T48" fmla="*/ 245 w 488"/>
                  <a:gd name="T49" fmla="*/ 61 h 290"/>
                  <a:gd name="T50" fmla="*/ 202 w 488"/>
                  <a:gd name="T51" fmla="*/ 68 h 290"/>
                  <a:gd name="T52" fmla="*/ 188 w 488"/>
                  <a:gd name="T53" fmla="*/ 82 h 290"/>
                  <a:gd name="T54" fmla="*/ 210 w 488"/>
                  <a:gd name="T55" fmla="*/ 100 h 290"/>
                  <a:gd name="T56" fmla="*/ 266 w 488"/>
                  <a:gd name="T57" fmla="*/ 112 h 290"/>
                  <a:gd name="T58" fmla="*/ 338 w 488"/>
                  <a:gd name="T59" fmla="*/ 121 h 290"/>
                  <a:gd name="T60" fmla="*/ 410 w 488"/>
                  <a:gd name="T61" fmla="*/ 134 h 290"/>
                  <a:gd name="T62" fmla="*/ 465 w 488"/>
                  <a:gd name="T63" fmla="*/ 155 h 290"/>
                  <a:gd name="T64" fmla="*/ 488 w 488"/>
                  <a:gd name="T65" fmla="*/ 190 h 290"/>
                  <a:gd name="T66" fmla="*/ 435 w 488"/>
                  <a:gd name="T67" fmla="*/ 240 h 290"/>
                  <a:gd name="T68" fmla="*/ 282 w 488"/>
                  <a:gd name="T69" fmla="*/ 260 h 290"/>
                  <a:gd name="T70" fmla="*/ 282 w 488"/>
                  <a:gd name="T71" fmla="*/ 290 h 290"/>
                  <a:gd name="T72" fmla="*/ 191 w 488"/>
                  <a:gd name="T73" fmla="*/ 290 h 290"/>
                  <a:gd name="T74" fmla="*/ 191 w 488"/>
                  <a:gd name="T75" fmla="*/ 260 h 290"/>
                  <a:gd name="T76" fmla="*/ 49 w 488"/>
                  <a:gd name="T77" fmla="*/ 242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88" h="290">
                    <a:moveTo>
                      <a:pt x="49" y="242"/>
                    </a:moveTo>
                    <a:cubicBezTo>
                      <a:pt x="17" y="233"/>
                      <a:pt x="0" y="217"/>
                      <a:pt x="0" y="196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178" y="187"/>
                      <a:pt x="178" y="187"/>
                      <a:pt x="178" y="187"/>
                    </a:cubicBezTo>
                    <a:cubicBezTo>
                      <a:pt x="178" y="193"/>
                      <a:pt x="178" y="193"/>
                      <a:pt x="178" y="193"/>
                    </a:cubicBezTo>
                    <a:cubicBezTo>
                      <a:pt x="178" y="203"/>
                      <a:pt x="184" y="210"/>
                      <a:pt x="195" y="214"/>
                    </a:cubicBezTo>
                    <a:cubicBezTo>
                      <a:pt x="206" y="218"/>
                      <a:pt x="221" y="220"/>
                      <a:pt x="239" y="220"/>
                    </a:cubicBezTo>
                    <a:cubicBezTo>
                      <a:pt x="258" y="220"/>
                      <a:pt x="273" y="218"/>
                      <a:pt x="283" y="213"/>
                    </a:cubicBezTo>
                    <a:cubicBezTo>
                      <a:pt x="293" y="209"/>
                      <a:pt x="298" y="204"/>
                      <a:pt x="298" y="198"/>
                    </a:cubicBezTo>
                    <a:cubicBezTo>
                      <a:pt x="298" y="190"/>
                      <a:pt x="291" y="184"/>
                      <a:pt x="277" y="180"/>
                    </a:cubicBezTo>
                    <a:cubicBezTo>
                      <a:pt x="263" y="176"/>
                      <a:pt x="245" y="172"/>
                      <a:pt x="224" y="168"/>
                    </a:cubicBezTo>
                    <a:cubicBezTo>
                      <a:pt x="202" y="165"/>
                      <a:pt x="179" y="162"/>
                      <a:pt x="154" y="159"/>
                    </a:cubicBezTo>
                    <a:cubicBezTo>
                      <a:pt x="129" y="155"/>
                      <a:pt x="106" y="151"/>
                      <a:pt x="85" y="146"/>
                    </a:cubicBezTo>
                    <a:cubicBezTo>
                      <a:pt x="63" y="141"/>
                      <a:pt x="46" y="134"/>
                      <a:pt x="32" y="125"/>
                    </a:cubicBezTo>
                    <a:cubicBezTo>
                      <a:pt x="17" y="117"/>
                      <a:pt x="10" y="106"/>
                      <a:pt x="10" y="92"/>
                    </a:cubicBezTo>
                    <a:cubicBezTo>
                      <a:pt x="10" y="50"/>
                      <a:pt x="70" y="26"/>
                      <a:pt x="191" y="2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347" y="22"/>
                      <a:pt x="395" y="29"/>
                      <a:pt x="424" y="40"/>
                    </a:cubicBezTo>
                    <a:cubicBezTo>
                      <a:pt x="454" y="51"/>
                      <a:pt x="469" y="68"/>
                      <a:pt x="469" y="91"/>
                    </a:cubicBezTo>
                    <a:cubicBezTo>
                      <a:pt x="297" y="91"/>
                      <a:pt x="297" y="91"/>
                      <a:pt x="297" y="91"/>
                    </a:cubicBezTo>
                    <a:cubicBezTo>
                      <a:pt x="297" y="86"/>
                      <a:pt x="297" y="86"/>
                      <a:pt x="297" y="86"/>
                    </a:cubicBezTo>
                    <a:cubicBezTo>
                      <a:pt x="297" y="79"/>
                      <a:pt x="293" y="74"/>
                      <a:pt x="284" y="69"/>
                    </a:cubicBezTo>
                    <a:cubicBezTo>
                      <a:pt x="276" y="64"/>
                      <a:pt x="263" y="61"/>
                      <a:pt x="245" y="61"/>
                    </a:cubicBezTo>
                    <a:cubicBezTo>
                      <a:pt x="225" y="61"/>
                      <a:pt x="211" y="63"/>
                      <a:pt x="202" y="68"/>
                    </a:cubicBezTo>
                    <a:cubicBezTo>
                      <a:pt x="192" y="72"/>
                      <a:pt x="188" y="77"/>
                      <a:pt x="188" y="82"/>
                    </a:cubicBezTo>
                    <a:cubicBezTo>
                      <a:pt x="188" y="90"/>
                      <a:pt x="195" y="96"/>
                      <a:pt x="210" y="100"/>
                    </a:cubicBezTo>
                    <a:cubicBezTo>
                      <a:pt x="225" y="105"/>
                      <a:pt x="243" y="109"/>
                      <a:pt x="266" y="112"/>
                    </a:cubicBezTo>
                    <a:cubicBezTo>
                      <a:pt x="288" y="115"/>
                      <a:pt x="312" y="118"/>
                      <a:pt x="338" y="121"/>
                    </a:cubicBezTo>
                    <a:cubicBezTo>
                      <a:pt x="363" y="124"/>
                      <a:pt x="387" y="128"/>
                      <a:pt x="410" y="134"/>
                    </a:cubicBezTo>
                    <a:cubicBezTo>
                      <a:pt x="432" y="139"/>
                      <a:pt x="451" y="146"/>
                      <a:pt x="465" y="155"/>
                    </a:cubicBezTo>
                    <a:cubicBezTo>
                      <a:pt x="480" y="164"/>
                      <a:pt x="488" y="175"/>
                      <a:pt x="488" y="190"/>
                    </a:cubicBezTo>
                    <a:cubicBezTo>
                      <a:pt x="488" y="212"/>
                      <a:pt x="470" y="229"/>
                      <a:pt x="435" y="240"/>
                    </a:cubicBezTo>
                    <a:cubicBezTo>
                      <a:pt x="400" y="251"/>
                      <a:pt x="349" y="258"/>
                      <a:pt x="282" y="260"/>
                    </a:cubicBezTo>
                    <a:cubicBezTo>
                      <a:pt x="282" y="290"/>
                      <a:pt x="282" y="290"/>
                      <a:pt x="282" y="290"/>
                    </a:cubicBezTo>
                    <a:cubicBezTo>
                      <a:pt x="191" y="290"/>
                      <a:pt x="191" y="290"/>
                      <a:pt x="191" y="290"/>
                    </a:cubicBezTo>
                    <a:cubicBezTo>
                      <a:pt x="191" y="260"/>
                      <a:pt x="191" y="260"/>
                      <a:pt x="191" y="260"/>
                    </a:cubicBezTo>
                    <a:cubicBezTo>
                      <a:pt x="128" y="258"/>
                      <a:pt x="81" y="252"/>
                      <a:pt x="49" y="24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39" name="Group 138"/>
            <p:cNvGrpSpPr/>
            <p:nvPr/>
          </p:nvGrpSpPr>
          <p:grpSpPr>
            <a:xfrm>
              <a:off x="10293975" y="3938137"/>
              <a:ext cx="1713963" cy="764863"/>
              <a:chOff x="15201900" y="5965825"/>
              <a:chExt cx="3411537" cy="1522413"/>
            </a:xfrm>
          </p:grpSpPr>
          <p:sp>
            <p:nvSpPr>
              <p:cNvPr id="140" name="Freeform 50"/>
              <p:cNvSpPr>
                <a:spLocks/>
              </p:cNvSpPr>
              <p:nvPr/>
            </p:nvSpPr>
            <p:spPr bwMode="auto">
              <a:xfrm>
                <a:off x="15201900" y="6545263"/>
                <a:ext cx="3411537" cy="942975"/>
              </a:xfrm>
              <a:custGeom>
                <a:avLst/>
                <a:gdLst>
                  <a:gd name="T0" fmla="*/ 0 w 1585"/>
                  <a:gd name="T1" fmla="*/ 0 h 439"/>
                  <a:gd name="T2" fmla="*/ 0 w 1585"/>
                  <a:gd name="T3" fmla="*/ 170 h 439"/>
                  <a:gd name="T4" fmla="*/ 792 w 1585"/>
                  <a:gd name="T5" fmla="*/ 439 h 439"/>
                  <a:gd name="T6" fmla="*/ 1585 w 1585"/>
                  <a:gd name="T7" fmla="*/ 170 h 439"/>
                  <a:gd name="T8" fmla="*/ 1585 w 1585"/>
                  <a:gd name="T9" fmla="*/ 0 h 439"/>
                  <a:gd name="T10" fmla="*/ 0 w 1585"/>
                  <a:gd name="T11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5" h="439">
                    <a:moveTo>
                      <a:pt x="0" y="0"/>
                    </a:moveTo>
                    <a:cubicBezTo>
                      <a:pt x="0" y="170"/>
                      <a:pt x="0" y="170"/>
                      <a:pt x="0" y="170"/>
                    </a:cubicBezTo>
                    <a:cubicBezTo>
                      <a:pt x="0" y="319"/>
                      <a:pt x="354" y="439"/>
                      <a:pt x="792" y="439"/>
                    </a:cubicBezTo>
                    <a:cubicBezTo>
                      <a:pt x="1230" y="439"/>
                      <a:pt x="1585" y="319"/>
                      <a:pt x="1585" y="170"/>
                    </a:cubicBezTo>
                    <a:cubicBezTo>
                      <a:pt x="1585" y="0"/>
                      <a:pt x="1585" y="0"/>
                      <a:pt x="158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Oval 51"/>
              <p:cNvSpPr>
                <a:spLocks noChangeArrowheads="1"/>
              </p:cNvSpPr>
              <p:nvPr/>
            </p:nvSpPr>
            <p:spPr bwMode="auto">
              <a:xfrm>
                <a:off x="15201900" y="5965825"/>
                <a:ext cx="3411537" cy="11572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Oval 52"/>
              <p:cNvSpPr>
                <a:spLocks noChangeArrowheads="1"/>
              </p:cNvSpPr>
              <p:nvPr/>
            </p:nvSpPr>
            <p:spPr bwMode="auto">
              <a:xfrm>
                <a:off x="15517813" y="6073775"/>
                <a:ext cx="2776537" cy="94138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Freeform 53"/>
              <p:cNvSpPr>
                <a:spLocks/>
              </p:cNvSpPr>
              <p:nvPr/>
            </p:nvSpPr>
            <p:spPr bwMode="auto">
              <a:xfrm>
                <a:off x="16381413" y="6232525"/>
                <a:ext cx="1050925" cy="623888"/>
              </a:xfrm>
              <a:custGeom>
                <a:avLst/>
                <a:gdLst>
                  <a:gd name="T0" fmla="*/ 49 w 488"/>
                  <a:gd name="T1" fmla="*/ 242 h 290"/>
                  <a:gd name="T2" fmla="*/ 0 w 488"/>
                  <a:gd name="T3" fmla="*/ 196 h 290"/>
                  <a:gd name="T4" fmla="*/ 0 w 488"/>
                  <a:gd name="T5" fmla="*/ 187 h 290"/>
                  <a:gd name="T6" fmla="*/ 178 w 488"/>
                  <a:gd name="T7" fmla="*/ 187 h 290"/>
                  <a:gd name="T8" fmla="*/ 178 w 488"/>
                  <a:gd name="T9" fmla="*/ 193 h 290"/>
                  <a:gd name="T10" fmla="*/ 195 w 488"/>
                  <a:gd name="T11" fmla="*/ 214 h 290"/>
                  <a:gd name="T12" fmla="*/ 239 w 488"/>
                  <a:gd name="T13" fmla="*/ 220 h 290"/>
                  <a:gd name="T14" fmla="*/ 283 w 488"/>
                  <a:gd name="T15" fmla="*/ 213 h 290"/>
                  <a:gd name="T16" fmla="*/ 298 w 488"/>
                  <a:gd name="T17" fmla="*/ 198 h 290"/>
                  <a:gd name="T18" fmla="*/ 277 w 488"/>
                  <a:gd name="T19" fmla="*/ 180 h 290"/>
                  <a:gd name="T20" fmla="*/ 224 w 488"/>
                  <a:gd name="T21" fmla="*/ 168 h 290"/>
                  <a:gd name="T22" fmla="*/ 154 w 488"/>
                  <a:gd name="T23" fmla="*/ 159 h 290"/>
                  <a:gd name="T24" fmla="*/ 85 w 488"/>
                  <a:gd name="T25" fmla="*/ 146 h 290"/>
                  <a:gd name="T26" fmla="*/ 32 w 488"/>
                  <a:gd name="T27" fmla="*/ 125 h 290"/>
                  <a:gd name="T28" fmla="*/ 10 w 488"/>
                  <a:gd name="T29" fmla="*/ 92 h 290"/>
                  <a:gd name="T30" fmla="*/ 191 w 488"/>
                  <a:gd name="T31" fmla="*/ 20 h 290"/>
                  <a:gd name="T32" fmla="*/ 191 w 488"/>
                  <a:gd name="T33" fmla="*/ 0 h 290"/>
                  <a:gd name="T34" fmla="*/ 282 w 488"/>
                  <a:gd name="T35" fmla="*/ 0 h 290"/>
                  <a:gd name="T36" fmla="*/ 282 w 488"/>
                  <a:gd name="T37" fmla="*/ 20 h 290"/>
                  <a:gd name="T38" fmla="*/ 424 w 488"/>
                  <a:gd name="T39" fmla="*/ 40 h 290"/>
                  <a:gd name="T40" fmla="*/ 469 w 488"/>
                  <a:gd name="T41" fmla="*/ 91 h 290"/>
                  <a:gd name="T42" fmla="*/ 297 w 488"/>
                  <a:gd name="T43" fmla="*/ 91 h 290"/>
                  <a:gd name="T44" fmla="*/ 297 w 488"/>
                  <a:gd name="T45" fmla="*/ 86 h 290"/>
                  <a:gd name="T46" fmla="*/ 284 w 488"/>
                  <a:gd name="T47" fmla="*/ 69 h 290"/>
                  <a:gd name="T48" fmla="*/ 245 w 488"/>
                  <a:gd name="T49" fmla="*/ 61 h 290"/>
                  <a:gd name="T50" fmla="*/ 202 w 488"/>
                  <a:gd name="T51" fmla="*/ 68 h 290"/>
                  <a:gd name="T52" fmla="*/ 188 w 488"/>
                  <a:gd name="T53" fmla="*/ 82 h 290"/>
                  <a:gd name="T54" fmla="*/ 210 w 488"/>
                  <a:gd name="T55" fmla="*/ 100 h 290"/>
                  <a:gd name="T56" fmla="*/ 266 w 488"/>
                  <a:gd name="T57" fmla="*/ 112 h 290"/>
                  <a:gd name="T58" fmla="*/ 338 w 488"/>
                  <a:gd name="T59" fmla="*/ 121 h 290"/>
                  <a:gd name="T60" fmla="*/ 410 w 488"/>
                  <a:gd name="T61" fmla="*/ 134 h 290"/>
                  <a:gd name="T62" fmla="*/ 465 w 488"/>
                  <a:gd name="T63" fmla="*/ 155 h 290"/>
                  <a:gd name="T64" fmla="*/ 488 w 488"/>
                  <a:gd name="T65" fmla="*/ 190 h 290"/>
                  <a:gd name="T66" fmla="*/ 435 w 488"/>
                  <a:gd name="T67" fmla="*/ 240 h 290"/>
                  <a:gd name="T68" fmla="*/ 282 w 488"/>
                  <a:gd name="T69" fmla="*/ 260 h 290"/>
                  <a:gd name="T70" fmla="*/ 282 w 488"/>
                  <a:gd name="T71" fmla="*/ 290 h 290"/>
                  <a:gd name="T72" fmla="*/ 191 w 488"/>
                  <a:gd name="T73" fmla="*/ 290 h 290"/>
                  <a:gd name="T74" fmla="*/ 191 w 488"/>
                  <a:gd name="T75" fmla="*/ 260 h 290"/>
                  <a:gd name="T76" fmla="*/ 49 w 488"/>
                  <a:gd name="T77" fmla="*/ 242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88" h="290">
                    <a:moveTo>
                      <a:pt x="49" y="242"/>
                    </a:moveTo>
                    <a:cubicBezTo>
                      <a:pt x="17" y="233"/>
                      <a:pt x="0" y="217"/>
                      <a:pt x="0" y="196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178" y="187"/>
                      <a:pt x="178" y="187"/>
                      <a:pt x="178" y="187"/>
                    </a:cubicBezTo>
                    <a:cubicBezTo>
                      <a:pt x="178" y="193"/>
                      <a:pt x="178" y="193"/>
                      <a:pt x="178" y="193"/>
                    </a:cubicBezTo>
                    <a:cubicBezTo>
                      <a:pt x="178" y="203"/>
                      <a:pt x="184" y="210"/>
                      <a:pt x="195" y="214"/>
                    </a:cubicBezTo>
                    <a:cubicBezTo>
                      <a:pt x="206" y="218"/>
                      <a:pt x="221" y="220"/>
                      <a:pt x="239" y="220"/>
                    </a:cubicBezTo>
                    <a:cubicBezTo>
                      <a:pt x="258" y="220"/>
                      <a:pt x="273" y="218"/>
                      <a:pt x="283" y="213"/>
                    </a:cubicBezTo>
                    <a:cubicBezTo>
                      <a:pt x="293" y="209"/>
                      <a:pt x="298" y="204"/>
                      <a:pt x="298" y="198"/>
                    </a:cubicBezTo>
                    <a:cubicBezTo>
                      <a:pt x="298" y="190"/>
                      <a:pt x="291" y="184"/>
                      <a:pt x="277" y="180"/>
                    </a:cubicBezTo>
                    <a:cubicBezTo>
                      <a:pt x="263" y="176"/>
                      <a:pt x="245" y="172"/>
                      <a:pt x="224" y="168"/>
                    </a:cubicBezTo>
                    <a:cubicBezTo>
                      <a:pt x="202" y="165"/>
                      <a:pt x="179" y="162"/>
                      <a:pt x="154" y="159"/>
                    </a:cubicBezTo>
                    <a:cubicBezTo>
                      <a:pt x="129" y="155"/>
                      <a:pt x="106" y="151"/>
                      <a:pt x="85" y="146"/>
                    </a:cubicBezTo>
                    <a:cubicBezTo>
                      <a:pt x="63" y="141"/>
                      <a:pt x="46" y="134"/>
                      <a:pt x="32" y="125"/>
                    </a:cubicBezTo>
                    <a:cubicBezTo>
                      <a:pt x="17" y="117"/>
                      <a:pt x="10" y="106"/>
                      <a:pt x="10" y="92"/>
                    </a:cubicBezTo>
                    <a:cubicBezTo>
                      <a:pt x="10" y="50"/>
                      <a:pt x="70" y="26"/>
                      <a:pt x="191" y="2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347" y="22"/>
                      <a:pt x="395" y="29"/>
                      <a:pt x="424" y="40"/>
                    </a:cubicBezTo>
                    <a:cubicBezTo>
                      <a:pt x="454" y="51"/>
                      <a:pt x="469" y="68"/>
                      <a:pt x="469" y="91"/>
                    </a:cubicBezTo>
                    <a:cubicBezTo>
                      <a:pt x="297" y="91"/>
                      <a:pt x="297" y="91"/>
                      <a:pt x="297" y="91"/>
                    </a:cubicBezTo>
                    <a:cubicBezTo>
                      <a:pt x="297" y="86"/>
                      <a:pt x="297" y="86"/>
                      <a:pt x="297" y="86"/>
                    </a:cubicBezTo>
                    <a:cubicBezTo>
                      <a:pt x="297" y="79"/>
                      <a:pt x="293" y="74"/>
                      <a:pt x="284" y="69"/>
                    </a:cubicBezTo>
                    <a:cubicBezTo>
                      <a:pt x="276" y="64"/>
                      <a:pt x="263" y="61"/>
                      <a:pt x="245" y="61"/>
                    </a:cubicBezTo>
                    <a:cubicBezTo>
                      <a:pt x="225" y="61"/>
                      <a:pt x="211" y="63"/>
                      <a:pt x="202" y="68"/>
                    </a:cubicBezTo>
                    <a:cubicBezTo>
                      <a:pt x="192" y="72"/>
                      <a:pt x="188" y="77"/>
                      <a:pt x="188" y="82"/>
                    </a:cubicBezTo>
                    <a:cubicBezTo>
                      <a:pt x="188" y="90"/>
                      <a:pt x="195" y="96"/>
                      <a:pt x="210" y="100"/>
                    </a:cubicBezTo>
                    <a:cubicBezTo>
                      <a:pt x="225" y="105"/>
                      <a:pt x="243" y="109"/>
                      <a:pt x="266" y="112"/>
                    </a:cubicBezTo>
                    <a:cubicBezTo>
                      <a:pt x="288" y="115"/>
                      <a:pt x="312" y="118"/>
                      <a:pt x="338" y="121"/>
                    </a:cubicBezTo>
                    <a:cubicBezTo>
                      <a:pt x="363" y="124"/>
                      <a:pt x="387" y="128"/>
                      <a:pt x="410" y="134"/>
                    </a:cubicBezTo>
                    <a:cubicBezTo>
                      <a:pt x="432" y="139"/>
                      <a:pt x="451" y="146"/>
                      <a:pt x="465" y="155"/>
                    </a:cubicBezTo>
                    <a:cubicBezTo>
                      <a:pt x="480" y="164"/>
                      <a:pt x="488" y="175"/>
                      <a:pt x="488" y="190"/>
                    </a:cubicBezTo>
                    <a:cubicBezTo>
                      <a:pt x="488" y="212"/>
                      <a:pt x="470" y="229"/>
                      <a:pt x="435" y="240"/>
                    </a:cubicBezTo>
                    <a:cubicBezTo>
                      <a:pt x="400" y="251"/>
                      <a:pt x="349" y="258"/>
                      <a:pt x="282" y="260"/>
                    </a:cubicBezTo>
                    <a:cubicBezTo>
                      <a:pt x="282" y="290"/>
                      <a:pt x="282" y="290"/>
                      <a:pt x="282" y="290"/>
                    </a:cubicBezTo>
                    <a:cubicBezTo>
                      <a:pt x="191" y="290"/>
                      <a:pt x="191" y="290"/>
                      <a:pt x="191" y="290"/>
                    </a:cubicBezTo>
                    <a:cubicBezTo>
                      <a:pt x="191" y="260"/>
                      <a:pt x="191" y="260"/>
                      <a:pt x="191" y="260"/>
                    </a:cubicBezTo>
                    <a:cubicBezTo>
                      <a:pt x="128" y="258"/>
                      <a:pt x="81" y="252"/>
                      <a:pt x="49" y="24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44" name="Group 143"/>
            <p:cNvGrpSpPr/>
            <p:nvPr/>
          </p:nvGrpSpPr>
          <p:grpSpPr>
            <a:xfrm>
              <a:off x="10398644" y="3637456"/>
              <a:ext cx="1713963" cy="764863"/>
              <a:chOff x="15201900" y="5965825"/>
              <a:chExt cx="3411537" cy="1522413"/>
            </a:xfrm>
          </p:grpSpPr>
          <p:sp>
            <p:nvSpPr>
              <p:cNvPr id="145" name="Freeform 50"/>
              <p:cNvSpPr>
                <a:spLocks/>
              </p:cNvSpPr>
              <p:nvPr/>
            </p:nvSpPr>
            <p:spPr bwMode="auto">
              <a:xfrm>
                <a:off x="15201900" y="6545263"/>
                <a:ext cx="3411537" cy="942975"/>
              </a:xfrm>
              <a:custGeom>
                <a:avLst/>
                <a:gdLst>
                  <a:gd name="T0" fmla="*/ 0 w 1585"/>
                  <a:gd name="T1" fmla="*/ 0 h 439"/>
                  <a:gd name="T2" fmla="*/ 0 w 1585"/>
                  <a:gd name="T3" fmla="*/ 170 h 439"/>
                  <a:gd name="T4" fmla="*/ 792 w 1585"/>
                  <a:gd name="T5" fmla="*/ 439 h 439"/>
                  <a:gd name="T6" fmla="*/ 1585 w 1585"/>
                  <a:gd name="T7" fmla="*/ 170 h 439"/>
                  <a:gd name="T8" fmla="*/ 1585 w 1585"/>
                  <a:gd name="T9" fmla="*/ 0 h 439"/>
                  <a:gd name="T10" fmla="*/ 0 w 1585"/>
                  <a:gd name="T11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5" h="439">
                    <a:moveTo>
                      <a:pt x="0" y="0"/>
                    </a:moveTo>
                    <a:cubicBezTo>
                      <a:pt x="0" y="170"/>
                      <a:pt x="0" y="170"/>
                      <a:pt x="0" y="170"/>
                    </a:cubicBezTo>
                    <a:cubicBezTo>
                      <a:pt x="0" y="319"/>
                      <a:pt x="354" y="439"/>
                      <a:pt x="792" y="439"/>
                    </a:cubicBezTo>
                    <a:cubicBezTo>
                      <a:pt x="1230" y="439"/>
                      <a:pt x="1585" y="319"/>
                      <a:pt x="1585" y="170"/>
                    </a:cubicBezTo>
                    <a:cubicBezTo>
                      <a:pt x="1585" y="0"/>
                      <a:pt x="1585" y="0"/>
                      <a:pt x="158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6" name="Oval 51"/>
              <p:cNvSpPr>
                <a:spLocks noChangeArrowheads="1"/>
              </p:cNvSpPr>
              <p:nvPr/>
            </p:nvSpPr>
            <p:spPr bwMode="auto">
              <a:xfrm>
                <a:off x="15201900" y="5965825"/>
                <a:ext cx="3411537" cy="11572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Oval 52"/>
              <p:cNvSpPr>
                <a:spLocks noChangeArrowheads="1"/>
              </p:cNvSpPr>
              <p:nvPr/>
            </p:nvSpPr>
            <p:spPr bwMode="auto">
              <a:xfrm>
                <a:off x="15517813" y="6073775"/>
                <a:ext cx="2776537" cy="94138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8" name="Freeform 53"/>
              <p:cNvSpPr>
                <a:spLocks/>
              </p:cNvSpPr>
              <p:nvPr/>
            </p:nvSpPr>
            <p:spPr bwMode="auto">
              <a:xfrm>
                <a:off x="16381413" y="6232525"/>
                <a:ext cx="1050925" cy="623888"/>
              </a:xfrm>
              <a:custGeom>
                <a:avLst/>
                <a:gdLst>
                  <a:gd name="T0" fmla="*/ 49 w 488"/>
                  <a:gd name="T1" fmla="*/ 242 h 290"/>
                  <a:gd name="T2" fmla="*/ 0 w 488"/>
                  <a:gd name="T3" fmla="*/ 196 h 290"/>
                  <a:gd name="T4" fmla="*/ 0 w 488"/>
                  <a:gd name="T5" fmla="*/ 187 h 290"/>
                  <a:gd name="T6" fmla="*/ 178 w 488"/>
                  <a:gd name="T7" fmla="*/ 187 h 290"/>
                  <a:gd name="T8" fmla="*/ 178 w 488"/>
                  <a:gd name="T9" fmla="*/ 193 h 290"/>
                  <a:gd name="T10" fmla="*/ 195 w 488"/>
                  <a:gd name="T11" fmla="*/ 214 h 290"/>
                  <a:gd name="T12" fmla="*/ 239 w 488"/>
                  <a:gd name="T13" fmla="*/ 220 h 290"/>
                  <a:gd name="T14" fmla="*/ 283 w 488"/>
                  <a:gd name="T15" fmla="*/ 213 h 290"/>
                  <a:gd name="T16" fmla="*/ 298 w 488"/>
                  <a:gd name="T17" fmla="*/ 198 h 290"/>
                  <a:gd name="T18" fmla="*/ 277 w 488"/>
                  <a:gd name="T19" fmla="*/ 180 h 290"/>
                  <a:gd name="T20" fmla="*/ 224 w 488"/>
                  <a:gd name="T21" fmla="*/ 168 h 290"/>
                  <a:gd name="T22" fmla="*/ 154 w 488"/>
                  <a:gd name="T23" fmla="*/ 159 h 290"/>
                  <a:gd name="T24" fmla="*/ 85 w 488"/>
                  <a:gd name="T25" fmla="*/ 146 h 290"/>
                  <a:gd name="T26" fmla="*/ 32 w 488"/>
                  <a:gd name="T27" fmla="*/ 125 h 290"/>
                  <a:gd name="T28" fmla="*/ 10 w 488"/>
                  <a:gd name="T29" fmla="*/ 92 h 290"/>
                  <a:gd name="T30" fmla="*/ 191 w 488"/>
                  <a:gd name="T31" fmla="*/ 20 h 290"/>
                  <a:gd name="T32" fmla="*/ 191 w 488"/>
                  <a:gd name="T33" fmla="*/ 0 h 290"/>
                  <a:gd name="T34" fmla="*/ 282 w 488"/>
                  <a:gd name="T35" fmla="*/ 0 h 290"/>
                  <a:gd name="T36" fmla="*/ 282 w 488"/>
                  <a:gd name="T37" fmla="*/ 20 h 290"/>
                  <a:gd name="T38" fmla="*/ 424 w 488"/>
                  <a:gd name="T39" fmla="*/ 40 h 290"/>
                  <a:gd name="T40" fmla="*/ 469 w 488"/>
                  <a:gd name="T41" fmla="*/ 91 h 290"/>
                  <a:gd name="T42" fmla="*/ 297 w 488"/>
                  <a:gd name="T43" fmla="*/ 91 h 290"/>
                  <a:gd name="T44" fmla="*/ 297 w 488"/>
                  <a:gd name="T45" fmla="*/ 86 h 290"/>
                  <a:gd name="T46" fmla="*/ 284 w 488"/>
                  <a:gd name="T47" fmla="*/ 69 h 290"/>
                  <a:gd name="T48" fmla="*/ 245 w 488"/>
                  <a:gd name="T49" fmla="*/ 61 h 290"/>
                  <a:gd name="T50" fmla="*/ 202 w 488"/>
                  <a:gd name="T51" fmla="*/ 68 h 290"/>
                  <a:gd name="T52" fmla="*/ 188 w 488"/>
                  <a:gd name="T53" fmla="*/ 82 h 290"/>
                  <a:gd name="T54" fmla="*/ 210 w 488"/>
                  <a:gd name="T55" fmla="*/ 100 h 290"/>
                  <a:gd name="T56" fmla="*/ 266 w 488"/>
                  <a:gd name="T57" fmla="*/ 112 h 290"/>
                  <a:gd name="T58" fmla="*/ 338 w 488"/>
                  <a:gd name="T59" fmla="*/ 121 h 290"/>
                  <a:gd name="T60" fmla="*/ 410 w 488"/>
                  <a:gd name="T61" fmla="*/ 134 h 290"/>
                  <a:gd name="T62" fmla="*/ 465 w 488"/>
                  <a:gd name="T63" fmla="*/ 155 h 290"/>
                  <a:gd name="T64" fmla="*/ 488 w 488"/>
                  <a:gd name="T65" fmla="*/ 190 h 290"/>
                  <a:gd name="T66" fmla="*/ 435 w 488"/>
                  <a:gd name="T67" fmla="*/ 240 h 290"/>
                  <a:gd name="T68" fmla="*/ 282 w 488"/>
                  <a:gd name="T69" fmla="*/ 260 h 290"/>
                  <a:gd name="T70" fmla="*/ 282 w 488"/>
                  <a:gd name="T71" fmla="*/ 290 h 290"/>
                  <a:gd name="T72" fmla="*/ 191 w 488"/>
                  <a:gd name="T73" fmla="*/ 290 h 290"/>
                  <a:gd name="T74" fmla="*/ 191 w 488"/>
                  <a:gd name="T75" fmla="*/ 260 h 290"/>
                  <a:gd name="T76" fmla="*/ 49 w 488"/>
                  <a:gd name="T77" fmla="*/ 242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88" h="290">
                    <a:moveTo>
                      <a:pt x="49" y="242"/>
                    </a:moveTo>
                    <a:cubicBezTo>
                      <a:pt x="17" y="233"/>
                      <a:pt x="0" y="217"/>
                      <a:pt x="0" y="196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178" y="187"/>
                      <a:pt x="178" y="187"/>
                      <a:pt x="178" y="187"/>
                    </a:cubicBezTo>
                    <a:cubicBezTo>
                      <a:pt x="178" y="193"/>
                      <a:pt x="178" y="193"/>
                      <a:pt x="178" y="193"/>
                    </a:cubicBezTo>
                    <a:cubicBezTo>
                      <a:pt x="178" y="203"/>
                      <a:pt x="184" y="210"/>
                      <a:pt x="195" y="214"/>
                    </a:cubicBezTo>
                    <a:cubicBezTo>
                      <a:pt x="206" y="218"/>
                      <a:pt x="221" y="220"/>
                      <a:pt x="239" y="220"/>
                    </a:cubicBezTo>
                    <a:cubicBezTo>
                      <a:pt x="258" y="220"/>
                      <a:pt x="273" y="218"/>
                      <a:pt x="283" y="213"/>
                    </a:cubicBezTo>
                    <a:cubicBezTo>
                      <a:pt x="293" y="209"/>
                      <a:pt x="298" y="204"/>
                      <a:pt x="298" y="198"/>
                    </a:cubicBezTo>
                    <a:cubicBezTo>
                      <a:pt x="298" y="190"/>
                      <a:pt x="291" y="184"/>
                      <a:pt x="277" y="180"/>
                    </a:cubicBezTo>
                    <a:cubicBezTo>
                      <a:pt x="263" y="176"/>
                      <a:pt x="245" y="172"/>
                      <a:pt x="224" y="168"/>
                    </a:cubicBezTo>
                    <a:cubicBezTo>
                      <a:pt x="202" y="165"/>
                      <a:pt x="179" y="162"/>
                      <a:pt x="154" y="159"/>
                    </a:cubicBezTo>
                    <a:cubicBezTo>
                      <a:pt x="129" y="155"/>
                      <a:pt x="106" y="151"/>
                      <a:pt x="85" y="146"/>
                    </a:cubicBezTo>
                    <a:cubicBezTo>
                      <a:pt x="63" y="141"/>
                      <a:pt x="46" y="134"/>
                      <a:pt x="32" y="125"/>
                    </a:cubicBezTo>
                    <a:cubicBezTo>
                      <a:pt x="17" y="117"/>
                      <a:pt x="10" y="106"/>
                      <a:pt x="10" y="92"/>
                    </a:cubicBezTo>
                    <a:cubicBezTo>
                      <a:pt x="10" y="50"/>
                      <a:pt x="70" y="26"/>
                      <a:pt x="191" y="2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347" y="22"/>
                      <a:pt x="395" y="29"/>
                      <a:pt x="424" y="40"/>
                    </a:cubicBezTo>
                    <a:cubicBezTo>
                      <a:pt x="454" y="51"/>
                      <a:pt x="469" y="68"/>
                      <a:pt x="469" y="91"/>
                    </a:cubicBezTo>
                    <a:cubicBezTo>
                      <a:pt x="297" y="91"/>
                      <a:pt x="297" y="91"/>
                      <a:pt x="297" y="91"/>
                    </a:cubicBezTo>
                    <a:cubicBezTo>
                      <a:pt x="297" y="86"/>
                      <a:pt x="297" y="86"/>
                      <a:pt x="297" y="86"/>
                    </a:cubicBezTo>
                    <a:cubicBezTo>
                      <a:pt x="297" y="79"/>
                      <a:pt x="293" y="74"/>
                      <a:pt x="284" y="69"/>
                    </a:cubicBezTo>
                    <a:cubicBezTo>
                      <a:pt x="276" y="64"/>
                      <a:pt x="263" y="61"/>
                      <a:pt x="245" y="61"/>
                    </a:cubicBezTo>
                    <a:cubicBezTo>
                      <a:pt x="225" y="61"/>
                      <a:pt x="211" y="63"/>
                      <a:pt x="202" y="68"/>
                    </a:cubicBezTo>
                    <a:cubicBezTo>
                      <a:pt x="192" y="72"/>
                      <a:pt x="188" y="77"/>
                      <a:pt x="188" y="82"/>
                    </a:cubicBezTo>
                    <a:cubicBezTo>
                      <a:pt x="188" y="90"/>
                      <a:pt x="195" y="96"/>
                      <a:pt x="210" y="100"/>
                    </a:cubicBezTo>
                    <a:cubicBezTo>
                      <a:pt x="225" y="105"/>
                      <a:pt x="243" y="109"/>
                      <a:pt x="266" y="112"/>
                    </a:cubicBezTo>
                    <a:cubicBezTo>
                      <a:pt x="288" y="115"/>
                      <a:pt x="312" y="118"/>
                      <a:pt x="338" y="121"/>
                    </a:cubicBezTo>
                    <a:cubicBezTo>
                      <a:pt x="363" y="124"/>
                      <a:pt x="387" y="128"/>
                      <a:pt x="410" y="134"/>
                    </a:cubicBezTo>
                    <a:cubicBezTo>
                      <a:pt x="432" y="139"/>
                      <a:pt x="451" y="146"/>
                      <a:pt x="465" y="155"/>
                    </a:cubicBezTo>
                    <a:cubicBezTo>
                      <a:pt x="480" y="164"/>
                      <a:pt x="488" y="175"/>
                      <a:pt x="488" y="190"/>
                    </a:cubicBezTo>
                    <a:cubicBezTo>
                      <a:pt x="488" y="212"/>
                      <a:pt x="470" y="229"/>
                      <a:pt x="435" y="240"/>
                    </a:cubicBezTo>
                    <a:cubicBezTo>
                      <a:pt x="400" y="251"/>
                      <a:pt x="349" y="258"/>
                      <a:pt x="282" y="260"/>
                    </a:cubicBezTo>
                    <a:cubicBezTo>
                      <a:pt x="282" y="290"/>
                      <a:pt x="282" y="290"/>
                      <a:pt x="282" y="290"/>
                    </a:cubicBezTo>
                    <a:cubicBezTo>
                      <a:pt x="191" y="290"/>
                      <a:pt x="191" y="290"/>
                      <a:pt x="191" y="290"/>
                    </a:cubicBezTo>
                    <a:cubicBezTo>
                      <a:pt x="191" y="260"/>
                      <a:pt x="191" y="260"/>
                      <a:pt x="191" y="260"/>
                    </a:cubicBezTo>
                    <a:cubicBezTo>
                      <a:pt x="128" y="258"/>
                      <a:pt x="81" y="252"/>
                      <a:pt x="49" y="24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49" name="Group 148"/>
            <p:cNvGrpSpPr/>
            <p:nvPr/>
          </p:nvGrpSpPr>
          <p:grpSpPr>
            <a:xfrm rot="20931880">
              <a:off x="10480912" y="3332724"/>
              <a:ext cx="1713963" cy="764863"/>
              <a:chOff x="15201900" y="5965825"/>
              <a:chExt cx="3411537" cy="1522413"/>
            </a:xfrm>
          </p:grpSpPr>
          <p:sp>
            <p:nvSpPr>
              <p:cNvPr id="150" name="Freeform 50"/>
              <p:cNvSpPr>
                <a:spLocks/>
              </p:cNvSpPr>
              <p:nvPr/>
            </p:nvSpPr>
            <p:spPr bwMode="auto">
              <a:xfrm>
                <a:off x="15201900" y="6545263"/>
                <a:ext cx="3411537" cy="942975"/>
              </a:xfrm>
              <a:custGeom>
                <a:avLst/>
                <a:gdLst>
                  <a:gd name="T0" fmla="*/ 0 w 1585"/>
                  <a:gd name="T1" fmla="*/ 0 h 439"/>
                  <a:gd name="T2" fmla="*/ 0 w 1585"/>
                  <a:gd name="T3" fmla="*/ 170 h 439"/>
                  <a:gd name="T4" fmla="*/ 792 w 1585"/>
                  <a:gd name="T5" fmla="*/ 439 h 439"/>
                  <a:gd name="T6" fmla="*/ 1585 w 1585"/>
                  <a:gd name="T7" fmla="*/ 170 h 439"/>
                  <a:gd name="T8" fmla="*/ 1585 w 1585"/>
                  <a:gd name="T9" fmla="*/ 0 h 439"/>
                  <a:gd name="T10" fmla="*/ 0 w 1585"/>
                  <a:gd name="T11" fmla="*/ 0 h 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85" h="439">
                    <a:moveTo>
                      <a:pt x="0" y="0"/>
                    </a:moveTo>
                    <a:cubicBezTo>
                      <a:pt x="0" y="170"/>
                      <a:pt x="0" y="170"/>
                      <a:pt x="0" y="170"/>
                    </a:cubicBezTo>
                    <a:cubicBezTo>
                      <a:pt x="0" y="319"/>
                      <a:pt x="354" y="439"/>
                      <a:pt x="792" y="439"/>
                    </a:cubicBezTo>
                    <a:cubicBezTo>
                      <a:pt x="1230" y="439"/>
                      <a:pt x="1585" y="319"/>
                      <a:pt x="1585" y="170"/>
                    </a:cubicBezTo>
                    <a:cubicBezTo>
                      <a:pt x="1585" y="0"/>
                      <a:pt x="1585" y="0"/>
                      <a:pt x="158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1" name="Oval 51"/>
              <p:cNvSpPr>
                <a:spLocks noChangeArrowheads="1"/>
              </p:cNvSpPr>
              <p:nvPr/>
            </p:nvSpPr>
            <p:spPr bwMode="auto">
              <a:xfrm>
                <a:off x="15201900" y="5965825"/>
                <a:ext cx="3411537" cy="11572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2" name="Oval 52"/>
              <p:cNvSpPr>
                <a:spLocks noChangeArrowheads="1"/>
              </p:cNvSpPr>
              <p:nvPr/>
            </p:nvSpPr>
            <p:spPr bwMode="auto">
              <a:xfrm>
                <a:off x="15517813" y="6073775"/>
                <a:ext cx="2776537" cy="941388"/>
              </a:xfrm>
              <a:prstGeom prst="ellipse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3" name="Freeform 53"/>
              <p:cNvSpPr>
                <a:spLocks/>
              </p:cNvSpPr>
              <p:nvPr/>
            </p:nvSpPr>
            <p:spPr bwMode="auto">
              <a:xfrm>
                <a:off x="16381413" y="6232525"/>
                <a:ext cx="1050925" cy="623888"/>
              </a:xfrm>
              <a:custGeom>
                <a:avLst/>
                <a:gdLst>
                  <a:gd name="T0" fmla="*/ 49 w 488"/>
                  <a:gd name="T1" fmla="*/ 242 h 290"/>
                  <a:gd name="T2" fmla="*/ 0 w 488"/>
                  <a:gd name="T3" fmla="*/ 196 h 290"/>
                  <a:gd name="T4" fmla="*/ 0 w 488"/>
                  <a:gd name="T5" fmla="*/ 187 h 290"/>
                  <a:gd name="T6" fmla="*/ 178 w 488"/>
                  <a:gd name="T7" fmla="*/ 187 h 290"/>
                  <a:gd name="T8" fmla="*/ 178 w 488"/>
                  <a:gd name="T9" fmla="*/ 193 h 290"/>
                  <a:gd name="T10" fmla="*/ 195 w 488"/>
                  <a:gd name="T11" fmla="*/ 214 h 290"/>
                  <a:gd name="T12" fmla="*/ 239 w 488"/>
                  <a:gd name="T13" fmla="*/ 220 h 290"/>
                  <a:gd name="T14" fmla="*/ 283 w 488"/>
                  <a:gd name="T15" fmla="*/ 213 h 290"/>
                  <a:gd name="T16" fmla="*/ 298 w 488"/>
                  <a:gd name="T17" fmla="*/ 198 h 290"/>
                  <a:gd name="T18" fmla="*/ 277 w 488"/>
                  <a:gd name="T19" fmla="*/ 180 h 290"/>
                  <a:gd name="T20" fmla="*/ 224 w 488"/>
                  <a:gd name="T21" fmla="*/ 168 h 290"/>
                  <a:gd name="T22" fmla="*/ 154 w 488"/>
                  <a:gd name="T23" fmla="*/ 159 h 290"/>
                  <a:gd name="T24" fmla="*/ 85 w 488"/>
                  <a:gd name="T25" fmla="*/ 146 h 290"/>
                  <a:gd name="T26" fmla="*/ 32 w 488"/>
                  <a:gd name="T27" fmla="*/ 125 h 290"/>
                  <a:gd name="T28" fmla="*/ 10 w 488"/>
                  <a:gd name="T29" fmla="*/ 92 h 290"/>
                  <a:gd name="T30" fmla="*/ 191 w 488"/>
                  <a:gd name="T31" fmla="*/ 20 h 290"/>
                  <a:gd name="T32" fmla="*/ 191 w 488"/>
                  <a:gd name="T33" fmla="*/ 0 h 290"/>
                  <a:gd name="T34" fmla="*/ 282 w 488"/>
                  <a:gd name="T35" fmla="*/ 0 h 290"/>
                  <a:gd name="T36" fmla="*/ 282 w 488"/>
                  <a:gd name="T37" fmla="*/ 20 h 290"/>
                  <a:gd name="T38" fmla="*/ 424 w 488"/>
                  <a:gd name="T39" fmla="*/ 40 h 290"/>
                  <a:gd name="T40" fmla="*/ 469 w 488"/>
                  <a:gd name="T41" fmla="*/ 91 h 290"/>
                  <a:gd name="T42" fmla="*/ 297 w 488"/>
                  <a:gd name="T43" fmla="*/ 91 h 290"/>
                  <a:gd name="T44" fmla="*/ 297 w 488"/>
                  <a:gd name="T45" fmla="*/ 86 h 290"/>
                  <a:gd name="T46" fmla="*/ 284 w 488"/>
                  <a:gd name="T47" fmla="*/ 69 h 290"/>
                  <a:gd name="T48" fmla="*/ 245 w 488"/>
                  <a:gd name="T49" fmla="*/ 61 h 290"/>
                  <a:gd name="T50" fmla="*/ 202 w 488"/>
                  <a:gd name="T51" fmla="*/ 68 h 290"/>
                  <a:gd name="T52" fmla="*/ 188 w 488"/>
                  <a:gd name="T53" fmla="*/ 82 h 290"/>
                  <a:gd name="T54" fmla="*/ 210 w 488"/>
                  <a:gd name="T55" fmla="*/ 100 h 290"/>
                  <a:gd name="T56" fmla="*/ 266 w 488"/>
                  <a:gd name="T57" fmla="*/ 112 h 290"/>
                  <a:gd name="T58" fmla="*/ 338 w 488"/>
                  <a:gd name="T59" fmla="*/ 121 h 290"/>
                  <a:gd name="T60" fmla="*/ 410 w 488"/>
                  <a:gd name="T61" fmla="*/ 134 h 290"/>
                  <a:gd name="T62" fmla="*/ 465 w 488"/>
                  <a:gd name="T63" fmla="*/ 155 h 290"/>
                  <a:gd name="T64" fmla="*/ 488 w 488"/>
                  <a:gd name="T65" fmla="*/ 190 h 290"/>
                  <a:gd name="T66" fmla="*/ 435 w 488"/>
                  <a:gd name="T67" fmla="*/ 240 h 290"/>
                  <a:gd name="T68" fmla="*/ 282 w 488"/>
                  <a:gd name="T69" fmla="*/ 260 h 290"/>
                  <a:gd name="T70" fmla="*/ 282 w 488"/>
                  <a:gd name="T71" fmla="*/ 290 h 290"/>
                  <a:gd name="T72" fmla="*/ 191 w 488"/>
                  <a:gd name="T73" fmla="*/ 290 h 290"/>
                  <a:gd name="T74" fmla="*/ 191 w 488"/>
                  <a:gd name="T75" fmla="*/ 260 h 290"/>
                  <a:gd name="T76" fmla="*/ 49 w 488"/>
                  <a:gd name="T77" fmla="*/ 242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88" h="290">
                    <a:moveTo>
                      <a:pt x="49" y="242"/>
                    </a:moveTo>
                    <a:cubicBezTo>
                      <a:pt x="17" y="233"/>
                      <a:pt x="0" y="217"/>
                      <a:pt x="0" y="196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178" y="187"/>
                      <a:pt x="178" y="187"/>
                      <a:pt x="178" y="187"/>
                    </a:cubicBezTo>
                    <a:cubicBezTo>
                      <a:pt x="178" y="193"/>
                      <a:pt x="178" y="193"/>
                      <a:pt x="178" y="193"/>
                    </a:cubicBezTo>
                    <a:cubicBezTo>
                      <a:pt x="178" y="203"/>
                      <a:pt x="184" y="210"/>
                      <a:pt x="195" y="214"/>
                    </a:cubicBezTo>
                    <a:cubicBezTo>
                      <a:pt x="206" y="218"/>
                      <a:pt x="221" y="220"/>
                      <a:pt x="239" y="220"/>
                    </a:cubicBezTo>
                    <a:cubicBezTo>
                      <a:pt x="258" y="220"/>
                      <a:pt x="273" y="218"/>
                      <a:pt x="283" y="213"/>
                    </a:cubicBezTo>
                    <a:cubicBezTo>
                      <a:pt x="293" y="209"/>
                      <a:pt x="298" y="204"/>
                      <a:pt x="298" y="198"/>
                    </a:cubicBezTo>
                    <a:cubicBezTo>
                      <a:pt x="298" y="190"/>
                      <a:pt x="291" y="184"/>
                      <a:pt x="277" y="180"/>
                    </a:cubicBezTo>
                    <a:cubicBezTo>
                      <a:pt x="263" y="176"/>
                      <a:pt x="245" y="172"/>
                      <a:pt x="224" y="168"/>
                    </a:cubicBezTo>
                    <a:cubicBezTo>
                      <a:pt x="202" y="165"/>
                      <a:pt x="179" y="162"/>
                      <a:pt x="154" y="159"/>
                    </a:cubicBezTo>
                    <a:cubicBezTo>
                      <a:pt x="129" y="155"/>
                      <a:pt x="106" y="151"/>
                      <a:pt x="85" y="146"/>
                    </a:cubicBezTo>
                    <a:cubicBezTo>
                      <a:pt x="63" y="141"/>
                      <a:pt x="46" y="134"/>
                      <a:pt x="32" y="125"/>
                    </a:cubicBezTo>
                    <a:cubicBezTo>
                      <a:pt x="17" y="117"/>
                      <a:pt x="10" y="106"/>
                      <a:pt x="10" y="92"/>
                    </a:cubicBezTo>
                    <a:cubicBezTo>
                      <a:pt x="10" y="50"/>
                      <a:pt x="70" y="26"/>
                      <a:pt x="191" y="20"/>
                    </a:cubicBezTo>
                    <a:cubicBezTo>
                      <a:pt x="191" y="0"/>
                      <a:pt x="191" y="0"/>
                      <a:pt x="191" y="0"/>
                    </a:cubicBezTo>
                    <a:cubicBezTo>
                      <a:pt x="282" y="0"/>
                      <a:pt x="282" y="0"/>
                      <a:pt x="282" y="0"/>
                    </a:cubicBezTo>
                    <a:cubicBezTo>
                      <a:pt x="282" y="20"/>
                      <a:pt x="282" y="20"/>
                      <a:pt x="282" y="20"/>
                    </a:cubicBezTo>
                    <a:cubicBezTo>
                      <a:pt x="347" y="22"/>
                      <a:pt x="395" y="29"/>
                      <a:pt x="424" y="40"/>
                    </a:cubicBezTo>
                    <a:cubicBezTo>
                      <a:pt x="454" y="51"/>
                      <a:pt x="469" y="68"/>
                      <a:pt x="469" y="91"/>
                    </a:cubicBezTo>
                    <a:cubicBezTo>
                      <a:pt x="297" y="91"/>
                      <a:pt x="297" y="91"/>
                      <a:pt x="297" y="91"/>
                    </a:cubicBezTo>
                    <a:cubicBezTo>
                      <a:pt x="297" y="86"/>
                      <a:pt x="297" y="86"/>
                      <a:pt x="297" y="86"/>
                    </a:cubicBezTo>
                    <a:cubicBezTo>
                      <a:pt x="297" y="79"/>
                      <a:pt x="293" y="74"/>
                      <a:pt x="284" y="69"/>
                    </a:cubicBezTo>
                    <a:cubicBezTo>
                      <a:pt x="276" y="64"/>
                      <a:pt x="263" y="61"/>
                      <a:pt x="245" y="61"/>
                    </a:cubicBezTo>
                    <a:cubicBezTo>
                      <a:pt x="225" y="61"/>
                      <a:pt x="211" y="63"/>
                      <a:pt x="202" y="68"/>
                    </a:cubicBezTo>
                    <a:cubicBezTo>
                      <a:pt x="192" y="72"/>
                      <a:pt x="188" y="77"/>
                      <a:pt x="188" y="82"/>
                    </a:cubicBezTo>
                    <a:cubicBezTo>
                      <a:pt x="188" y="90"/>
                      <a:pt x="195" y="96"/>
                      <a:pt x="210" y="100"/>
                    </a:cubicBezTo>
                    <a:cubicBezTo>
                      <a:pt x="225" y="105"/>
                      <a:pt x="243" y="109"/>
                      <a:pt x="266" y="112"/>
                    </a:cubicBezTo>
                    <a:cubicBezTo>
                      <a:pt x="288" y="115"/>
                      <a:pt x="312" y="118"/>
                      <a:pt x="338" y="121"/>
                    </a:cubicBezTo>
                    <a:cubicBezTo>
                      <a:pt x="363" y="124"/>
                      <a:pt x="387" y="128"/>
                      <a:pt x="410" y="134"/>
                    </a:cubicBezTo>
                    <a:cubicBezTo>
                      <a:pt x="432" y="139"/>
                      <a:pt x="451" y="146"/>
                      <a:pt x="465" y="155"/>
                    </a:cubicBezTo>
                    <a:cubicBezTo>
                      <a:pt x="480" y="164"/>
                      <a:pt x="488" y="175"/>
                      <a:pt x="488" y="190"/>
                    </a:cubicBezTo>
                    <a:cubicBezTo>
                      <a:pt x="488" y="212"/>
                      <a:pt x="470" y="229"/>
                      <a:pt x="435" y="240"/>
                    </a:cubicBezTo>
                    <a:cubicBezTo>
                      <a:pt x="400" y="251"/>
                      <a:pt x="349" y="258"/>
                      <a:pt x="282" y="260"/>
                    </a:cubicBezTo>
                    <a:cubicBezTo>
                      <a:pt x="282" y="290"/>
                      <a:pt x="282" y="290"/>
                      <a:pt x="282" y="290"/>
                    </a:cubicBezTo>
                    <a:cubicBezTo>
                      <a:pt x="191" y="290"/>
                      <a:pt x="191" y="290"/>
                      <a:pt x="191" y="290"/>
                    </a:cubicBezTo>
                    <a:cubicBezTo>
                      <a:pt x="191" y="260"/>
                      <a:pt x="191" y="260"/>
                      <a:pt x="191" y="260"/>
                    </a:cubicBezTo>
                    <a:cubicBezTo>
                      <a:pt x="128" y="258"/>
                      <a:pt x="81" y="252"/>
                      <a:pt x="49" y="24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36B921FE-2F6F-41E7-B4F6-F8EFCABC885A}"/>
                </a:ext>
              </a:extLst>
            </p:cNvPr>
            <p:cNvSpPr txBox="1"/>
            <p:nvPr/>
          </p:nvSpPr>
          <p:spPr>
            <a:xfrm>
              <a:off x="10398728" y="2489536"/>
              <a:ext cx="1692806" cy="620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ctr"/>
              <a:r>
                <a:rPr lang="en-US" sz="28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$779,324</a:t>
              </a:r>
              <a:endParaRPr lang="id-ID" sz="2800" dirty="0">
                <a:solidFill>
                  <a:schemeClr val="tx1"/>
                </a:solidFill>
                <a:latin typeface="Titillium Web SemiBold" panose="00000700000000000000" pitchFamily="2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5B17BC37-D48C-407B-8548-52330EB7A143}"/>
                </a:ext>
              </a:extLst>
            </p:cNvPr>
            <p:cNvSpPr txBox="1"/>
            <p:nvPr/>
          </p:nvSpPr>
          <p:spPr>
            <a:xfrm>
              <a:off x="10015931" y="7733477"/>
              <a:ext cx="23366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>
                  <a:latin typeface="Titillium Web SemiBold" panose="00000700000000000000" pitchFamily="2" charset="0"/>
                  <a:cs typeface="Poppins" panose="00000500000000000000" pitchFamily="2" charset="0"/>
                </a:rPr>
                <a:t>Your Subtitle Here</a:t>
              </a:r>
              <a:endParaRPr lang="en-ID" sz="1800" b="1">
                <a:latin typeface="Titillium Web SemiBold" panose="000007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9512103" y="8127891"/>
              <a:ext cx="3344278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malesuada libero a orbi orci dui,tum eget lectus ornare, viverra pellentesque. Morbi orci dui,tum.</a:t>
              </a:r>
            </a:p>
          </p:txBody>
        </p:sp>
      </p:grpSp>
      <p:grpSp>
        <p:nvGrpSpPr>
          <p:cNvPr id="394" name="Group 393"/>
          <p:cNvGrpSpPr/>
          <p:nvPr/>
        </p:nvGrpSpPr>
        <p:grpSpPr>
          <a:xfrm>
            <a:off x="13916334" y="1348363"/>
            <a:ext cx="3344278" cy="7841357"/>
            <a:chOff x="13855503" y="1348363"/>
            <a:chExt cx="3344278" cy="7841357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36B921FE-2F6F-41E7-B4F6-F8EFCABC885A}"/>
                </a:ext>
              </a:extLst>
            </p:cNvPr>
            <p:cNvSpPr txBox="1"/>
            <p:nvPr/>
          </p:nvSpPr>
          <p:spPr>
            <a:xfrm>
              <a:off x="14681239" y="1348363"/>
              <a:ext cx="1692806" cy="652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ctr"/>
              <a:r>
                <a:rPr lang="en-US" sz="28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$956,724</a:t>
              </a:r>
              <a:endParaRPr lang="id-ID" sz="2800" dirty="0">
                <a:solidFill>
                  <a:schemeClr val="tx1"/>
                </a:solidFill>
                <a:latin typeface="Titillium Web SemiBold" panose="00000700000000000000" pitchFamily="2" charset="0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5B17BC37-D48C-407B-8548-52330EB7A143}"/>
                </a:ext>
              </a:extLst>
            </p:cNvPr>
            <p:cNvSpPr txBox="1"/>
            <p:nvPr/>
          </p:nvSpPr>
          <p:spPr>
            <a:xfrm>
              <a:off x="14359331" y="7733477"/>
              <a:ext cx="23366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>
                  <a:latin typeface="Titillium Web SemiBold" panose="00000700000000000000" pitchFamily="2" charset="0"/>
                  <a:cs typeface="Poppins" panose="00000500000000000000" pitchFamily="2" charset="0"/>
                </a:rPr>
                <a:t>Your Subtitle Here</a:t>
              </a:r>
              <a:endParaRPr lang="en-ID" sz="1800" b="1">
                <a:latin typeface="Titillium Web SemiBold" panose="000007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13855503" y="8127891"/>
              <a:ext cx="3344278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malesuada libero a orbi orci dui,tum eget lectus ornare, viverra pellentesque. Morbi orci dui,tum.</a:t>
              </a:r>
            </a:p>
          </p:txBody>
        </p:sp>
        <p:grpSp>
          <p:nvGrpSpPr>
            <p:cNvPr id="393" name="Group 392"/>
            <p:cNvGrpSpPr/>
            <p:nvPr/>
          </p:nvGrpSpPr>
          <p:grpSpPr>
            <a:xfrm>
              <a:off x="14404798" y="2294093"/>
              <a:ext cx="2245689" cy="5101245"/>
              <a:chOff x="14386630" y="2294093"/>
              <a:chExt cx="2245689" cy="5101245"/>
            </a:xfrm>
          </p:grpSpPr>
          <p:sp>
            <p:nvSpPr>
              <p:cNvPr id="177" name="Oval 5"/>
              <p:cNvSpPr>
                <a:spLocks noChangeArrowheads="1"/>
              </p:cNvSpPr>
              <p:nvPr/>
            </p:nvSpPr>
            <p:spPr bwMode="auto">
              <a:xfrm>
                <a:off x="14466934" y="6660782"/>
                <a:ext cx="2165385" cy="734556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299" name="Group 298"/>
              <p:cNvGrpSpPr/>
              <p:nvPr/>
            </p:nvGrpSpPr>
            <p:grpSpPr>
              <a:xfrm>
                <a:off x="14664849" y="6426638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300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1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2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3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04" name="Group 303"/>
              <p:cNvGrpSpPr/>
              <p:nvPr/>
            </p:nvGrpSpPr>
            <p:grpSpPr>
              <a:xfrm>
                <a:off x="14450044" y="6169318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305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6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7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8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6" name="Group 325"/>
              <p:cNvGrpSpPr/>
              <p:nvPr/>
            </p:nvGrpSpPr>
            <p:grpSpPr>
              <a:xfrm>
                <a:off x="14664849" y="5907483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332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3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4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5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7" name="Group 326"/>
              <p:cNvGrpSpPr/>
              <p:nvPr/>
            </p:nvGrpSpPr>
            <p:grpSpPr>
              <a:xfrm>
                <a:off x="14450044" y="5650163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328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9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0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1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37" name="Group 336"/>
              <p:cNvGrpSpPr/>
              <p:nvPr/>
            </p:nvGrpSpPr>
            <p:grpSpPr>
              <a:xfrm>
                <a:off x="14664849" y="5344344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343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4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5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6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38" name="Group 337"/>
              <p:cNvGrpSpPr/>
              <p:nvPr/>
            </p:nvGrpSpPr>
            <p:grpSpPr>
              <a:xfrm>
                <a:off x="14829195" y="5087024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339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0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1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2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48" name="Group 347"/>
              <p:cNvGrpSpPr/>
              <p:nvPr/>
            </p:nvGrpSpPr>
            <p:grpSpPr>
              <a:xfrm>
                <a:off x="14664849" y="4789093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354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5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6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7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49" name="Group 348"/>
              <p:cNvGrpSpPr/>
              <p:nvPr/>
            </p:nvGrpSpPr>
            <p:grpSpPr>
              <a:xfrm>
                <a:off x="14450044" y="4531773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350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1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2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3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59" name="Group 358"/>
              <p:cNvGrpSpPr/>
              <p:nvPr/>
            </p:nvGrpSpPr>
            <p:grpSpPr>
              <a:xfrm>
                <a:off x="14523388" y="4208732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365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6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7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8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60" name="Group 359"/>
              <p:cNvGrpSpPr/>
              <p:nvPr/>
            </p:nvGrpSpPr>
            <p:grpSpPr>
              <a:xfrm>
                <a:off x="14386630" y="3951412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361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2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3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4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70" name="Group 369"/>
              <p:cNvGrpSpPr/>
              <p:nvPr/>
            </p:nvGrpSpPr>
            <p:grpSpPr>
              <a:xfrm>
                <a:off x="14553639" y="3637456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376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7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8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9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71" name="Group 370"/>
              <p:cNvGrpSpPr/>
              <p:nvPr/>
            </p:nvGrpSpPr>
            <p:grpSpPr>
              <a:xfrm>
                <a:off x="14450044" y="3380136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372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3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4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5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81" name="Group 380"/>
              <p:cNvGrpSpPr/>
              <p:nvPr/>
            </p:nvGrpSpPr>
            <p:grpSpPr>
              <a:xfrm>
                <a:off x="14664849" y="3144139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387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8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9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0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82" name="Group 381"/>
              <p:cNvGrpSpPr/>
              <p:nvPr/>
            </p:nvGrpSpPr>
            <p:grpSpPr>
              <a:xfrm>
                <a:off x="14450044" y="2886819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383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4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5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6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88" name="Group 187"/>
              <p:cNvGrpSpPr/>
              <p:nvPr/>
            </p:nvGrpSpPr>
            <p:grpSpPr>
              <a:xfrm>
                <a:off x="14609094" y="2598825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194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5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6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7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89" name="Group 188"/>
              <p:cNvGrpSpPr/>
              <p:nvPr/>
            </p:nvGrpSpPr>
            <p:grpSpPr>
              <a:xfrm rot="20931880">
                <a:off x="14718334" y="2294093"/>
                <a:ext cx="1713963" cy="764863"/>
                <a:chOff x="15201900" y="5965825"/>
                <a:chExt cx="3411537" cy="1522413"/>
              </a:xfrm>
            </p:grpSpPr>
            <p:sp>
              <p:nvSpPr>
                <p:cNvPr id="190" name="Freeform 50"/>
                <p:cNvSpPr>
                  <a:spLocks/>
                </p:cNvSpPr>
                <p:nvPr/>
              </p:nvSpPr>
              <p:spPr bwMode="auto">
                <a:xfrm>
                  <a:off x="15201900" y="6545263"/>
                  <a:ext cx="3411537" cy="942975"/>
                </a:xfrm>
                <a:custGeom>
                  <a:avLst/>
                  <a:gdLst>
                    <a:gd name="T0" fmla="*/ 0 w 1585"/>
                    <a:gd name="T1" fmla="*/ 0 h 439"/>
                    <a:gd name="T2" fmla="*/ 0 w 1585"/>
                    <a:gd name="T3" fmla="*/ 170 h 439"/>
                    <a:gd name="T4" fmla="*/ 792 w 1585"/>
                    <a:gd name="T5" fmla="*/ 439 h 439"/>
                    <a:gd name="T6" fmla="*/ 1585 w 1585"/>
                    <a:gd name="T7" fmla="*/ 170 h 439"/>
                    <a:gd name="T8" fmla="*/ 1585 w 1585"/>
                    <a:gd name="T9" fmla="*/ 0 h 439"/>
                    <a:gd name="T10" fmla="*/ 0 w 1585"/>
                    <a:gd name="T11" fmla="*/ 0 h 4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85" h="439">
                      <a:moveTo>
                        <a:pt x="0" y="0"/>
                      </a:moveTo>
                      <a:cubicBezTo>
                        <a:pt x="0" y="170"/>
                        <a:pt x="0" y="170"/>
                        <a:pt x="0" y="170"/>
                      </a:cubicBezTo>
                      <a:cubicBezTo>
                        <a:pt x="0" y="319"/>
                        <a:pt x="354" y="439"/>
                        <a:pt x="792" y="439"/>
                      </a:cubicBezTo>
                      <a:cubicBezTo>
                        <a:pt x="1230" y="439"/>
                        <a:pt x="1585" y="319"/>
                        <a:pt x="1585" y="170"/>
                      </a:cubicBezTo>
                      <a:cubicBezTo>
                        <a:pt x="1585" y="0"/>
                        <a:pt x="1585" y="0"/>
                        <a:pt x="158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1" name="Oval 51"/>
                <p:cNvSpPr>
                  <a:spLocks noChangeArrowheads="1"/>
                </p:cNvSpPr>
                <p:nvPr/>
              </p:nvSpPr>
              <p:spPr bwMode="auto">
                <a:xfrm>
                  <a:off x="15201900" y="5965825"/>
                  <a:ext cx="3411537" cy="115728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2" name="Oval 52"/>
                <p:cNvSpPr>
                  <a:spLocks noChangeArrowheads="1"/>
                </p:cNvSpPr>
                <p:nvPr/>
              </p:nvSpPr>
              <p:spPr bwMode="auto">
                <a:xfrm>
                  <a:off x="15517813" y="6073775"/>
                  <a:ext cx="2776537" cy="941388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3" name="Freeform 53"/>
                <p:cNvSpPr>
                  <a:spLocks/>
                </p:cNvSpPr>
                <p:nvPr/>
              </p:nvSpPr>
              <p:spPr bwMode="auto">
                <a:xfrm>
                  <a:off x="16381413" y="6232525"/>
                  <a:ext cx="1050925" cy="623888"/>
                </a:xfrm>
                <a:custGeom>
                  <a:avLst/>
                  <a:gdLst>
                    <a:gd name="T0" fmla="*/ 49 w 488"/>
                    <a:gd name="T1" fmla="*/ 242 h 290"/>
                    <a:gd name="T2" fmla="*/ 0 w 488"/>
                    <a:gd name="T3" fmla="*/ 196 h 290"/>
                    <a:gd name="T4" fmla="*/ 0 w 488"/>
                    <a:gd name="T5" fmla="*/ 187 h 290"/>
                    <a:gd name="T6" fmla="*/ 178 w 488"/>
                    <a:gd name="T7" fmla="*/ 187 h 290"/>
                    <a:gd name="T8" fmla="*/ 178 w 488"/>
                    <a:gd name="T9" fmla="*/ 193 h 290"/>
                    <a:gd name="T10" fmla="*/ 195 w 488"/>
                    <a:gd name="T11" fmla="*/ 214 h 290"/>
                    <a:gd name="T12" fmla="*/ 239 w 488"/>
                    <a:gd name="T13" fmla="*/ 220 h 290"/>
                    <a:gd name="T14" fmla="*/ 283 w 488"/>
                    <a:gd name="T15" fmla="*/ 213 h 290"/>
                    <a:gd name="T16" fmla="*/ 298 w 488"/>
                    <a:gd name="T17" fmla="*/ 198 h 290"/>
                    <a:gd name="T18" fmla="*/ 277 w 488"/>
                    <a:gd name="T19" fmla="*/ 180 h 290"/>
                    <a:gd name="T20" fmla="*/ 224 w 488"/>
                    <a:gd name="T21" fmla="*/ 168 h 290"/>
                    <a:gd name="T22" fmla="*/ 154 w 488"/>
                    <a:gd name="T23" fmla="*/ 159 h 290"/>
                    <a:gd name="T24" fmla="*/ 85 w 488"/>
                    <a:gd name="T25" fmla="*/ 146 h 290"/>
                    <a:gd name="T26" fmla="*/ 32 w 488"/>
                    <a:gd name="T27" fmla="*/ 125 h 290"/>
                    <a:gd name="T28" fmla="*/ 10 w 488"/>
                    <a:gd name="T29" fmla="*/ 92 h 290"/>
                    <a:gd name="T30" fmla="*/ 191 w 488"/>
                    <a:gd name="T31" fmla="*/ 20 h 290"/>
                    <a:gd name="T32" fmla="*/ 191 w 488"/>
                    <a:gd name="T33" fmla="*/ 0 h 290"/>
                    <a:gd name="T34" fmla="*/ 282 w 488"/>
                    <a:gd name="T35" fmla="*/ 0 h 290"/>
                    <a:gd name="T36" fmla="*/ 282 w 488"/>
                    <a:gd name="T37" fmla="*/ 20 h 290"/>
                    <a:gd name="T38" fmla="*/ 424 w 488"/>
                    <a:gd name="T39" fmla="*/ 40 h 290"/>
                    <a:gd name="T40" fmla="*/ 469 w 488"/>
                    <a:gd name="T41" fmla="*/ 91 h 290"/>
                    <a:gd name="T42" fmla="*/ 297 w 488"/>
                    <a:gd name="T43" fmla="*/ 91 h 290"/>
                    <a:gd name="T44" fmla="*/ 297 w 488"/>
                    <a:gd name="T45" fmla="*/ 86 h 290"/>
                    <a:gd name="T46" fmla="*/ 284 w 488"/>
                    <a:gd name="T47" fmla="*/ 69 h 290"/>
                    <a:gd name="T48" fmla="*/ 245 w 488"/>
                    <a:gd name="T49" fmla="*/ 61 h 290"/>
                    <a:gd name="T50" fmla="*/ 202 w 488"/>
                    <a:gd name="T51" fmla="*/ 68 h 290"/>
                    <a:gd name="T52" fmla="*/ 188 w 488"/>
                    <a:gd name="T53" fmla="*/ 82 h 290"/>
                    <a:gd name="T54" fmla="*/ 210 w 488"/>
                    <a:gd name="T55" fmla="*/ 100 h 290"/>
                    <a:gd name="T56" fmla="*/ 266 w 488"/>
                    <a:gd name="T57" fmla="*/ 112 h 290"/>
                    <a:gd name="T58" fmla="*/ 338 w 488"/>
                    <a:gd name="T59" fmla="*/ 121 h 290"/>
                    <a:gd name="T60" fmla="*/ 410 w 488"/>
                    <a:gd name="T61" fmla="*/ 134 h 290"/>
                    <a:gd name="T62" fmla="*/ 465 w 488"/>
                    <a:gd name="T63" fmla="*/ 155 h 290"/>
                    <a:gd name="T64" fmla="*/ 488 w 488"/>
                    <a:gd name="T65" fmla="*/ 190 h 290"/>
                    <a:gd name="T66" fmla="*/ 435 w 488"/>
                    <a:gd name="T67" fmla="*/ 240 h 290"/>
                    <a:gd name="T68" fmla="*/ 282 w 488"/>
                    <a:gd name="T69" fmla="*/ 260 h 290"/>
                    <a:gd name="T70" fmla="*/ 282 w 488"/>
                    <a:gd name="T71" fmla="*/ 290 h 290"/>
                    <a:gd name="T72" fmla="*/ 191 w 488"/>
                    <a:gd name="T73" fmla="*/ 290 h 290"/>
                    <a:gd name="T74" fmla="*/ 191 w 488"/>
                    <a:gd name="T75" fmla="*/ 260 h 290"/>
                    <a:gd name="T76" fmla="*/ 49 w 488"/>
                    <a:gd name="T77" fmla="*/ 242 h 2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488" h="290">
                      <a:moveTo>
                        <a:pt x="49" y="242"/>
                      </a:moveTo>
                      <a:cubicBezTo>
                        <a:pt x="17" y="233"/>
                        <a:pt x="0" y="217"/>
                        <a:pt x="0" y="196"/>
                      </a:cubicBezTo>
                      <a:cubicBezTo>
                        <a:pt x="0" y="187"/>
                        <a:pt x="0" y="187"/>
                        <a:pt x="0" y="187"/>
                      </a:cubicBezTo>
                      <a:cubicBezTo>
                        <a:pt x="178" y="187"/>
                        <a:pt x="178" y="187"/>
                        <a:pt x="178" y="187"/>
                      </a:cubicBezTo>
                      <a:cubicBezTo>
                        <a:pt x="178" y="193"/>
                        <a:pt x="178" y="193"/>
                        <a:pt x="178" y="193"/>
                      </a:cubicBezTo>
                      <a:cubicBezTo>
                        <a:pt x="178" y="203"/>
                        <a:pt x="184" y="210"/>
                        <a:pt x="195" y="214"/>
                      </a:cubicBezTo>
                      <a:cubicBezTo>
                        <a:pt x="206" y="218"/>
                        <a:pt x="221" y="220"/>
                        <a:pt x="239" y="220"/>
                      </a:cubicBezTo>
                      <a:cubicBezTo>
                        <a:pt x="258" y="220"/>
                        <a:pt x="273" y="218"/>
                        <a:pt x="283" y="213"/>
                      </a:cubicBezTo>
                      <a:cubicBezTo>
                        <a:pt x="293" y="209"/>
                        <a:pt x="298" y="204"/>
                        <a:pt x="298" y="198"/>
                      </a:cubicBezTo>
                      <a:cubicBezTo>
                        <a:pt x="298" y="190"/>
                        <a:pt x="291" y="184"/>
                        <a:pt x="277" y="180"/>
                      </a:cubicBezTo>
                      <a:cubicBezTo>
                        <a:pt x="263" y="176"/>
                        <a:pt x="245" y="172"/>
                        <a:pt x="224" y="168"/>
                      </a:cubicBezTo>
                      <a:cubicBezTo>
                        <a:pt x="202" y="165"/>
                        <a:pt x="179" y="162"/>
                        <a:pt x="154" y="159"/>
                      </a:cubicBezTo>
                      <a:cubicBezTo>
                        <a:pt x="129" y="155"/>
                        <a:pt x="106" y="151"/>
                        <a:pt x="85" y="146"/>
                      </a:cubicBezTo>
                      <a:cubicBezTo>
                        <a:pt x="63" y="141"/>
                        <a:pt x="46" y="134"/>
                        <a:pt x="32" y="125"/>
                      </a:cubicBezTo>
                      <a:cubicBezTo>
                        <a:pt x="17" y="117"/>
                        <a:pt x="10" y="106"/>
                        <a:pt x="10" y="92"/>
                      </a:cubicBezTo>
                      <a:cubicBezTo>
                        <a:pt x="10" y="50"/>
                        <a:pt x="70" y="26"/>
                        <a:pt x="191" y="20"/>
                      </a:cubicBezTo>
                      <a:cubicBezTo>
                        <a:pt x="191" y="0"/>
                        <a:pt x="191" y="0"/>
                        <a:pt x="191" y="0"/>
                      </a:cubicBezTo>
                      <a:cubicBezTo>
                        <a:pt x="282" y="0"/>
                        <a:pt x="282" y="0"/>
                        <a:pt x="282" y="0"/>
                      </a:cubicBezTo>
                      <a:cubicBezTo>
                        <a:pt x="282" y="20"/>
                        <a:pt x="282" y="20"/>
                        <a:pt x="282" y="20"/>
                      </a:cubicBezTo>
                      <a:cubicBezTo>
                        <a:pt x="347" y="22"/>
                        <a:pt x="395" y="29"/>
                        <a:pt x="424" y="40"/>
                      </a:cubicBezTo>
                      <a:cubicBezTo>
                        <a:pt x="454" y="51"/>
                        <a:pt x="469" y="68"/>
                        <a:pt x="469" y="91"/>
                      </a:cubicBezTo>
                      <a:cubicBezTo>
                        <a:pt x="297" y="91"/>
                        <a:pt x="297" y="91"/>
                        <a:pt x="297" y="91"/>
                      </a:cubicBezTo>
                      <a:cubicBezTo>
                        <a:pt x="297" y="86"/>
                        <a:pt x="297" y="86"/>
                        <a:pt x="297" y="86"/>
                      </a:cubicBezTo>
                      <a:cubicBezTo>
                        <a:pt x="297" y="79"/>
                        <a:pt x="293" y="74"/>
                        <a:pt x="284" y="69"/>
                      </a:cubicBezTo>
                      <a:cubicBezTo>
                        <a:pt x="276" y="64"/>
                        <a:pt x="263" y="61"/>
                        <a:pt x="245" y="61"/>
                      </a:cubicBezTo>
                      <a:cubicBezTo>
                        <a:pt x="225" y="61"/>
                        <a:pt x="211" y="63"/>
                        <a:pt x="202" y="68"/>
                      </a:cubicBezTo>
                      <a:cubicBezTo>
                        <a:pt x="192" y="72"/>
                        <a:pt x="188" y="77"/>
                        <a:pt x="188" y="82"/>
                      </a:cubicBezTo>
                      <a:cubicBezTo>
                        <a:pt x="188" y="90"/>
                        <a:pt x="195" y="96"/>
                        <a:pt x="210" y="100"/>
                      </a:cubicBezTo>
                      <a:cubicBezTo>
                        <a:pt x="225" y="105"/>
                        <a:pt x="243" y="109"/>
                        <a:pt x="266" y="112"/>
                      </a:cubicBezTo>
                      <a:cubicBezTo>
                        <a:pt x="288" y="115"/>
                        <a:pt x="312" y="118"/>
                        <a:pt x="338" y="121"/>
                      </a:cubicBezTo>
                      <a:cubicBezTo>
                        <a:pt x="363" y="124"/>
                        <a:pt x="387" y="128"/>
                        <a:pt x="410" y="134"/>
                      </a:cubicBezTo>
                      <a:cubicBezTo>
                        <a:pt x="432" y="139"/>
                        <a:pt x="451" y="146"/>
                        <a:pt x="465" y="155"/>
                      </a:cubicBezTo>
                      <a:cubicBezTo>
                        <a:pt x="480" y="164"/>
                        <a:pt x="488" y="175"/>
                        <a:pt x="488" y="190"/>
                      </a:cubicBezTo>
                      <a:cubicBezTo>
                        <a:pt x="488" y="212"/>
                        <a:pt x="470" y="229"/>
                        <a:pt x="435" y="240"/>
                      </a:cubicBezTo>
                      <a:cubicBezTo>
                        <a:pt x="400" y="251"/>
                        <a:pt x="349" y="258"/>
                        <a:pt x="282" y="260"/>
                      </a:cubicBezTo>
                      <a:cubicBezTo>
                        <a:pt x="282" y="290"/>
                        <a:pt x="282" y="290"/>
                        <a:pt x="282" y="290"/>
                      </a:cubicBezTo>
                      <a:cubicBezTo>
                        <a:pt x="191" y="290"/>
                        <a:pt x="191" y="290"/>
                        <a:pt x="191" y="290"/>
                      </a:cubicBezTo>
                      <a:cubicBezTo>
                        <a:pt x="191" y="260"/>
                        <a:pt x="191" y="260"/>
                        <a:pt x="191" y="260"/>
                      </a:cubicBezTo>
                      <a:cubicBezTo>
                        <a:pt x="128" y="258"/>
                        <a:pt x="81" y="252"/>
                        <a:pt x="49" y="242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92" name="TextBox 391"/>
          <p:cNvSpPr txBox="1"/>
          <p:nvPr/>
        </p:nvSpPr>
        <p:spPr>
          <a:xfrm>
            <a:off x="1097280" y="1425210"/>
            <a:ext cx="3188693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About</a:t>
            </a:r>
            <a:endParaRPr lang="en-US" sz="3200" b="1"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Infographic.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458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evron 1"/>
          <p:cNvSpPr/>
          <p:nvPr/>
        </p:nvSpPr>
        <p:spPr>
          <a:xfrm>
            <a:off x="4314716" y="6401304"/>
            <a:ext cx="3220565" cy="650999"/>
          </a:xfrm>
          <a:prstGeom prst="chevron">
            <a:avLst/>
          </a:prstGeom>
          <a:gradFill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8100000" scaled="0"/>
          </a:gradFill>
          <a:ln/>
          <a:effectLst>
            <a:outerShdw blurRad="355600" dist="266700" dir="5400000" sx="88000" sy="88000" algn="t" rotWithShape="0">
              <a:schemeClr val="accent5">
                <a:alpha val="23000"/>
              </a:scheme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>
                <a:solidFill>
                  <a:schemeClr val="bg1"/>
                </a:solidFill>
                <a:latin typeface="Titillium Web SemiBold" panose="000007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2018</a:t>
            </a:r>
            <a:endParaRPr lang="en-US" sz="1800" b="1" dirty="0">
              <a:solidFill>
                <a:schemeClr val="bg1"/>
              </a:solidFill>
              <a:latin typeface="Titillium Web SemiBold" panose="000007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3" name="Chevron 2"/>
          <p:cNvSpPr/>
          <p:nvPr/>
        </p:nvSpPr>
        <p:spPr>
          <a:xfrm>
            <a:off x="7535280" y="6401304"/>
            <a:ext cx="3217436" cy="650999"/>
          </a:xfrm>
          <a:prstGeom prst="chevron">
            <a:avLst/>
          </a:prstGeom>
          <a:gradFill>
            <a:gsLst>
              <a:gs pos="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0"/>
          </a:gradFill>
          <a:ln/>
          <a:effectLst>
            <a:outerShdw blurRad="355600" dist="266700" dir="5400000" sx="88000" sy="88000" algn="t" rotWithShape="0">
              <a:schemeClr val="accent3">
                <a:alpha val="23000"/>
              </a:scheme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>
                <a:solidFill>
                  <a:schemeClr val="bg1"/>
                </a:solidFill>
                <a:latin typeface="Titillium Web SemiBold" panose="000007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2019</a:t>
            </a:r>
            <a:endParaRPr lang="en-US" sz="1800" b="1" dirty="0">
              <a:solidFill>
                <a:schemeClr val="bg1"/>
              </a:solidFill>
              <a:latin typeface="Titillium Web SemiBold" panose="000007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Chevron 3"/>
          <p:cNvSpPr/>
          <p:nvPr/>
        </p:nvSpPr>
        <p:spPr>
          <a:xfrm>
            <a:off x="10752717" y="6401304"/>
            <a:ext cx="3217436" cy="650999"/>
          </a:xfrm>
          <a:prstGeom prst="chevron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0800000" scaled="0"/>
          </a:gradFill>
          <a:ln/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>
                <a:solidFill>
                  <a:schemeClr val="bg1"/>
                </a:solidFill>
                <a:latin typeface="Titillium Web SemiBold" panose="000007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2020</a:t>
            </a:r>
            <a:endParaRPr lang="en-US" sz="1800" b="1" dirty="0">
              <a:solidFill>
                <a:schemeClr val="bg1"/>
              </a:solidFill>
              <a:latin typeface="Titillium Web SemiBold" panose="000007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5" name="Chevron 4"/>
          <p:cNvSpPr/>
          <p:nvPr/>
        </p:nvSpPr>
        <p:spPr>
          <a:xfrm>
            <a:off x="13970153" y="6401304"/>
            <a:ext cx="3220567" cy="650999"/>
          </a:xfrm>
          <a:prstGeom prst="chevron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2700000" scaled="1"/>
          </a:gradFill>
          <a:ln/>
          <a:effectLst>
            <a:outerShdw blurRad="355600" dist="266700" dir="5400000" sx="88000" sy="88000" algn="t" rotWithShape="0">
              <a:schemeClr val="accent2">
                <a:alpha val="23000"/>
              </a:scheme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>
                <a:solidFill>
                  <a:schemeClr val="bg1"/>
                </a:solidFill>
                <a:latin typeface="Titillium Web SemiBold" panose="000007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2021</a:t>
            </a:r>
            <a:endParaRPr lang="en-US" sz="1800" b="1" dirty="0">
              <a:solidFill>
                <a:schemeClr val="bg1"/>
              </a:solidFill>
              <a:latin typeface="Titillium Web SemiBold" panose="000007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7" name="Chevron 6"/>
          <p:cNvSpPr/>
          <p:nvPr/>
        </p:nvSpPr>
        <p:spPr>
          <a:xfrm>
            <a:off x="1097280" y="6401304"/>
            <a:ext cx="3217436" cy="650999"/>
          </a:xfrm>
          <a:prstGeom prst="chevron">
            <a:avLst/>
          </a:prstGeom>
          <a:gradFill>
            <a:gsLst>
              <a:gs pos="100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  <a:ln/>
          <a:effectLst>
            <a:outerShdw blurRad="355600" dist="266700" dir="5400000" sx="88000" sy="88000" algn="t" rotWithShape="0">
              <a:schemeClr val="accent1">
                <a:alpha val="23000"/>
              </a:scheme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>
                <a:solidFill>
                  <a:schemeClr val="bg1"/>
                </a:solidFill>
                <a:latin typeface="Titillium Web SemiBold" panose="000007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2017</a:t>
            </a:r>
            <a:endParaRPr lang="en-US" sz="1800" b="1" dirty="0">
              <a:solidFill>
                <a:schemeClr val="bg1"/>
              </a:solidFill>
              <a:latin typeface="Titillium Web SemiBold" panose="000007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674700" y="5321525"/>
            <a:ext cx="0" cy="84817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5773204" y="7287039"/>
            <a:ext cx="0" cy="84817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087663" y="5321525"/>
            <a:ext cx="0" cy="84817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12208075" y="7287039"/>
            <a:ext cx="0" cy="84817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15525666" y="5321525"/>
            <a:ext cx="0" cy="84817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2265383" y="4267018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5117396" y="4267018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8691390" y="4267018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3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96" name="Group 95"/>
          <p:cNvGrpSpPr/>
          <p:nvPr/>
        </p:nvGrpSpPr>
        <p:grpSpPr>
          <a:xfrm>
            <a:off x="1010693" y="7469919"/>
            <a:ext cx="16180027" cy="1133078"/>
            <a:chOff x="1010693" y="6714298"/>
            <a:chExt cx="16180027" cy="113307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B17BC37-D48C-407B-8548-52330EB7A143}"/>
                </a:ext>
              </a:extLst>
            </p:cNvPr>
            <p:cNvSpPr txBox="1"/>
            <p:nvPr/>
          </p:nvSpPr>
          <p:spPr>
            <a:xfrm>
              <a:off x="1010693" y="6714298"/>
              <a:ext cx="33280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>
                  <a:latin typeface="Titillium Web SemiBold" panose="00000700000000000000" pitchFamily="2" charset="0"/>
                  <a:cs typeface="Poppins" panose="00000500000000000000" pitchFamily="2" charset="0"/>
                </a:rPr>
                <a:t>The Creation Tool your Brand</a:t>
              </a:r>
              <a:endParaRPr lang="en-ID" sz="1800">
                <a:latin typeface="Titillium Web SemiBold" panose="000007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97280" y="7108712"/>
              <a:ext cx="315484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malesuada libero a orbi orci dui,tum eget lectus ornare, 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B17BC37-D48C-407B-8548-52330EB7A143}"/>
                </a:ext>
              </a:extLst>
            </p:cNvPr>
            <p:cNvSpPr txBox="1"/>
            <p:nvPr/>
          </p:nvSpPr>
          <p:spPr>
            <a:xfrm>
              <a:off x="13862706" y="6714298"/>
              <a:ext cx="33280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>
                  <a:latin typeface="Titillium Web SemiBold" panose="00000700000000000000" pitchFamily="2" charset="0"/>
                  <a:cs typeface="Poppins" panose="00000500000000000000" pitchFamily="2" charset="0"/>
                </a:rPr>
                <a:t>The Creation Tool your Brand</a:t>
              </a:r>
              <a:endParaRPr lang="en-ID" sz="1800">
                <a:latin typeface="Titillium Web SemiBold" panose="000007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3949293" y="7108712"/>
              <a:ext cx="315484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malesuada libero a orbi orci dui,tum eget lectus ornare, 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B17BC37-D48C-407B-8548-52330EB7A143}"/>
                </a:ext>
              </a:extLst>
            </p:cNvPr>
            <p:cNvSpPr txBox="1"/>
            <p:nvPr/>
          </p:nvSpPr>
          <p:spPr>
            <a:xfrm>
              <a:off x="7436700" y="6714298"/>
              <a:ext cx="33280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>
                  <a:latin typeface="Titillium Web SemiBold" panose="00000700000000000000" pitchFamily="2" charset="0"/>
                  <a:cs typeface="Poppins" panose="00000500000000000000" pitchFamily="2" charset="0"/>
                </a:rPr>
                <a:t>The Creation Tool your Brand</a:t>
              </a:r>
              <a:endParaRPr lang="en-ID" sz="1800">
                <a:latin typeface="Titillium Web SemiBold" panose="000007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523287" y="7108712"/>
              <a:ext cx="315484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malesuada libero a orbi orci dui,tum eget lectus ornare, </a:t>
              </a:r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5363887" y="8371090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5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1815549" y="8371090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4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97" name="Group 96"/>
          <p:cNvGrpSpPr/>
          <p:nvPr/>
        </p:nvGrpSpPr>
        <p:grpSpPr>
          <a:xfrm>
            <a:off x="4109197" y="4853741"/>
            <a:ext cx="9779676" cy="1133078"/>
            <a:chOff x="4109197" y="8085386"/>
            <a:chExt cx="9779676" cy="1133078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B17BC37-D48C-407B-8548-52330EB7A143}"/>
                </a:ext>
              </a:extLst>
            </p:cNvPr>
            <p:cNvSpPr txBox="1"/>
            <p:nvPr/>
          </p:nvSpPr>
          <p:spPr>
            <a:xfrm>
              <a:off x="4109197" y="8085386"/>
              <a:ext cx="33280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>
                  <a:latin typeface="Titillium Web SemiBold" panose="00000700000000000000" pitchFamily="2" charset="0"/>
                  <a:cs typeface="Poppins" panose="00000500000000000000" pitchFamily="2" charset="0"/>
                </a:rPr>
                <a:t>The Creation Tool your Brand</a:t>
              </a:r>
              <a:endParaRPr lang="en-ID" sz="1800">
                <a:latin typeface="Titillium Web SemiBold" panose="000007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195784" y="8479800"/>
              <a:ext cx="315484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malesuada libero a orbi orci dui,tum eget lectus ornare, 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B17BC37-D48C-407B-8548-52330EB7A143}"/>
                </a:ext>
              </a:extLst>
            </p:cNvPr>
            <p:cNvSpPr txBox="1"/>
            <p:nvPr/>
          </p:nvSpPr>
          <p:spPr>
            <a:xfrm>
              <a:off x="10560859" y="8085386"/>
              <a:ext cx="33280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>
                  <a:latin typeface="Titillium Web SemiBold" panose="00000700000000000000" pitchFamily="2" charset="0"/>
                  <a:cs typeface="Poppins" panose="00000500000000000000" pitchFamily="2" charset="0"/>
                </a:rPr>
                <a:t>The Creation Tool your Brand</a:t>
              </a:r>
              <a:endParaRPr lang="en-ID" sz="1800">
                <a:latin typeface="Titillium Web SemiBold" panose="000007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10647446" y="8479800"/>
              <a:ext cx="315484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en-US" sz="14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malesuada libero a orbi orci dui,tum eget lectus ornare, </a:t>
              </a:r>
            </a:p>
          </p:txBody>
        </p:sp>
      </p:grpSp>
      <p:sp>
        <p:nvSpPr>
          <p:cNvPr id="99" name="Freeform 64"/>
          <p:cNvSpPr>
            <a:spLocks/>
          </p:cNvSpPr>
          <p:nvPr/>
        </p:nvSpPr>
        <p:spPr bwMode="auto">
          <a:xfrm>
            <a:off x="2502465" y="4510431"/>
            <a:ext cx="344468" cy="331805"/>
          </a:xfrm>
          <a:custGeom>
            <a:avLst/>
            <a:gdLst>
              <a:gd name="T0" fmla="*/ 249 w 249"/>
              <a:gd name="T1" fmla="*/ 211 h 239"/>
              <a:gd name="T2" fmla="*/ 249 w 249"/>
              <a:gd name="T3" fmla="*/ 239 h 239"/>
              <a:gd name="T4" fmla="*/ 124 w 249"/>
              <a:gd name="T5" fmla="*/ 239 h 239"/>
              <a:gd name="T6" fmla="*/ 0 w 249"/>
              <a:gd name="T7" fmla="*/ 239 h 239"/>
              <a:gd name="T8" fmla="*/ 0 w 249"/>
              <a:gd name="T9" fmla="*/ 211 h 239"/>
              <a:gd name="T10" fmla="*/ 54 w 249"/>
              <a:gd name="T11" fmla="*/ 178 h 239"/>
              <a:gd name="T12" fmla="*/ 97 w 249"/>
              <a:gd name="T13" fmla="*/ 135 h 239"/>
              <a:gd name="T14" fmla="*/ 83 w 249"/>
              <a:gd name="T15" fmla="*/ 102 h 239"/>
              <a:gd name="T16" fmla="*/ 70 w 249"/>
              <a:gd name="T17" fmla="*/ 80 h 239"/>
              <a:gd name="T18" fmla="*/ 75 w 249"/>
              <a:gd name="T19" fmla="*/ 69 h 239"/>
              <a:gd name="T20" fmla="*/ 72 w 249"/>
              <a:gd name="T21" fmla="*/ 45 h 239"/>
              <a:gd name="T22" fmla="*/ 124 w 249"/>
              <a:gd name="T23" fmla="*/ 0 h 239"/>
              <a:gd name="T24" fmla="*/ 177 w 249"/>
              <a:gd name="T25" fmla="*/ 45 h 239"/>
              <a:gd name="T26" fmla="*/ 174 w 249"/>
              <a:gd name="T27" fmla="*/ 69 h 239"/>
              <a:gd name="T28" fmla="*/ 178 w 249"/>
              <a:gd name="T29" fmla="*/ 80 h 239"/>
              <a:gd name="T30" fmla="*/ 166 w 249"/>
              <a:gd name="T31" fmla="*/ 102 h 239"/>
              <a:gd name="T32" fmla="*/ 152 w 249"/>
              <a:gd name="T33" fmla="*/ 135 h 239"/>
              <a:gd name="T34" fmla="*/ 195 w 249"/>
              <a:gd name="T35" fmla="*/ 178 h 239"/>
              <a:gd name="T36" fmla="*/ 249 w 249"/>
              <a:gd name="T37" fmla="*/ 211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49" h="239">
                <a:moveTo>
                  <a:pt x="249" y="211"/>
                </a:moveTo>
                <a:cubicBezTo>
                  <a:pt x="249" y="219"/>
                  <a:pt x="249" y="239"/>
                  <a:pt x="249" y="239"/>
                </a:cubicBezTo>
                <a:cubicBezTo>
                  <a:pt x="124" y="239"/>
                  <a:pt x="124" y="239"/>
                  <a:pt x="124" y="239"/>
                </a:cubicBezTo>
                <a:cubicBezTo>
                  <a:pt x="0" y="239"/>
                  <a:pt x="0" y="239"/>
                  <a:pt x="0" y="239"/>
                </a:cubicBezTo>
                <a:cubicBezTo>
                  <a:pt x="0" y="239"/>
                  <a:pt x="0" y="219"/>
                  <a:pt x="0" y="211"/>
                </a:cubicBezTo>
                <a:cubicBezTo>
                  <a:pt x="0" y="203"/>
                  <a:pt x="21" y="190"/>
                  <a:pt x="54" y="178"/>
                </a:cubicBezTo>
                <a:cubicBezTo>
                  <a:pt x="87" y="166"/>
                  <a:pt x="97" y="156"/>
                  <a:pt x="97" y="135"/>
                </a:cubicBezTo>
                <a:cubicBezTo>
                  <a:pt x="97" y="122"/>
                  <a:pt x="87" y="126"/>
                  <a:pt x="83" y="102"/>
                </a:cubicBezTo>
                <a:cubicBezTo>
                  <a:pt x="81" y="93"/>
                  <a:pt x="72" y="102"/>
                  <a:pt x="70" y="80"/>
                </a:cubicBezTo>
                <a:cubicBezTo>
                  <a:pt x="70" y="71"/>
                  <a:pt x="75" y="69"/>
                  <a:pt x="75" y="69"/>
                </a:cubicBezTo>
                <a:cubicBezTo>
                  <a:pt x="75" y="69"/>
                  <a:pt x="73" y="55"/>
                  <a:pt x="72" y="45"/>
                </a:cubicBezTo>
                <a:cubicBezTo>
                  <a:pt x="71" y="33"/>
                  <a:pt x="79" y="0"/>
                  <a:pt x="124" y="0"/>
                </a:cubicBezTo>
                <a:cubicBezTo>
                  <a:pt x="170" y="0"/>
                  <a:pt x="178" y="33"/>
                  <a:pt x="177" y="45"/>
                </a:cubicBezTo>
                <a:cubicBezTo>
                  <a:pt x="176" y="55"/>
                  <a:pt x="174" y="69"/>
                  <a:pt x="174" y="69"/>
                </a:cubicBezTo>
                <a:cubicBezTo>
                  <a:pt x="174" y="69"/>
                  <a:pt x="178" y="71"/>
                  <a:pt x="178" y="80"/>
                </a:cubicBezTo>
                <a:cubicBezTo>
                  <a:pt x="177" y="102"/>
                  <a:pt x="168" y="93"/>
                  <a:pt x="166" y="102"/>
                </a:cubicBezTo>
                <a:cubicBezTo>
                  <a:pt x="162" y="126"/>
                  <a:pt x="152" y="122"/>
                  <a:pt x="152" y="135"/>
                </a:cubicBezTo>
                <a:cubicBezTo>
                  <a:pt x="152" y="156"/>
                  <a:pt x="163" y="166"/>
                  <a:pt x="195" y="178"/>
                </a:cubicBezTo>
                <a:cubicBezTo>
                  <a:pt x="228" y="190"/>
                  <a:pt x="249" y="203"/>
                  <a:pt x="249" y="2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100" name="Freeform 71"/>
          <p:cNvSpPr>
            <a:spLocks noEditPoints="1"/>
          </p:cNvSpPr>
          <p:nvPr/>
        </p:nvSpPr>
        <p:spPr bwMode="auto">
          <a:xfrm>
            <a:off x="5629130" y="8606669"/>
            <a:ext cx="288146" cy="347472"/>
          </a:xfrm>
          <a:custGeom>
            <a:avLst/>
            <a:gdLst>
              <a:gd name="T0" fmla="*/ 186 w 186"/>
              <a:gd name="T1" fmla="*/ 95 h 225"/>
              <a:gd name="T2" fmla="*/ 186 w 186"/>
              <a:gd name="T3" fmla="*/ 199 h 225"/>
              <a:gd name="T4" fmla="*/ 173 w 186"/>
              <a:gd name="T5" fmla="*/ 216 h 225"/>
              <a:gd name="T6" fmla="*/ 157 w 186"/>
              <a:gd name="T7" fmla="*/ 221 h 225"/>
              <a:gd name="T8" fmla="*/ 131 w 186"/>
              <a:gd name="T9" fmla="*/ 225 h 225"/>
              <a:gd name="T10" fmla="*/ 54 w 186"/>
              <a:gd name="T11" fmla="*/ 225 h 225"/>
              <a:gd name="T12" fmla="*/ 28 w 186"/>
              <a:gd name="T13" fmla="*/ 221 h 225"/>
              <a:gd name="T14" fmla="*/ 13 w 186"/>
              <a:gd name="T15" fmla="*/ 216 h 225"/>
              <a:gd name="T16" fmla="*/ 0 w 186"/>
              <a:gd name="T17" fmla="*/ 199 h 225"/>
              <a:gd name="T18" fmla="*/ 0 w 186"/>
              <a:gd name="T19" fmla="*/ 95 h 225"/>
              <a:gd name="T20" fmla="*/ 14 w 186"/>
              <a:gd name="T21" fmla="*/ 79 h 225"/>
              <a:gd name="T22" fmla="*/ 40 w 186"/>
              <a:gd name="T23" fmla="*/ 79 h 225"/>
              <a:gd name="T24" fmla="*/ 40 w 186"/>
              <a:gd name="T25" fmla="*/ 61 h 225"/>
              <a:gd name="T26" fmla="*/ 93 w 186"/>
              <a:gd name="T27" fmla="*/ 0 h 225"/>
              <a:gd name="T28" fmla="*/ 146 w 186"/>
              <a:gd name="T29" fmla="*/ 61 h 225"/>
              <a:gd name="T30" fmla="*/ 146 w 186"/>
              <a:gd name="T31" fmla="*/ 79 h 225"/>
              <a:gd name="T32" fmla="*/ 170 w 186"/>
              <a:gd name="T33" fmla="*/ 79 h 225"/>
              <a:gd name="T34" fmla="*/ 186 w 186"/>
              <a:gd name="T35" fmla="*/ 95 h 225"/>
              <a:gd name="T36" fmla="*/ 67 w 186"/>
              <a:gd name="T37" fmla="*/ 79 h 225"/>
              <a:gd name="T38" fmla="*/ 120 w 186"/>
              <a:gd name="T39" fmla="*/ 79 h 225"/>
              <a:gd name="T40" fmla="*/ 120 w 186"/>
              <a:gd name="T41" fmla="*/ 55 h 225"/>
              <a:gd name="T42" fmla="*/ 93 w 186"/>
              <a:gd name="T43" fmla="*/ 26 h 225"/>
              <a:gd name="T44" fmla="*/ 67 w 186"/>
              <a:gd name="T45" fmla="*/ 55 h 225"/>
              <a:gd name="T46" fmla="*/ 67 w 186"/>
              <a:gd name="T47" fmla="*/ 79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86" h="225">
                <a:moveTo>
                  <a:pt x="186" y="95"/>
                </a:moveTo>
                <a:cubicBezTo>
                  <a:pt x="186" y="199"/>
                  <a:pt x="186" y="199"/>
                  <a:pt x="186" y="199"/>
                </a:cubicBezTo>
                <a:cubicBezTo>
                  <a:pt x="186" y="206"/>
                  <a:pt x="180" y="214"/>
                  <a:pt x="173" y="216"/>
                </a:cubicBezTo>
                <a:cubicBezTo>
                  <a:pt x="157" y="221"/>
                  <a:pt x="157" y="221"/>
                  <a:pt x="157" y="221"/>
                </a:cubicBezTo>
                <a:cubicBezTo>
                  <a:pt x="151" y="223"/>
                  <a:pt x="139" y="225"/>
                  <a:pt x="131" y="225"/>
                </a:cubicBezTo>
                <a:cubicBezTo>
                  <a:pt x="54" y="225"/>
                  <a:pt x="54" y="225"/>
                  <a:pt x="54" y="225"/>
                </a:cubicBezTo>
                <a:cubicBezTo>
                  <a:pt x="47" y="225"/>
                  <a:pt x="35" y="223"/>
                  <a:pt x="28" y="221"/>
                </a:cubicBezTo>
                <a:cubicBezTo>
                  <a:pt x="13" y="216"/>
                  <a:pt x="13" y="216"/>
                  <a:pt x="13" y="216"/>
                </a:cubicBezTo>
                <a:cubicBezTo>
                  <a:pt x="6" y="214"/>
                  <a:pt x="0" y="206"/>
                  <a:pt x="0" y="199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88"/>
                  <a:pt x="6" y="79"/>
                  <a:pt x="14" y="79"/>
                </a:cubicBezTo>
                <a:cubicBezTo>
                  <a:pt x="40" y="79"/>
                  <a:pt x="40" y="79"/>
                  <a:pt x="40" y="79"/>
                </a:cubicBezTo>
                <a:cubicBezTo>
                  <a:pt x="40" y="61"/>
                  <a:pt x="40" y="61"/>
                  <a:pt x="40" y="61"/>
                </a:cubicBezTo>
                <a:cubicBezTo>
                  <a:pt x="40" y="22"/>
                  <a:pt x="58" y="0"/>
                  <a:pt x="93" y="0"/>
                </a:cubicBezTo>
                <a:cubicBezTo>
                  <a:pt x="128" y="0"/>
                  <a:pt x="146" y="22"/>
                  <a:pt x="146" y="61"/>
                </a:cubicBezTo>
                <a:cubicBezTo>
                  <a:pt x="146" y="79"/>
                  <a:pt x="146" y="79"/>
                  <a:pt x="146" y="79"/>
                </a:cubicBezTo>
                <a:cubicBezTo>
                  <a:pt x="170" y="79"/>
                  <a:pt x="170" y="79"/>
                  <a:pt x="170" y="79"/>
                </a:cubicBezTo>
                <a:cubicBezTo>
                  <a:pt x="177" y="79"/>
                  <a:pt x="186" y="88"/>
                  <a:pt x="186" y="95"/>
                </a:cubicBezTo>
                <a:close/>
                <a:moveTo>
                  <a:pt x="67" y="79"/>
                </a:moveTo>
                <a:cubicBezTo>
                  <a:pt x="120" y="79"/>
                  <a:pt x="120" y="79"/>
                  <a:pt x="120" y="79"/>
                </a:cubicBezTo>
                <a:cubicBezTo>
                  <a:pt x="120" y="55"/>
                  <a:pt x="120" y="55"/>
                  <a:pt x="120" y="55"/>
                </a:cubicBezTo>
                <a:cubicBezTo>
                  <a:pt x="120" y="36"/>
                  <a:pt x="109" y="26"/>
                  <a:pt x="93" y="26"/>
                </a:cubicBezTo>
                <a:cubicBezTo>
                  <a:pt x="77" y="26"/>
                  <a:pt x="67" y="36"/>
                  <a:pt x="67" y="55"/>
                </a:cubicBezTo>
                <a:lnTo>
                  <a:pt x="67" y="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101" name="Freeform 364"/>
          <p:cNvSpPr>
            <a:spLocks noEditPoints="1"/>
          </p:cNvSpPr>
          <p:nvPr/>
        </p:nvSpPr>
        <p:spPr bwMode="auto">
          <a:xfrm>
            <a:off x="8926970" y="4514084"/>
            <a:ext cx="347472" cy="324498"/>
          </a:xfrm>
          <a:custGeom>
            <a:avLst/>
            <a:gdLst>
              <a:gd name="T0" fmla="*/ 91 w 182"/>
              <a:gd name="T1" fmla="*/ 0 h 170"/>
              <a:gd name="T2" fmla="*/ 182 w 182"/>
              <a:gd name="T3" fmla="*/ 37 h 170"/>
              <a:gd name="T4" fmla="*/ 182 w 182"/>
              <a:gd name="T5" fmla="*/ 49 h 170"/>
              <a:gd name="T6" fmla="*/ 169 w 182"/>
              <a:gd name="T7" fmla="*/ 49 h 170"/>
              <a:gd name="T8" fmla="*/ 167 w 182"/>
              <a:gd name="T9" fmla="*/ 53 h 170"/>
              <a:gd name="T10" fmla="*/ 163 w 182"/>
              <a:gd name="T11" fmla="*/ 55 h 170"/>
              <a:gd name="T12" fmla="*/ 19 w 182"/>
              <a:gd name="T13" fmla="*/ 55 h 170"/>
              <a:gd name="T14" fmla="*/ 14 w 182"/>
              <a:gd name="T15" fmla="*/ 53 h 170"/>
              <a:gd name="T16" fmla="*/ 12 w 182"/>
              <a:gd name="T17" fmla="*/ 49 h 170"/>
              <a:gd name="T18" fmla="*/ 0 w 182"/>
              <a:gd name="T19" fmla="*/ 49 h 170"/>
              <a:gd name="T20" fmla="*/ 0 w 182"/>
              <a:gd name="T21" fmla="*/ 37 h 170"/>
              <a:gd name="T22" fmla="*/ 91 w 182"/>
              <a:gd name="T23" fmla="*/ 0 h 170"/>
              <a:gd name="T24" fmla="*/ 175 w 182"/>
              <a:gd name="T25" fmla="*/ 151 h 170"/>
              <a:gd name="T26" fmla="*/ 180 w 182"/>
              <a:gd name="T27" fmla="*/ 153 h 170"/>
              <a:gd name="T28" fmla="*/ 182 w 182"/>
              <a:gd name="T29" fmla="*/ 158 h 170"/>
              <a:gd name="T30" fmla="*/ 182 w 182"/>
              <a:gd name="T31" fmla="*/ 170 h 170"/>
              <a:gd name="T32" fmla="*/ 0 w 182"/>
              <a:gd name="T33" fmla="*/ 170 h 170"/>
              <a:gd name="T34" fmla="*/ 0 w 182"/>
              <a:gd name="T35" fmla="*/ 158 h 170"/>
              <a:gd name="T36" fmla="*/ 2 w 182"/>
              <a:gd name="T37" fmla="*/ 153 h 170"/>
              <a:gd name="T38" fmla="*/ 7 w 182"/>
              <a:gd name="T39" fmla="*/ 151 h 170"/>
              <a:gd name="T40" fmla="*/ 175 w 182"/>
              <a:gd name="T41" fmla="*/ 151 h 170"/>
              <a:gd name="T42" fmla="*/ 24 w 182"/>
              <a:gd name="T43" fmla="*/ 61 h 170"/>
              <a:gd name="T44" fmla="*/ 48 w 182"/>
              <a:gd name="T45" fmla="*/ 61 h 170"/>
              <a:gd name="T46" fmla="*/ 48 w 182"/>
              <a:gd name="T47" fmla="*/ 133 h 170"/>
              <a:gd name="T48" fmla="*/ 61 w 182"/>
              <a:gd name="T49" fmla="*/ 133 h 170"/>
              <a:gd name="T50" fmla="*/ 61 w 182"/>
              <a:gd name="T51" fmla="*/ 61 h 170"/>
              <a:gd name="T52" fmla="*/ 85 w 182"/>
              <a:gd name="T53" fmla="*/ 61 h 170"/>
              <a:gd name="T54" fmla="*/ 85 w 182"/>
              <a:gd name="T55" fmla="*/ 133 h 170"/>
              <a:gd name="T56" fmla="*/ 97 w 182"/>
              <a:gd name="T57" fmla="*/ 133 h 170"/>
              <a:gd name="T58" fmla="*/ 97 w 182"/>
              <a:gd name="T59" fmla="*/ 61 h 170"/>
              <a:gd name="T60" fmla="*/ 121 w 182"/>
              <a:gd name="T61" fmla="*/ 61 h 170"/>
              <a:gd name="T62" fmla="*/ 121 w 182"/>
              <a:gd name="T63" fmla="*/ 133 h 170"/>
              <a:gd name="T64" fmla="*/ 133 w 182"/>
              <a:gd name="T65" fmla="*/ 133 h 170"/>
              <a:gd name="T66" fmla="*/ 133 w 182"/>
              <a:gd name="T67" fmla="*/ 61 h 170"/>
              <a:gd name="T68" fmla="*/ 157 w 182"/>
              <a:gd name="T69" fmla="*/ 61 h 170"/>
              <a:gd name="T70" fmla="*/ 157 w 182"/>
              <a:gd name="T71" fmla="*/ 133 h 170"/>
              <a:gd name="T72" fmla="*/ 163 w 182"/>
              <a:gd name="T73" fmla="*/ 133 h 170"/>
              <a:gd name="T74" fmla="*/ 167 w 182"/>
              <a:gd name="T75" fmla="*/ 135 h 170"/>
              <a:gd name="T76" fmla="*/ 169 w 182"/>
              <a:gd name="T77" fmla="*/ 139 h 170"/>
              <a:gd name="T78" fmla="*/ 169 w 182"/>
              <a:gd name="T79" fmla="*/ 145 h 170"/>
              <a:gd name="T80" fmla="*/ 12 w 182"/>
              <a:gd name="T81" fmla="*/ 145 h 170"/>
              <a:gd name="T82" fmla="*/ 12 w 182"/>
              <a:gd name="T83" fmla="*/ 139 h 170"/>
              <a:gd name="T84" fmla="*/ 14 w 182"/>
              <a:gd name="T85" fmla="*/ 135 h 170"/>
              <a:gd name="T86" fmla="*/ 19 w 182"/>
              <a:gd name="T87" fmla="*/ 133 h 170"/>
              <a:gd name="T88" fmla="*/ 24 w 182"/>
              <a:gd name="T89" fmla="*/ 133 h 170"/>
              <a:gd name="T90" fmla="*/ 24 w 182"/>
              <a:gd name="T91" fmla="*/ 61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82" h="170">
                <a:moveTo>
                  <a:pt x="91" y="0"/>
                </a:moveTo>
                <a:cubicBezTo>
                  <a:pt x="182" y="37"/>
                  <a:pt x="182" y="37"/>
                  <a:pt x="182" y="37"/>
                </a:cubicBezTo>
                <a:cubicBezTo>
                  <a:pt x="182" y="49"/>
                  <a:pt x="182" y="49"/>
                  <a:pt x="182" y="49"/>
                </a:cubicBezTo>
                <a:cubicBezTo>
                  <a:pt x="169" y="49"/>
                  <a:pt x="169" y="49"/>
                  <a:pt x="169" y="49"/>
                </a:cubicBezTo>
                <a:cubicBezTo>
                  <a:pt x="169" y="50"/>
                  <a:pt x="169" y="52"/>
                  <a:pt x="167" y="53"/>
                </a:cubicBezTo>
                <a:cubicBezTo>
                  <a:pt x="166" y="54"/>
                  <a:pt x="165" y="55"/>
                  <a:pt x="163" y="55"/>
                </a:cubicBezTo>
                <a:cubicBezTo>
                  <a:pt x="19" y="55"/>
                  <a:pt x="19" y="55"/>
                  <a:pt x="19" y="55"/>
                </a:cubicBezTo>
                <a:cubicBezTo>
                  <a:pt x="17" y="55"/>
                  <a:pt x="15" y="54"/>
                  <a:pt x="14" y="53"/>
                </a:cubicBezTo>
                <a:cubicBezTo>
                  <a:pt x="13" y="52"/>
                  <a:pt x="12" y="50"/>
                  <a:pt x="12" y="49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37"/>
                  <a:pt x="0" y="37"/>
                  <a:pt x="0" y="37"/>
                </a:cubicBezTo>
                <a:lnTo>
                  <a:pt x="91" y="0"/>
                </a:lnTo>
                <a:close/>
                <a:moveTo>
                  <a:pt x="175" y="151"/>
                </a:moveTo>
                <a:cubicBezTo>
                  <a:pt x="177" y="151"/>
                  <a:pt x="178" y="152"/>
                  <a:pt x="180" y="153"/>
                </a:cubicBezTo>
                <a:cubicBezTo>
                  <a:pt x="181" y="154"/>
                  <a:pt x="182" y="156"/>
                  <a:pt x="182" y="158"/>
                </a:cubicBezTo>
                <a:cubicBezTo>
                  <a:pt x="182" y="170"/>
                  <a:pt x="182" y="170"/>
                  <a:pt x="182" y="170"/>
                </a:cubicBezTo>
                <a:cubicBezTo>
                  <a:pt x="0" y="170"/>
                  <a:pt x="0" y="170"/>
                  <a:pt x="0" y="170"/>
                </a:cubicBezTo>
                <a:cubicBezTo>
                  <a:pt x="0" y="158"/>
                  <a:pt x="0" y="158"/>
                  <a:pt x="0" y="158"/>
                </a:cubicBezTo>
                <a:cubicBezTo>
                  <a:pt x="0" y="156"/>
                  <a:pt x="1" y="154"/>
                  <a:pt x="2" y="153"/>
                </a:cubicBezTo>
                <a:cubicBezTo>
                  <a:pt x="3" y="152"/>
                  <a:pt x="5" y="151"/>
                  <a:pt x="7" y="151"/>
                </a:cubicBezTo>
                <a:lnTo>
                  <a:pt x="175" y="151"/>
                </a:lnTo>
                <a:close/>
                <a:moveTo>
                  <a:pt x="24" y="61"/>
                </a:moveTo>
                <a:cubicBezTo>
                  <a:pt x="48" y="61"/>
                  <a:pt x="48" y="61"/>
                  <a:pt x="48" y="61"/>
                </a:cubicBezTo>
                <a:cubicBezTo>
                  <a:pt x="48" y="133"/>
                  <a:pt x="48" y="133"/>
                  <a:pt x="48" y="133"/>
                </a:cubicBezTo>
                <a:cubicBezTo>
                  <a:pt x="61" y="133"/>
                  <a:pt x="61" y="133"/>
                  <a:pt x="61" y="133"/>
                </a:cubicBezTo>
                <a:cubicBezTo>
                  <a:pt x="61" y="61"/>
                  <a:pt x="61" y="61"/>
                  <a:pt x="61" y="61"/>
                </a:cubicBezTo>
                <a:cubicBezTo>
                  <a:pt x="85" y="61"/>
                  <a:pt x="85" y="61"/>
                  <a:pt x="85" y="61"/>
                </a:cubicBezTo>
                <a:cubicBezTo>
                  <a:pt x="85" y="133"/>
                  <a:pt x="85" y="133"/>
                  <a:pt x="85" y="133"/>
                </a:cubicBezTo>
                <a:cubicBezTo>
                  <a:pt x="97" y="133"/>
                  <a:pt x="97" y="133"/>
                  <a:pt x="97" y="133"/>
                </a:cubicBezTo>
                <a:cubicBezTo>
                  <a:pt x="97" y="61"/>
                  <a:pt x="97" y="61"/>
                  <a:pt x="97" y="61"/>
                </a:cubicBezTo>
                <a:cubicBezTo>
                  <a:pt x="121" y="61"/>
                  <a:pt x="121" y="61"/>
                  <a:pt x="121" y="61"/>
                </a:cubicBezTo>
                <a:cubicBezTo>
                  <a:pt x="121" y="133"/>
                  <a:pt x="121" y="133"/>
                  <a:pt x="121" y="133"/>
                </a:cubicBezTo>
                <a:cubicBezTo>
                  <a:pt x="133" y="133"/>
                  <a:pt x="133" y="133"/>
                  <a:pt x="133" y="133"/>
                </a:cubicBezTo>
                <a:cubicBezTo>
                  <a:pt x="133" y="61"/>
                  <a:pt x="133" y="61"/>
                  <a:pt x="133" y="61"/>
                </a:cubicBezTo>
                <a:cubicBezTo>
                  <a:pt x="157" y="61"/>
                  <a:pt x="157" y="61"/>
                  <a:pt x="157" y="61"/>
                </a:cubicBezTo>
                <a:cubicBezTo>
                  <a:pt x="157" y="133"/>
                  <a:pt x="157" y="133"/>
                  <a:pt x="157" y="133"/>
                </a:cubicBezTo>
                <a:cubicBezTo>
                  <a:pt x="163" y="133"/>
                  <a:pt x="163" y="133"/>
                  <a:pt x="163" y="133"/>
                </a:cubicBezTo>
                <a:cubicBezTo>
                  <a:pt x="165" y="133"/>
                  <a:pt x="166" y="134"/>
                  <a:pt x="167" y="135"/>
                </a:cubicBezTo>
                <a:cubicBezTo>
                  <a:pt x="169" y="136"/>
                  <a:pt x="169" y="138"/>
                  <a:pt x="169" y="139"/>
                </a:cubicBezTo>
                <a:cubicBezTo>
                  <a:pt x="169" y="145"/>
                  <a:pt x="169" y="145"/>
                  <a:pt x="169" y="145"/>
                </a:cubicBezTo>
                <a:cubicBezTo>
                  <a:pt x="12" y="145"/>
                  <a:pt x="12" y="145"/>
                  <a:pt x="12" y="145"/>
                </a:cubicBezTo>
                <a:cubicBezTo>
                  <a:pt x="12" y="139"/>
                  <a:pt x="12" y="139"/>
                  <a:pt x="12" y="139"/>
                </a:cubicBezTo>
                <a:cubicBezTo>
                  <a:pt x="12" y="138"/>
                  <a:pt x="13" y="136"/>
                  <a:pt x="14" y="135"/>
                </a:cubicBezTo>
                <a:cubicBezTo>
                  <a:pt x="15" y="134"/>
                  <a:pt x="17" y="133"/>
                  <a:pt x="19" y="133"/>
                </a:cubicBezTo>
                <a:cubicBezTo>
                  <a:pt x="24" y="133"/>
                  <a:pt x="24" y="133"/>
                  <a:pt x="24" y="133"/>
                </a:cubicBezTo>
                <a:lnTo>
                  <a:pt x="24" y="6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102" name="Freeform 48"/>
          <p:cNvSpPr>
            <a:spLocks noEditPoints="1"/>
          </p:cNvSpPr>
          <p:nvPr/>
        </p:nvSpPr>
        <p:spPr bwMode="auto">
          <a:xfrm>
            <a:off x="12062182" y="8604708"/>
            <a:ext cx="325366" cy="351395"/>
          </a:xfrm>
          <a:custGeom>
            <a:avLst/>
            <a:gdLst>
              <a:gd name="T0" fmla="*/ 220 w 227"/>
              <a:gd name="T1" fmla="*/ 142 h 247"/>
              <a:gd name="T2" fmla="*/ 132 w 227"/>
              <a:gd name="T3" fmla="*/ 226 h 247"/>
              <a:gd name="T4" fmla="*/ 13 w 227"/>
              <a:gd name="T5" fmla="*/ 218 h 247"/>
              <a:gd name="T6" fmla="*/ 21 w 227"/>
              <a:gd name="T7" fmla="*/ 159 h 247"/>
              <a:gd name="T8" fmla="*/ 38 w 227"/>
              <a:gd name="T9" fmla="*/ 28 h 247"/>
              <a:gd name="T10" fmla="*/ 54 w 227"/>
              <a:gd name="T11" fmla="*/ 5 h 247"/>
              <a:gd name="T12" fmla="*/ 80 w 227"/>
              <a:gd name="T13" fmla="*/ 13 h 247"/>
              <a:gd name="T14" fmla="*/ 176 w 227"/>
              <a:gd name="T15" fmla="*/ 101 h 247"/>
              <a:gd name="T16" fmla="*/ 220 w 227"/>
              <a:gd name="T17" fmla="*/ 142 h 247"/>
              <a:gd name="T18" fmla="*/ 201 w 227"/>
              <a:gd name="T19" fmla="*/ 148 h 247"/>
              <a:gd name="T20" fmla="*/ 106 w 227"/>
              <a:gd name="T21" fmla="*/ 152 h 247"/>
              <a:gd name="T22" fmla="*/ 31 w 227"/>
              <a:gd name="T23" fmla="*/ 211 h 247"/>
              <a:gd name="T24" fmla="*/ 127 w 227"/>
              <a:gd name="T25" fmla="*/ 208 h 247"/>
              <a:gd name="T26" fmla="*/ 201 w 227"/>
              <a:gd name="T27" fmla="*/ 148 h 247"/>
              <a:gd name="T28" fmla="*/ 120 w 227"/>
              <a:gd name="T29" fmla="*/ 159 h 247"/>
              <a:gd name="T30" fmla="*/ 120 w 227"/>
              <a:gd name="T31" fmla="*/ 159 h 247"/>
              <a:gd name="T32" fmla="*/ 93 w 227"/>
              <a:gd name="T33" fmla="*/ 197 h 247"/>
              <a:gd name="T34" fmla="*/ 52 w 227"/>
              <a:gd name="T35" fmla="*/ 194 h 247"/>
              <a:gd name="T36" fmla="*/ 110 w 227"/>
              <a:gd name="T37" fmla="*/ 162 h 247"/>
              <a:gd name="T38" fmla="*/ 120 w 227"/>
              <a:gd name="T39" fmla="*/ 159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27" h="247">
                <a:moveTo>
                  <a:pt x="220" y="142"/>
                </a:moveTo>
                <a:cubicBezTo>
                  <a:pt x="227" y="162"/>
                  <a:pt x="190" y="205"/>
                  <a:pt x="132" y="226"/>
                </a:cubicBezTo>
                <a:cubicBezTo>
                  <a:pt x="75" y="247"/>
                  <a:pt x="20" y="239"/>
                  <a:pt x="13" y="218"/>
                </a:cubicBezTo>
                <a:cubicBezTo>
                  <a:pt x="3" y="189"/>
                  <a:pt x="28" y="188"/>
                  <a:pt x="21" y="159"/>
                </a:cubicBezTo>
                <a:cubicBezTo>
                  <a:pt x="3" y="89"/>
                  <a:pt x="0" y="60"/>
                  <a:pt x="38" y="28"/>
                </a:cubicBezTo>
                <a:cubicBezTo>
                  <a:pt x="52" y="17"/>
                  <a:pt x="40" y="9"/>
                  <a:pt x="54" y="5"/>
                </a:cubicBezTo>
                <a:cubicBezTo>
                  <a:pt x="67" y="0"/>
                  <a:pt x="63" y="13"/>
                  <a:pt x="80" y="13"/>
                </a:cubicBezTo>
                <a:cubicBezTo>
                  <a:pt x="130" y="11"/>
                  <a:pt x="146" y="36"/>
                  <a:pt x="176" y="101"/>
                </a:cubicBezTo>
                <a:cubicBezTo>
                  <a:pt x="189" y="129"/>
                  <a:pt x="209" y="113"/>
                  <a:pt x="220" y="142"/>
                </a:cubicBezTo>
                <a:close/>
                <a:moveTo>
                  <a:pt x="201" y="148"/>
                </a:moveTo>
                <a:cubicBezTo>
                  <a:pt x="198" y="138"/>
                  <a:pt x="165" y="130"/>
                  <a:pt x="106" y="152"/>
                </a:cubicBezTo>
                <a:cubicBezTo>
                  <a:pt x="47" y="174"/>
                  <a:pt x="28" y="203"/>
                  <a:pt x="31" y="211"/>
                </a:cubicBezTo>
                <a:cubicBezTo>
                  <a:pt x="33" y="216"/>
                  <a:pt x="75" y="228"/>
                  <a:pt x="127" y="208"/>
                </a:cubicBezTo>
                <a:cubicBezTo>
                  <a:pt x="178" y="189"/>
                  <a:pt x="204" y="154"/>
                  <a:pt x="201" y="148"/>
                </a:cubicBezTo>
                <a:close/>
                <a:moveTo>
                  <a:pt x="120" y="159"/>
                </a:moveTo>
                <a:cubicBezTo>
                  <a:pt x="120" y="159"/>
                  <a:pt x="120" y="159"/>
                  <a:pt x="120" y="159"/>
                </a:cubicBezTo>
                <a:cubicBezTo>
                  <a:pt x="125" y="173"/>
                  <a:pt x="113" y="190"/>
                  <a:pt x="93" y="197"/>
                </a:cubicBezTo>
                <a:cubicBezTo>
                  <a:pt x="77" y="204"/>
                  <a:pt x="61" y="202"/>
                  <a:pt x="52" y="194"/>
                </a:cubicBezTo>
                <a:cubicBezTo>
                  <a:pt x="64" y="184"/>
                  <a:pt x="83" y="172"/>
                  <a:pt x="110" y="162"/>
                </a:cubicBezTo>
                <a:cubicBezTo>
                  <a:pt x="113" y="161"/>
                  <a:pt x="117" y="160"/>
                  <a:pt x="120" y="1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103" name="Freeform 112"/>
          <p:cNvSpPr>
            <a:spLocks/>
          </p:cNvSpPr>
          <p:nvPr/>
        </p:nvSpPr>
        <p:spPr bwMode="auto">
          <a:xfrm>
            <a:off x="15352976" y="4502597"/>
            <a:ext cx="347472" cy="347472"/>
          </a:xfrm>
          <a:custGeom>
            <a:avLst/>
            <a:gdLst>
              <a:gd name="T0" fmla="*/ 130 w 133"/>
              <a:gd name="T1" fmla="*/ 3 h 133"/>
              <a:gd name="T2" fmla="*/ 131 w 133"/>
              <a:gd name="T3" fmla="*/ 17 h 133"/>
              <a:gd name="T4" fmla="*/ 121 w 133"/>
              <a:gd name="T5" fmla="*/ 34 h 133"/>
              <a:gd name="T6" fmla="*/ 106 w 133"/>
              <a:gd name="T7" fmla="*/ 49 h 133"/>
              <a:gd name="T8" fmla="*/ 121 w 133"/>
              <a:gd name="T9" fmla="*/ 115 h 133"/>
              <a:gd name="T10" fmla="*/ 120 w 133"/>
              <a:gd name="T11" fmla="*/ 118 h 133"/>
              <a:gd name="T12" fmla="*/ 108 w 133"/>
              <a:gd name="T13" fmla="*/ 127 h 133"/>
              <a:gd name="T14" fmla="*/ 106 w 133"/>
              <a:gd name="T15" fmla="*/ 127 h 133"/>
              <a:gd name="T16" fmla="*/ 105 w 133"/>
              <a:gd name="T17" fmla="*/ 127 h 133"/>
              <a:gd name="T18" fmla="*/ 103 w 133"/>
              <a:gd name="T19" fmla="*/ 126 h 133"/>
              <a:gd name="T20" fmla="*/ 77 w 133"/>
              <a:gd name="T21" fmla="*/ 78 h 133"/>
              <a:gd name="T22" fmla="*/ 52 w 133"/>
              <a:gd name="T23" fmla="*/ 102 h 133"/>
              <a:gd name="T24" fmla="*/ 57 w 133"/>
              <a:gd name="T25" fmla="*/ 121 h 133"/>
              <a:gd name="T26" fmla="*/ 57 w 133"/>
              <a:gd name="T27" fmla="*/ 124 h 133"/>
              <a:gd name="T28" fmla="*/ 48 w 133"/>
              <a:gd name="T29" fmla="*/ 133 h 133"/>
              <a:gd name="T30" fmla="*/ 45 w 133"/>
              <a:gd name="T31" fmla="*/ 133 h 133"/>
              <a:gd name="T32" fmla="*/ 45 w 133"/>
              <a:gd name="T33" fmla="*/ 133 h 133"/>
              <a:gd name="T34" fmla="*/ 43 w 133"/>
              <a:gd name="T35" fmla="*/ 132 h 133"/>
              <a:gd name="T36" fmla="*/ 25 w 133"/>
              <a:gd name="T37" fmla="*/ 108 h 133"/>
              <a:gd name="T38" fmla="*/ 1 w 133"/>
              <a:gd name="T39" fmla="*/ 91 h 133"/>
              <a:gd name="T40" fmla="*/ 0 w 133"/>
              <a:gd name="T41" fmla="*/ 88 h 133"/>
              <a:gd name="T42" fmla="*/ 1 w 133"/>
              <a:gd name="T43" fmla="*/ 86 h 133"/>
              <a:gd name="T44" fmla="*/ 10 w 133"/>
              <a:gd name="T45" fmla="*/ 77 h 133"/>
              <a:gd name="T46" fmla="*/ 12 w 133"/>
              <a:gd name="T47" fmla="*/ 76 h 133"/>
              <a:gd name="T48" fmla="*/ 13 w 133"/>
              <a:gd name="T49" fmla="*/ 76 h 133"/>
              <a:gd name="T50" fmla="*/ 31 w 133"/>
              <a:gd name="T51" fmla="*/ 81 h 133"/>
              <a:gd name="T52" fmla="*/ 56 w 133"/>
              <a:gd name="T53" fmla="*/ 57 h 133"/>
              <a:gd name="T54" fmla="*/ 8 w 133"/>
              <a:gd name="T55" fmla="*/ 30 h 133"/>
              <a:gd name="T56" fmla="*/ 6 w 133"/>
              <a:gd name="T57" fmla="*/ 28 h 133"/>
              <a:gd name="T58" fmla="*/ 7 w 133"/>
              <a:gd name="T59" fmla="*/ 25 h 133"/>
              <a:gd name="T60" fmla="*/ 19 w 133"/>
              <a:gd name="T61" fmla="*/ 13 h 133"/>
              <a:gd name="T62" fmla="*/ 22 w 133"/>
              <a:gd name="T63" fmla="*/ 13 h 133"/>
              <a:gd name="T64" fmla="*/ 85 w 133"/>
              <a:gd name="T65" fmla="*/ 28 h 133"/>
              <a:gd name="T66" fmla="*/ 100 w 133"/>
              <a:gd name="T67" fmla="*/ 12 h 133"/>
              <a:gd name="T68" fmla="*/ 116 w 133"/>
              <a:gd name="T69" fmla="*/ 2 h 133"/>
              <a:gd name="T70" fmla="*/ 130 w 133"/>
              <a:gd name="T71" fmla="*/ 3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33" h="133">
                <a:moveTo>
                  <a:pt x="130" y="3"/>
                </a:moveTo>
                <a:cubicBezTo>
                  <a:pt x="133" y="7"/>
                  <a:pt x="133" y="11"/>
                  <a:pt x="131" y="17"/>
                </a:cubicBezTo>
                <a:cubicBezTo>
                  <a:pt x="129" y="23"/>
                  <a:pt x="126" y="29"/>
                  <a:pt x="121" y="34"/>
                </a:cubicBezTo>
                <a:cubicBezTo>
                  <a:pt x="106" y="49"/>
                  <a:pt x="106" y="49"/>
                  <a:pt x="106" y="49"/>
                </a:cubicBezTo>
                <a:cubicBezTo>
                  <a:pt x="121" y="115"/>
                  <a:pt x="121" y="115"/>
                  <a:pt x="121" y="115"/>
                </a:cubicBezTo>
                <a:cubicBezTo>
                  <a:pt x="121" y="116"/>
                  <a:pt x="121" y="117"/>
                  <a:pt x="120" y="118"/>
                </a:cubicBezTo>
                <a:cubicBezTo>
                  <a:pt x="108" y="127"/>
                  <a:pt x="108" y="127"/>
                  <a:pt x="108" y="127"/>
                </a:cubicBezTo>
                <a:cubicBezTo>
                  <a:pt x="107" y="127"/>
                  <a:pt x="107" y="127"/>
                  <a:pt x="106" y="127"/>
                </a:cubicBezTo>
                <a:cubicBezTo>
                  <a:pt x="106" y="127"/>
                  <a:pt x="106" y="127"/>
                  <a:pt x="105" y="127"/>
                </a:cubicBezTo>
                <a:cubicBezTo>
                  <a:pt x="104" y="127"/>
                  <a:pt x="104" y="127"/>
                  <a:pt x="103" y="126"/>
                </a:cubicBezTo>
                <a:cubicBezTo>
                  <a:pt x="77" y="78"/>
                  <a:pt x="77" y="78"/>
                  <a:pt x="77" y="78"/>
                </a:cubicBezTo>
                <a:cubicBezTo>
                  <a:pt x="52" y="102"/>
                  <a:pt x="52" y="102"/>
                  <a:pt x="52" y="102"/>
                </a:cubicBezTo>
                <a:cubicBezTo>
                  <a:pt x="57" y="121"/>
                  <a:pt x="57" y="121"/>
                  <a:pt x="57" y="121"/>
                </a:cubicBezTo>
                <a:cubicBezTo>
                  <a:pt x="58" y="122"/>
                  <a:pt x="58" y="123"/>
                  <a:pt x="57" y="124"/>
                </a:cubicBezTo>
                <a:cubicBezTo>
                  <a:pt x="48" y="133"/>
                  <a:pt x="48" y="133"/>
                  <a:pt x="48" y="133"/>
                </a:cubicBezTo>
                <a:cubicBezTo>
                  <a:pt x="47" y="133"/>
                  <a:pt x="46" y="133"/>
                  <a:pt x="45" y="133"/>
                </a:cubicBezTo>
                <a:cubicBezTo>
                  <a:pt x="45" y="133"/>
                  <a:pt x="45" y="133"/>
                  <a:pt x="45" y="133"/>
                </a:cubicBezTo>
                <a:cubicBezTo>
                  <a:pt x="44" y="133"/>
                  <a:pt x="44" y="133"/>
                  <a:pt x="43" y="132"/>
                </a:cubicBezTo>
                <a:cubicBezTo>
                  <a:pt x="25" y="108"/>
                  <a:pt x="25" y="108"/>
                  <a:pt x="25" y="108"/>
                </a:cubicBezTo>
                <a:cubicBezTo>
                  <a:pt x="1" y="91"/>
                  <a:pt x="1" y="91"/>
                  <a:pt x="1" y="91"/>
                </a:cubicBezTo>
                <a:cubicBezTo>
                  <a:pt x="1" y="90"/>
                  <a:pt x="0" y="89"/>
                  <a:pt x="0" y="88"/>
                </a:cubicBezTo>
                <a:cubicBezTo>
                  <a:pt x="0" y="88"/>
                  <a:pt x="0" y="87"/>
                  <a:pt x="1" y="86"/>
                </a:cubicBezTo>
                <a:cubicBezTo>
                  <a:pt x="10" y="77"/>
                  <a:pt x="10" y="77"/>
                  <a:pt x="10" y="77"/>
                </a:cubicBezTo>
                <a:cubicBezTo>
                  <a:pt x="11" y="76"/>
                  <a:pt x="11" y="76"/>
                  <a:pt x="12" y="76"/>
                </a:cubicBezTo>
                <a:cubicBezTo>
                  <a:pt x="13" y="76"/>
                  <a:pt x="13" y="76"/>
                  <a:pt x="13" y="76"/>
                </a:cubicBezTo>
                <a:cubicBezTo>
                  <a:pt x="31" y="81"/>
                  <a:pt x="31" y="81"/>
                  <a:pt x="31" y="81"/>
                </a:cubicBezTo>
                <a:cubicBezTo>
                  <a:pt x="56" y="57"/>
                  <a:pt x="56" y="57"/>
                  <a:pt x="56" y="57"/>
                </a:cubicBezTo>
                <a:cubicBezTo>
                  <a:pt x="8" y="30"/>
                  <a:pt x="8" y="30"/>
                  <a:pt x="8" y="30"/>
                </a:cubicBezTo>
                <a:cubicBezTo>
                  <a:pt x="7" y="30"/>
                  <a:pt x="6" y="29"/>
                  <a:pt x="6" y="28"/>
                </a:cubicBezTo>
                <a:cubicBezTo>
                  <a:pt x="6" y="27"/>
                  <a:pt x="6" y="26"/>
                  <a:pt x="7" y="25"/>
                </a:cubicBezTo>
                <a:cubicBezTo>
                  <a:pt x="19" y="13"/>
                  <a:pt x="19" y="13"/>
                  <a:pt x="19" y="13"/>
                </a:cubicBezTo>
                <a:cubicBezTo>
                  <a:pt x="20" y="12"/>
                  <a:pt x="21" y="12"/>
                  <a:pt x="22" y="13"/>
                </a:cubicBezTo>
                <a:cubicBezTo>
                  <a:pt x="85" y="28"/>
                  <a:pt x="85" y="28"/>
                  <a:pt x="85" y="28"/>
                </a:cubicBezTo>
                <a:cubicBezTo>
                  <a:pt x="100" y="12"/>
                  <a:pt x="100" y="12"/>
                  <a:pt x="100" y="12"/>
                </a:cubicBezTo>
                <a:cubicBezTo>
                  <a:pt x="105" y="8"/>
                  <a:pt x="110" y="4"/>
                  <a:pt x="116" y="2"/>
                </a:cubicBezTo>
                <a:cubicBezTo>
                  <a:pt x="122" y="0"/>
                  <a:pt x="127" y="1"/>
                  <a:pt x="130" y="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104" name="TextBox 103"/>
          <p:cNvSpPr txBox="1"/>
          <p:nvPr/>
        </p:nvSpPr>
        <p:spPr>
          <a:xfrm>
            <a:off x="6404312" y="1425210"/>
            <a:ext cx="5479385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Company</a:t>
            </a:r>
            <a:endParaRPr lang="en-US" sz="3200" b="1"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Timeline Infographic.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2563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eform 95"/>
          <p:cNvSpPr>
            <a:spLocks/>
          </p:cNvSpPr>
          <p:nvPr/>
        </p:nvSpPr>
        <p:spPr bwMode="auto">
          <a:xfrm>
            <a:off x="6477917" y="3449530"/>
            <a:ext cx="5357630" cy="6837471"/>
          </a:xfrm>
          <a:custGeom>
            <a:avLst/>
            <a:gdLst>
              <a:gd name="connsiteX0" fmla="*/ 2134307 w 5357630"/>
              <a:gd name="connsiteY0" fmla="*/ 436 h 6837471"/>
              <a:gd name="connsiteX1" fmla="*/ 3525011 w 5357630"/>
              <a:gd name="connsiteY1" fmla="*/ 303303 h 6837471"/>
              <a:gd name="connsiteX2" fmla="*/ 4313988 w 5357630"/>
              <a:gd name="connsiteY2" fmla="*/ 937432 h 6837471"/>
              <a:gd name="connsiteX3" fmla="*/ 4659034 w 5357630"/>
              <a:gd name="connsiteY3" fmla="*/ 1697755 h 6837471"/>
              <a:gd name="connsiteX4" fmla="*/ 4812621 w 5357630"/>
              <a:gd name="connsiteY4" fmla="*/ 2323470 h 6837471"/>
              <a:gd name="connsiteX5" fmla="*/ 4852597 w 5357630"/>
              <a:gd name="connsiteY5" fmla="*/ 2451768 h 6837471"/>
              <a:gd name="connsiteX6" fmla="*/ 4857857 w 5357630"/>
              <a:gd name="connsiteY6" fmla="*/ 2586376 h 6837471"/>
              <a:gd name="connsiteX7" fmla="*/ 4793686 w 5357630"/>
              <a:gd name="connsiteY7" fmla="*/ 2729397 h 6837471"/>
              <a:gd name="connsiteX8" fmla="*/ 4741087 w 5357630"/>
              <a:gd name="connsiteY8" fmla="*/ 2875572 h 6837471"/>
              <a:gd name="connsiteX9" fmla="*/ 4778959 w 5357630"/>
              <a:gd name="connsiteY9" fmla="*/ 3010180 h 6837471"/>
              <a:gd name="connsiteX10" fmla="*/ 4863116 w 5357630"/>
              <a:gd name="connsiteY10" fmla="*/ 3124807 h 6837471"/>
              <a:gd name="connsiteX11" fmla="*/ 5229201 w 5357630"/>
              <a:gd name="connsiteY11" fmla="*/ 3664289 h 6837471"/>
              <a:gd name="connsiteX12" fmla="*/ 5337555 w 5357630"/>
              <a:gd name="connsiteY12" fmla="*/ 3814671 h 6837471"/>
              <a:gd name="connsiteX13" fmla="*/ 5357542 w 5357630"/>
              <a:gd name="connsiteY13" fmla="*/ 3904059 h 6837471"/>
              <a:gd name="connsiteX14" fmla="*/ 5329139 w 5357630"/>
              <a:gd name="connsiteY14" fmla="*/ 3990292 h 6837471"/>
              <a:gd name="connsiteX15" fmla="*/ 5258657 w 5357630"/>
              <a:gd name="connsiteY15" fmla="*/ 4040770 h 6837471"/>
              <a:gd name="connsiteX16" fmla="*/ 5173447 w 5357630"/>
              <a:gd name="connsiteY16" fmla="*/ 4058648 h 6837471"/>
              <a:gd name="connsiteX17" fmla="*/ 5003028 w 5357630"/>
              <a:gd name="connsiteY17" fmla="*/ 4090197 h 6837471"/>
              <a:gd name="connsiteX18" fmla="*/ 4917819 w 5357630"/>
              <a:gd name="connsiteY18" fmla="*/ 4177481 h 6837471"/>
              <a:gd name="connsiteX19" fmla="*/ 4904143 w 5357630"/>
              <a:gd name="connsiteY19" fmla="*/ 4298418 h 6837471"/>
              <a:gd name="connsiteX20" fmla="*/ 4929391 w 5357630"/>
              <a:gd name="connsiteY20" fmla="*/ 4377290 h 6837471"/>
              <a:gd name="connsiteX21" fmla="*/ 4946222 w 5357630"/>
              <a:gd name="connsiteY21" fmla="*/ 4457213 h 6837471"/>
              <a:gd name="connsiteX22" fmla="*/ 4917819 w 5357630"/>
              <a:gd name="connsiteY22" fmla="*/ 4535033 h 6837471"/>
              <a:gd name="connsiteX23" fmla="*/ 4852597 w 5357630"/>
              <a:gd name="connsiteY23" fmla="*/ 4589718 h 6837471"/>
              <a:gd name="connsiteX24" fmla="*/ 4822089 w 5357630"/>
              <a:gd name="connsiteY24" fmla="*/ 4609698 h 6837471"/>
              <a:gd name="connsiteX25" fmla="*/ 4811569 w 5357630"/>
              <a:gd name="connsiteY25" fmla="*/ 4624421 h 6837471"/>
              <a:gd name="connsiteX26" fmla="*/ 4812621 w 5357630"/>
              <a:gd name="connsiteY26" fmla="*/ 4642299 h 6837471"/>
              <a:gd name="connsiteX27" fmla="*/ 4827349 w 5357630"/>
              <a:gd name="connsiteY27" fmla="*/ 4657021 h 6837471"/>
              <a:gd name="connsiteX28" fmla="*/ 4845233 w 5357630"/>
              <a:gd name="connsiteY28" fmla="*/ 4668589 h 6837471"/>
              <a:gd name="connsiteX29" fmla="*/ 4857857 w 5357630"/>
              <a:gd name="connsiteY29" fmla="*/ 4688570 h 6837471"/>
              <a:gd name="connsiteX30" fmla="*/ 4863116 w 5357630"/>
              <a:gd name="connsiteY30" fmla="*/ 4711706 h 6837471"/>
              <a:gd name="connsiteX31" fmla="*/ 4861013 w 5357630"/>
              <a:gd name="connsiteY31" fmla="*/ 4814765 h 6837471"/>
              <a:gd name="connsiteX32" fmla="*/ 4815777 w 5357630"/>
              <a:gd name="connsiteY32" fmla="*/ 4906256 h 6837471"/>
              <a:gd name="connsiteX33" fmla="*/ 4717945 w 5357630"/>
              <a:gd name="connsiteY33" fmla="*/ 4975663 h 6837471"/>
              <a:gd name="connsiteX34" fmla="*/ 4620111 w 5357630"/>
              <a:gd name="connsiteY34" fmla="*/ 5044019 h 6837471"/>
              <a:gd name="connsiteX35" fmla="*/ 4576981 w 5357630"/>
              <a:gd name="connsiteY35" fmla="*/ 5154439 h 6837471"/>
              <a:gd name="connsiteX36" fmla="*/ 4625371 w 5357630"/>
              <a:gd name="connsiteY36" fmla="*/ 5285891 h 6837471"/>
              <a:gd name="connsiteX37" fmla="*/ 4686385 w 5357630"/>
              <a:gd name="connsiteY37" fmla="*/ 5412087 h 6837471"/>
              <a:gd name="connsiteX38" fmla="*/ 4644307 w 5357630"/>
              <a:gd name="connsiteY38" fmla="*/ 5596121 h 6837471"/>
              <a:gd name="connsiteX39" fmla="*/ 4491771 w 5357630"/>
              <a:gd name="connsiteY39" fmla="*/ 5711799 h 6837471"/>
              <a:gd name="connsiteX40" fmla="*/ 4254025 w 5357630"/>
              <a:gd name="connsiteY40" fmla="*/ 5753863 h 6837471"/>
              <a:gd name="connsiteX41" fmla="*/ 4011021 w 5357630"/>
              <a:gd name="connsiteY41" fmla="*/ 5740193 h 6837471"/>
              <a:gd name="connsiteX42" fmla="*/ 3769068 w 5357630"/>
              <a:gd name="connsiteY42" fmla="*/ 5735986 h 6837471"/>
              <a:gd name="connsiteX43" fmla="*/ 3539738 w 5357630"/>
              <a:gd name="connsiteY43" fmla="*/ 5806445 h 6837471"/>
              <a:gd name="connsiteX44" fmla="*/ 3408242 w 5357630"/>
              <a:gd name="connsiteY44" fmla="*/ 5965240 h 6837471"/>
              <a:gd name="connsiteX45" fmla="*/ 3405086 w 5357630"/>
              <a:gd name="connsiteY45" fmla="*/ 6148222 h 6837471"/>
              <a:gd name="connsiteX46" fmla="*/ 3412450 w 5357630"/>
              <a:gd name="connsiteY46" fmla="*/ 6332256 h 6837471"/>
              <a:gd name="connsiteX47" fmla="*/ 3346176 w 5357630"/>
              <a:gd name="connsiteY47" fmla="*/ 6479483 h 6837471"/>
              <a:gd name="connsiteX48" fmla="*/ 3245187 w 5357630"/>
              <a:gd name="connsiteY48" fmla="*/ 6608833 h 6837471"/>
              <a:gd name="connsiteX49" fmla="*/ 3320797 w 5357630"/>
              <a:gd name="connsiteY49" fmla="*/ 6780248 h 6837471"/>
              <a:gd name="connsiteX50" fmla="*/ 3350832 w 5357630"/>
              <a:gd name="connsiteY50" fmla="*/ 6837471 h 6837471"/>
              <a:gd name="connsiteX51" fmla="*/ 103295 w 5357630"/>
              <a:gd name="connsiteY51" fmla="*/ 6837471 h 6837471"/>
              <a:gd name="connsiteX52" fmla="*/ 132507 w 5357630"/>
              <a:gd name="connsiteY52" fmla="*/ 6783845 h 6837471"/>
              <a:gd name="connsiteX53" fmla="*/ 706784 w 5357630"/>
              <a:gd name="connsiteY53" fmla="*/ 5874801 h 6837471"/>
              <a:gd name="connsiteX54" fmla="*/ 806721 w 5357630"/>
              <a:gd name="connsiteY54" fmla="*/ 4895740 h 6837471"/>
              <a:gd name="connsiteX55" fmla="*/ 778318 w 5357630"/>
              <a:gd name="connsiteY55" fmla="*/ 4722222 h 6837471"/>
              <a:gd name="connsiteX56" fmla="*/ 659446 w 5357630"/>
              <a:gd name="connsiteY56" fmla="*/ 4436181 h 6837471"/>
              <a:gd name="connsiteX57" fmla="*/ 190267 w 5357630"/>
              <a:gd name="connsiteY57" fmla="*/ 3428726 h 6837471"/>
              <a:gd name="connsiteX58" fmla="*/ 913 w 5357630"/>
              <a:gd name="connsiteY58" fmla="*/ 2314006 h 6837471"/>
              <a:gd name="connsiteX59" fmla="*/ 221826 w 5357630"/>
              <a:gd name="connsiteY59" fmla="*/ 1134085 h 6837471"/>
              <a:gd name="connsiteX60" fmla="*/ 2039629 w 5357630"/>
              <a:gd name="connsiteY60" fmla="*/ 1487 h 6837471"/>
              <a:gd name="connsiteX61" fmla="*/ 2134307 w 5357630"/>
              <a:gd name="connsiteY61" fmla="*/ 436 h 6837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5357630" h="6837471">
                <a:moveTo>
                  <a:pt x="2134307" y="436"/>
                </a:moveTo>
                <a:cubicBezTo>
                  <a:pt x="2605589" y="4642"/>
                  <a:pt x="3097911" y="102443"/>
                  <a:pt x="3525011" y="303303"/>
                </a:cubicBezTo>
                <a:cubicBezTo>
                  <a:pt x="3833238" y="447376"/>
                  <a:pt x="4104646" y="669268"/>
                  <a:pt x="4313988" y="937432"/>
                </a:cubicBezTo>
                <a:cubicBezTo>
                  <a:pt x="4486511" y="1159324"/>
                  <a:pt x="4590656" y="1426436"/>
                  <a:pt x="4659034" y="1697755"/>
                </a:cubicBezTo>
                <a:cubicBezTo>
                  <a:pt x="4711633" y="1905976"/>
                  <a:pt x="4744243" y="2119456"/>
                  <a:pt x="4812621" y="2323470"/>
                </a:cubicBezTo>
                <a:cubicBezTo>
                  <a:pt x="4827349" y="2365535"/>
                  <a:pt x="4843129" y="2408652"/>
                  <a:pt x="4852597" y="2451768"/>
                </a:cubicBezTo>
                <a:cubicBezTo>
                  <a:pt x="4863116" y="2495937"/>
                  <a:pt x="4867324" y="2542208"/>
                  <a:pt x="4857857" y="2586376"/>
                </a:cubicBezTo>
                <a:cubicBezTo>
                  <a:pt x="4847337" y="2637906"/>
                  <a:pt x="4818933" y="2683125"/>
                  <a:pt x="4793686" y="2729397"/>
                </a:cubicBezTo>
                <a:cubicBezTo>
                  <a:pt x="4767387" y="2774617"/>
                  <a:pt x="4743191" y="2822991"/>
                  <a:pt x="4741087" y="2875572"/>
                </a:cubicBezTo>
                <a:cubicBezTo>
                  <a:pt x="4738984" y="2922895"/>
                  <a:pt x="4754763" y="2969167"/>
                  <a:pt x="4778959" y="3010180"/>
                </a:cubicBezTo>
                <a:cubicBezTo>
                  <a:pt x="4803154" y="3051193"/>
                  <a:pt x="4833661" y="3088000"/>
                  <a:pt x="4863116" y="3124807"/>
                </a:cubicBezTo>
                <a:cubicBezTo>
                  <a:pt x="4995665" y="3297273"/>
                  <a:pt x="5091393" y="3496030"/>
                  <a:pt x="5229201" y="3664289"/>
                </a:cubicBezTo>
                <a:cubicBezTo>
                  <a:pt x="5269177" y="3711612"/>
                  <a:pt x="5312307" y="3757884"/>
                  <a:pt x="5337555" y="3814671"/>
                </a:cubicBezTo>
                <a:cubicBezTo>
                  <a:pt x="5350178" y="3842014"/>
                  <a:pt x="5358594" y="3873562"/>
                  <a:pt x="5357542" y="3904059"/>
                </a:cubicBezTo>
                <a:cubicBezTo>
                  <a:pt x="5357542" y="3934556"/>
                  <a:pt x="5348075" y="3966105"/>
                  <a:pt x="5329139" y="3990292"/>
                </a:cubicBezTo>
                <a:cubicBezTo>
                  <a:pt x="5311255" y="4013428"/>
                  <a:pt x="5286008" y="4030254"/>
                  <a:pt x="5258657" y="4040770"/>
                </a:cubicBezTo>
                <a:cubicBezTo>
                  <a:pt x="5232357" y="4050235"/>
                  <a:pt x="5202903" y="4055493"/>
                  <a:pt x="5173447" y="4058648"/>
                </a:cubicBezTo>
                <a:cubicBezTo>
                  <a:pt x="5115589" y="4063906"/>
                  <a:pt x="5055627" y="4063906"/>
                  <a:pt x="5003028" y="4090197"/>
                </a:cubicBezTo>
                <a:cubicBezTo>
                  <a:pt x="4966209" y="4109126"/>
                  <a:pt x="4935702" y="4139623"/>
                  <a:pt x="4917819" y="4177481"/>
                </a:cubicBezTo>
                <a:cubicBezTo>
                  <a:pt x="4899935" y="4215340"/>
                  <a:pt x="4895727" y="4258456"/>
                  <a:pt x="4904143" y="4298418"/>
                </a:cubicBezTo>
                <a:cubicBezTo>
                  <a:pt x="4909403" y="4325760"/>
                  <a:pt x="4919923" y="4350999"/>
                  <a:pt x="4929391" y="4377290"/>
                </a:cubicBezTo>
                <a:cubicBezTo>
                  <a:pt x="4938858" y="4402529"/>
                  <a:pt x="4947274" y="4429871"/>
                  <a:pt x="4946222" y="4457213"/>
                </a:cubicBezTo>
                <a:cubicBezTo>
                  <a:pt x="4945170" y="4485607"/>
                  <a:pt x="4934650" y="4512949"/>
                  <a:pt x="4917819" y="4535033"/>
                </a:cubicBezTo>
                <a:cubicBezTo>
                  <a:pt x="4900987" y="4558169"/>
                  <a:pt x="4877844" y="4576046"/>
                  <a:pt x="4852597" y="4589718"/>
                </a:cubicBezTo>
                <a:cubicBezTo>
                  <a:pt x="4842077" y="4594976"/>
                  <a:pt x="4830505" y="4600234"/>
                  <a:pt x="4822089" y="4609698"/>
                </a:cubicBezTo>
                <a:cubicBezTo>
                  <a:pt x="4817881" y="4613905"/>
                  <a:pt x="4813673" y="4618111"/>
                  <a:pt x="4811569" y="4624421"/>
                </a:cubicBezTo>
                <a:cubicBezTo>
                  <a:pt x="4810517" y="4630731"/>
                  <a:pt x="4810517" y="4637041"/>
                  <a:pt x="4812621" y="4642299"/>
                </a:cubicBezTo>
                <a:cubicBezTo>
                  <a:pt x="4815777" y="4648608"/>
                  <a:pt x="4821037" y="4653867"/>
                  <a:pt x="4827349" y="4657021"/>
                </a:cubicBezTo>
                <a:cubicBezTo>
                  <a:pt x="4832609" y="4661228"/>
                  <a:pt x="4839973" y="4664383"/>
                  <a:pt x="4845233" y="4668589"/>
                </a:cubicBezTo>
                <a:cubicBezTo>
                  <a:pt x="4850493" y="4673847"/>
                  <a:pt x="4854701" y="4681209"/>
                  <a:pt x="4857857" y="4688570"/>
                </a:cubicBezTo>
                <a:cubicBezTo>
                  <a:pt x="4859961" y="4695931"/>
                  <a:pt x="4862065" y="4703293"/>
                  <a:pt x="4863116" y="4711706"/>
                </a:cubicBezTo>
                <a:cubicBezTo>
                  <a:pt x="4867324" y="4745358"/>
                  <a:pt x="4868376" y="4781113"/>
                  <a:pt x="4861013" y="4814765"/>
                </a:cubicBezTo>
                <a:cubicBezTo>
                  <a:pt x="4853649" y="4848417"/>
                  <a:pt x="4838921" y="4881017"/>
                  <a:pt x="4815777" y="4906256"/>
                </a:cubicBezTo>
                <a:cubicBezTo>
                  <a:pt x="4788427" y="4936753"/>
                  <a:pt x="4752659" y="4955682"/>
                  <a:pt x="4717945" y="4975663"/>
                </a:cubicBezTo>
                <a:cubicBezTo>
                  <a:pt x="4682177" y="4994592"/>
                  <a:pt x="4647463" y="5014573"/>
                  <a:pt x="4620111" y="5044019"/>
                </a:cubicBezTo>
                <a:cubicBezTo>
                  <a:pt x="4592760" y="5073464"/>
                  <a:pt x="4575929" y="5113425"/>
                  <a:pt x="4576981" y="5154439"/>
                </a:cubicBezTo>
                <a:cubicBezTo>
                  <a:pt x="4578033" y="5201762"/>
                  <a:pt x="4601176" y="5244879"/>
                  <a:pt x="4625371" y="5285891"/>
                </a:cubicBezTo>
                <a:cubicBezTo>
                  <a:pt x="4648515" y="5326905"/>
                  <a:pt x="4675865" y="5366867"/>
                  <a:pt x="4686385" y="5412087"/>
                </a:cubicBezTo>
                <a:cubicBezTo>
                  <a:pt x="4701113" y="5475183"/>
                  <a:pt x="4682177" y="5543539"/>
                  <a:pt x="4644307" y="5596121"/>
                </a:cubicBezTo>
                <a:cubicBezTo>
                  <a:pt x="4606435" y="5649753"/>
                  <a:pt x="4551733" y="5686560"/>
                  <a:pt x="4491771" y="5711799"/>
                </a:cubicBezTo>
                <a:cubicBezTo>
                  <a:pt x="4416029" y="5742296"/>
                  <a:pt x="4333975" y="5752812"/>
                  <a:pt x="4254025" y="5753863"/>
                </a:cubicBezTo>
                <a:cubicBezTo>
                  <a:pt x="4173024" y="5754915"/>
                  <a:pt x="4092023" y="5746503"/>
                  <a:pt x="4011021" y="5740193"/>
                </a:cubicBezTo>
                <a:cubicBezTo>
                  <a:pt x="3931071" y="5732831"/>
                  <a:pt x="3850069" y="5727573"/>
                  <a:pt x="3769068" y="5735986"/>
                </a:cubicBezTo>
                <a:cubicBezTo>
                  <a:pt x="3688066" y="5743347"/>
                  <a:pt x="3608116" y="5764380"/>
                  <a:pt x="3539738" y="5806445"/>
                </a:cubicBezTo>
                <a:cubicBezTo>
                  <a:pt x="3479776" y="5843251"/>
                  <a:pt x="3429281" y="5897936"/>
                  <a:pt x="3408242" y="5965240"/>
                </a:cubicBezTo>
                <a:cubicBezTo>
                  <a:pt x="3390359" y="6024131"/>
                  <a:pt x="3396670" y="6087228"/>
                  <a:pt x="3405086" y="6148222"/>
                </a:cubicBezTo>
                <a:cubicBezTo>
                  <a:pt x="3413502" y="6209217"/>
                  <a:pt x="3424021" y="6271262"/>
                  <a:pt x="3412450" y="6332256"/>
                </a:cubicBezTo>
                <a:cubicBezTo>
                  <a:pt x="3402982" y="6385889"/>
                  <a:pt x="3376683" y="6435315"/>
                  <a:pt x="3346176" y="6479483"/>
                </a:cubicBezTo>
                <a:cubicBezTo>
                  <a:pt x="3314617" y="6524703"/>
                  <a:pt x="3278850" y="6565717"/>
                  <a:pt x="3245187" y="6608833"/>
                </a:cubicBezTo>
                <a:cubicBezTo>
                  <a:pt x="3238875" y="6617246"/>
                  <a:pt x="3268067" y="6678766"/>
                  <a:pt x="3320797" y="6780248"/>
                </a:cubicBezTo>
                <a:lnTo>
                  <a:pt x="3350832" y="6837471"/>
                </a:lnTo>
                <a:lnTo>
                  <a:pt x="103295" y="6837471"/>
                </a:lnTo>
                <a:lnTo>
                  <a:pt x="132507" y="6783845"/>
                </a:lnTo>
                <a:cubicBezTo>
                  <a:pt x="373047" y="6364002"/>
                  <a:pt x="694949" y="5910292"/>
                  <a:pt x="706784" y="5874801"/>
                </a:cubicBezTo>
                <a:cubicBezTo>
                  <a:pt x="813033" y="5561417"/>
                  <a:pt x="848800" y="5223846"/>
                  <a:pt x="806721" y="4895740"/>
                </a:cubicBezTo>
                <a:cubicBezTo>
                  <a:pt x="799357" y="4837901"/>
                  <a:pt x="789890" y="4780061"/>
                  <a:pt x="778318" y="4722222"/>
                </a:cubicBezTo>
                <a:cubicBezTo>
                  <a:pt x="756227" y="4620215"/>
                  <a:pt x="714148" y="4524517"/>
                  <a:pt x="659446" y="4436181"/>
                </a:cubicBezTo>
                <a:cubicBezTo>
                  <a:pt x="462727" y="4120694"/>
                  <a:pt x="303880" y="3782071"/>
                  <a:pt x="190267" y="3428726"/>
                </a:cubicBezTo>
                <a:cubicBezTo>
                  <a:pt x="74550" y="3069071"/>
                  <a:pt x="5121" y="2692590"/>
                  <a:pt x="913" y="2314006"/>
                </a:cubicBezTo>
                <a:cubicBezTo>
                  <a:pt x="-3295" y="1919647"/>
                  <a:pt x="-2243" y="1509514"/>
                  <a:pt x="221826" y="1134085"/>
                </a:cubicBezTo>
                <a:cubicBezTo>
                  <a:pt x="732032" y="279116"/>
                  <a:pt x="1535736" y="15158"/>
                  <a:pt x="2039629" y="1487"/>
                </a:cubicBezTo>
                <a:cubicBezTo>
                  <a:pt x="2071189" y="436"/>
                  <a:pt x="2102747" y="-616"/>
                  <a:pt x="2134307" y="43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6695370" y="3802676"/>
            <a:ext cx="4270604" cy="3139946"/>
          </a:xfrm>
          <a:custGeom>
            <a:avLst/>
            <a:gdLst>
              <a:gd name="T0" fmla="*/ 73 w 4060"/>
              <a:gd name="T1" fmla="*/ 1593 h 2986"/>
              <a:gd name="T2" fmla="*/ 97 w 4060"/>
              <a:gd name="T3" fmla="*/ 1476 h 2986"/>
              <a:gd name="T4" fmla="*/ 126 w 4060"/>
              <a:gd name="T5" fmla="*/ 1115 h 2986"/>
              <a:gd name="T6" fmla="*/ 416 w 4060"/>
              <a:gd name="T7" fmla="*/ 913 h 2986"/>
              <a:gd name="T8" fmla="*/ 424 w 4060"/>
              <a:gd name="T9" fmla="*/ 701 h 2986"/>
              <a:gd name="T10" fmla="*/ 546 w 4060"/>
              <a:gd name="T11" fmla="*/ 562 h 2986"/>
              <a:gd name="T12" fmla="*/ 746 w 4060"/>
              <a:gd name="T13" fmla="*/ 469 h 2986"/>
              <a:gd name="T14" fmla="*/ 1377 w 4060"/>
              <a:gd name="T15" fmla="*/ 197 h 2986"/>
              <a:gd name="T16" fmla="*/ 1772 w 4060"/>
              <a:gd name="T17" fmla="*/ 44 h 2986"/>
              <a:gd name="T18" fmla="*/ 1928 w 4060"/>
              <a:gd name="T19" fmla="*/ 111 h 2986"/>
              <a:gd name="T20" fmla="*/ 2155 w 4060"/>
              <a:gd name="T21" fmla="*/ 59 h 2986"/>
              <a:gd name="T22" fmla="*/ 2394 w 4060"/>
              <a:gd name="T23" fmla="*/ 58 h 2986"/>
              <a:gd name="T24" fmla="*/ 2520 w 4060"/>
              <a:gd name="T25" fmla="*/ 133 h 2986"/>
              <a:gd name="T26" fmla="*/ 2682 w 4060"/>
              <a:gd name="T27" fmla="*/ 130 h 2986"/>
              <a:gd name="T28" fmla="*/ 2833 w 4060"/>
              <a:gd name="T29" fmla="*/ 242 h 2986"/>
              <a:gd name="T30" fmla="*/ 3123 w 4060"/>
              <a:gd name="T31" fmla="*/ 262 h 2986"/>
              <a:gd name="T32" fmla="*/ 3260 w 4060"/>
              <a:gd name="T33" fmla="*/ 439 h 2986"/>
              <a:gd name="T34" fmla="*/ 3662 w 4060"/>
              <a:gd name="T35" fmla="*/ 582 h 2986"/>
              <a:gd name="T36" fmla="*/ 3857 w 4060"/>
              <a:gd name="T37" fmla="*/ 1101 h 2986"/>
              <a:gd name="T38" fmla="*/ 3905 w 4060"/>
              <a:gd name="T39" fmla="*/ 1528 h 2986"/>
              <a:gd name="T40" fmla="*/ 3804 w 4060"/>
              <a:gd name="T41" fmla="*/ 1809 h 2986"/>
              <a:gd name="T42" fmla="*/ 3500 w 4060"/>
              <a:gd name="T43" fmla="*/ 1840 h 2986"/>
              <a:gd name="T44" fmla="*/ 3269 w 4060"/>
              <a:gd name="T45" fmla="*/ 1982 h 2986"/>
              <a:gd name="T46" fmla="*/ 3027 w 4060"/>
              <a:gd name="T47" fmla="*/ 1960 h 2986"/>
              <a:gd name="T48" fmla="*/ 3028 w 4060"/>
              <a:gd name="T49" fmla="*/ 2079 h 2986"/>
              <a:gd name="T50" fmla="*/ 2867 w 4060"/>
              <a:gd name="T51" fmla="*/ 2343 h 2986"/>
              <a:gd name="T52" fmla="*/ 2532 w 4060"/>
              <a:gd name="T53" fmla="*/ 2354 h 2986"/>
              <a:gd name="T54" fmla="*/ 2490 w 4060"/>
              <a:gd name="T55" fmla="*/ 2400 h 2986"/>
              <a:gd name="T56" fmla="*/ 2124 w 4060"/>
              <a:gd name="T57" fmla="*/ 2359 h 2986"/>
              <a:gd name="T58" fmla="*/ 2121 w 4060"/>
              <a:gd name="T59" fmla="*/ 2420 h 2986"/>
              <a:gd name="T60" fmla="*/ 1749 w 4060"/>
              <a:gd name="T61" fmla="*/ 2424 h 2986"/>
              <a:gd name="T62" fmla="*/ 1483 w 4060"/>
              <a:gd name="T63" fmla="*/ 2747 h 2986"/>
              <a:gd name="T64" fmla="*/ 1294 w 4060"/>
              <a:gd name="T65" fmla="*/ 2740 h 2986"/>
              <a:gd name="T66" fmla="*/ 795 w 4060"/>
              <a:gd name="T67" fmla="*/ 2820 h 2986"/>
              <a:gd name="T68" fmla="*/ 634 w 4060"/>
              <a:gd name="T69" fmla="*/ 2582 h 2986"/>
              <a:gd name="T70" fmla="*/ 505 w 4060"/>
              <a:gd name="T71" fmla="*/ 2230 h 2986"/>
              <a:gd name="T72" fmla="*/ 360 w 4060"/>
              <a:gd name="T73" fmla="*/ 2172 h 2986"/>
              <a:gd name="T74" fmla="*/ 181 w 4060"/>
              <a:gd name="T75" fmla="*/ 2099 h 2986"/>
              <a:gd name="T76" fmla="*/ 50 w 4060"/>
              <a:gd name="T77" fmla="*/ 1863 h 2986"/>
              <a:gd name="T78" fmla="*/ 73 w 4060"/>
              <a:gd name="T79" fmla="*/ 1593 h 2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4060" h="2986">
                <a:moveTo>
                  <a:pt x="73" y="1593"/>
                </a:moveTo>
                <a:cubicBezTo>
                  <a:pt x="67" y="1536"/>
                  <a:pt x="122" y="1528"/>
                  <a:pt x="97" y="1476"/>
                </a:cubicBezTo>
                <a:cubicBezTo>
                  <a:pt x="0" y="1279"/>
                  <a:pt x="75" y="1202"/>
                  <a:pt x="126" y="1115"/>
                </a:cubicBezTo>
                <a:cubicBezTo>
                  <a:pt x="192" y="1005"/>
                  <a:pt x="288" y="967"/>
                  <a:pt x="416" y="913"/>
                </a:cubicBezTo>
                <a:cubicBezTo>
                  <a:pt x="428" y="908"/>
                  <a:pt x="392" y="759"/>
                  <a:pt x="424" y="701"/>
                </a:cubicBezTo>
                <a:cubicBezTo>
                  <a:pt x="462" y="631"/>
                  <a:pt x="494" y="594"/>
                  <a:pt x="546" y="562"/>
                </a:cubicBezTo>
                <a:cubicBezTo>
                  <a:pt x="665" y="490"/>
                  <a:pt x="723" y="549"/>
                  <a:pt x="746" y="469"/>
                </a:cubicBezTo>
                <a:cubicBezTo>
                  <a:pt x="850" y="106"/>
                  <a:pt x="1271" y="205"/>
                  <a:pt x="1377" y="197"/>
                </a:cubicBezTo>
                <a:cubicBezTo>
                  <a:pt x="1493" y="189"/>
                  <a:pt x="1582" y="0"/>
                  <a:pt x="1772" y="44"/>
                </a:cubicBezTo>
                <a:cubicBezTo>
                  <a:pt x="1784" y="47"/>
                  <a:pt x="1916" y="111"/>
                  <a:pt x="1928" y="111"/>
                </a:cubicBezTo>
                <a:cubicBezTo>
                  <a:pt x="2034" y="117"/>
                  <a:pt x="1986" y="90"/>
                  <a:pt x="2155" y="59"/>
                </a:cubicBezTo>
                <a:cubicBezTo>
                  <a:pt x="2216" y="48"/>
                  <a:pt x="2331" y="52"/>
                  <a:pt x="2394" y="58"/>
                </a:cubicBezTo>
                <a:cubicBezTo>
                  <a:pt x="2435" y="61"/>
                  <a:pt x="2480" y="126"/>
                  <a:pt x="2520" y="133"/>
                </a:cubicBezTo>
                <a:cubicBezTo>
                  <a:pt x="2572" y="141"/>
                  <a:pt x="2627" y="120"/>
                  <a:pt x="2682" y="130"/>
                </a:cubicBezTo>
                <a:cubicBezTo>
                  <a:pt x="2756" y="144"/>
                  <a:pt x="2813" y="245"/>
                  <a:pt x="2833" y="242"/>
                </a:cubicBezTo>
                <a:cubicBezTo>
                  <a:pt x="2892" y="234"/>
                  <a:pt x="3045" y="219"/>
                  <a:pt x="3123" y="262"/>
                </a:cubicBezTo>
                <a:cubicBezTo>
                  <a:pt x="3198" y="304"/>
                  <a:pt x="3267" y="424"/>
                  <a:pt x="3260" y="439"/>
                </a:cubicBezTo>
                <a:cubicBezTo>
                  <a:pt x="3424" y="456"/>
                  <a:pt x="3597" y="530"/>
                  <a:pt x="3662" y="582"/>
                </a:cubicBezTo>
                <a:cubicBezTo>
                  <a:pt x="3801" y="694"/>
                  <a:pt x="3863" y="721"/>
                  <a:pt x="3857" y="1101"/>
                </a:cubicBezTo>
                <a:cubicBezTo>
                  <a:pt x="4060" y="1303"/>
                  <a:pt x="4031" y="1445"/>
                  <a:pt x="3905" y="1528"/>
                </a:cubicBezTo>
                <a:cubicBezTo>
                  <a:pt x="3902" y="1530"/>
                  <a:pt x="3825" y="1784"/>
                  <a:pt x="3804" y="1809"/>
                </a:cubicBezTo>
                <a:cubicBezTo>
                  <a:pt x="3752" y="1871"/>
                  <a:pt x="3593" y="1811"/>
                  <a:pt x="3500" y="1840"/>
                </a:cubicBezTo>
                <a:cubicBezTo>
                  <a:pt x="3411" y="1868"/>
                  <a:pt x="3413" y="1944"/>
                  <a:pt x="3269" y="1982"/>
                </a:cubicBezTo>
                <a:cubicBezTo>
                  <a:pt x="3236" y="1991"/>
                  <a:pt x="3028" y="1965"/>
                  <a:pt x="3027" y="1960"/>
                </a:cubicBezTo>
                <a:cubicBezTo>
                  <a:pt x="3036" y="2023"/>
                  <a:pt x="3040" y="2009"/>
                  <a:pt x="3028" y="2079"/>
                </a:cubicBezTo>
                <a:cubicBezTo>
                  <a:pt x="3008" y="2195"/>
                  <a:pt x="2955" y="2282"/>
                  <a:pt x="2867" y="2343"/>
                </a:cubicBezTo>
                <a:cubicBezTo>
                  <a:pt x="2797" y="2391"/>
                  <a:pt x="2614" y="2376"/>
                  <a:pt x="2532" y="2354"/>
                </a:cubicBezTo>
                <a:cubicBezTo>
                  <a:pt x="2536" y="2318"/>
                  <a:pt x="2517" y="2375"/>
                  <a:pt x="2490" y="2400"/>
                </a:cubicBezTo>
                <a:cubicBezTo>
                  <a:pt x="2341" y="2543"/>
                  <a:pt x="2207" y="2485"/>
                  <a:pt x="2124" y="2359"/>
                </a:cubicBezTo>
                <a:cubicBezTo>
                  <a:pt x="2104" y="2327"/>
                  <a:pt x="2144" y="2409"/>
                  <a:pt x="2121" y="2420"/>
                </a:cubicBezTo>
                <a:cubicBezTo>
                  <a:pt x="1917" y="2550"/>
                  <a:pt x="1762" y="2425"/>
                  <a:pt x="1749" y="2424"/>
                </a:cubicBezTo>
                <a:cubicBezTo>
                  <a:pt x="1610" y="2401"/>
                  <a:pt x="1665" y="2576"/>
                  <a:pt x="1483" y="2747"/>
                </a:cubicBezTo>
                <a:cubicBezTo>
                  <a:pt x="1444" y="2781"/>
                  <a:pt x="1354" y="2820"/>
                  <a:pt x="1294" y="2740"/>
                </a:cubicBezTo>
                <a:cubicBezTo>
                  <a:pt x="1213" y="2986"/>
                  <a:pt x="885" y="2856"/>
                  <a:pt x="795" y="2820"/>
                </a:cubicBezTo>
                <a:cubicBezTo>
                  <a:pt x="722" y="2791"/>
                  <a:pt x="679" y="2648"/>
                  <a:pt x="634" y="2582"/>
                </a:cubicBezTo>
                <a:cubicBezTo>
                  <a:pt x="618" y="2560"/>
                  <a:pt x="362" y="2639"/>
                  <a:pt x="505" y="2230"/>
                </a:cubicBezTo>
                <a:cubicBezTo>
                  <a:pt x="512" y="2209"/>
                  <a:pt x="447" y="2206"/>
                  <a:pt x="360" y="2172"/>
                </a:cubicBezTo>
                <a:cubicBezTo>
                  <a:pt x="308" y="2153"/>
                  <a:pt x="219" y="2139"/>
                  <a:pt x="181" y="2099"/>
                </a:cubicBezTo>
                <a:cubicBezTo>
                  <a:pt x="118" y="2035"/>
                  <a:pt x="70" y="1950"/>
                  <a:pt x="50" y="1863"/>
                </a:cubicBezTo>
                <a:cubicBezTo>
                  <a:pt x="31" y="1777"/>
                  <a:pt x="81" y="1674"/>
                  <a:pt x="73" y="159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24"/>
          <p:cNvSpPr>
            <a:spLocks/>
          </p:cNvSpPr>
          <p:nvPr/>
        </p:nvSpPr>
        <p:spPr bwMode="auto">
          <a:xfrm>
            <a:off x="8709283" y="6200411"/>
            <a:ext cx="6937" cy="24278"/>
          </a:xfrm>
          <a:custGeom>
            <a:avLst/>
            <a:gdLst>
              <a:gd name="T0" fmla="*/ 6 w 6"/>
              <a:gd name="T1" fmla="*/ 0 h 21"/>
              <a:gd name="T2" fmla="*/ 6 w 6"/>
              <a:gd name="T3" fmla="*/ 0 h 21"/>
              <a:gd name="T4" fmla="*/ 0 w 6"/>
              <a:gd name="T5" fmla="*/ 21 h 21"/>
              <a:gd name="T6" fmla="*/ 6 w 6"/>
              <a:gd name="T7" fmla="*/ 0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" h="21">
                <a:moveTo>
                  <a:pt x="6" y="0"/>
                </a:moveTo>
                <a:lnTo>
                  <a:pt x="6" y="0"/>
                </a:lnTo>
                <a:lnTo>
                  <a:pt x="0" y="21"/>
                </a:lnTo>
                <a:lnTo>
                  <a:pt x="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>
            <a:off x="10229543" y="4655872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Line 35"/>
          <p:cNvSpPr>
            <a:spLocks noChangeShapeType="1"/>
          </p:cNvSpPr>
          <p:nvPr/>
        </p:nvSpPr>
        <p:spPr bwMode="auto">
          <a:xfrm>
            <a:off x="10229543" y="4655872"/>
            <a:ext cx="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4" name="Group 83"/>
          <p:cNvGrpSpPr/>
          <p:nvPr/>
        </p:nvGrpSpPr>
        <p:grpSpPr>
          <a:xfrm>
            <a:off x="7903486" y="5009636"/>
            <a:ext cx="2551496" cy="1439335"/>
            <a:chOff x="7903486" y="4655675"/>
            <a:chExt cx="2551496" cy="1439335"/>
          </a:xfrm>
          <a:gradFill>
            <a:gsLst>
              <a:gs pos="0">
                <a:schemeClr val="accent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700000" scaled="1"/>
          </a:gradFill>
        </p:grpSpPr>
        <p:sp>
          <p:nvSpPr>
            <p:cNvPr id="24" name="Freeform 26"/>
            <p:cNvSpPr>
              <a:spLocks/>
            </p:cNvSpPr>
            <p:nvPr/>
          </p:nvSpPr>
          <p:spPr bwMode="auto">
            <a:xfrm>
              <a:off x="9030676" y="5014064"/>
              <a:ext cx="630070" cy="582670"/>
            </a:xfrm>
            <a:custGeom>
              <a:avLst/>
              <a:gdLst>
                <a:gd name="T0" fmla="*/ 559 w 599"/>
                <a:gd name="T1" fmla="*/ 329 h 554"/>
                <a:gd name="T2" fmla="*/ 523 w 599"/>
                <a:gd name="T3" fmla="*/ 342 h 554"/>
                <a:gd name="T4" fmla="*/ 522 w 599"/>
                <a:gd name="T5" fmla="*/ 342 h 554"/>
                <a:gd name="T6" fmla="*/ 434 w 599"/>
                <a:gd name="T7" fmla="*/ 316 h 554"/>
                <a:gd name="T8" fmla="*/ 406 w 599"/>
                <a:gd name="T9" fmla="*/ 357 h 554"/>
                <a:gd name="T10" fmla="*/ 457 w 599"/>
                <a:gd name="T11" fmla="*/ 389 h 554"/>
                <a:gd name="T12" fmla="*/ 306 w 599"/>
                <a:gd name="T13" fmla="*/ 503 h 554"/>
                <a:gd name="T14" fmla="*/ 132 w 599"/>
                <a:gd name="T15" fmla="*/ 434 h 554"/>
                <a:gd name="T16" fmla="*/ 89 w 599"/>
                <a:gd name="T17" fmla="*/ 83 h 554"/>
                <a:gd name="T18" fmla="*/ 117 w 599"/>
                <a:gd name="T19" fmla="*/ 83 h 554"/>
                <a:gd name="T20" fmla="*/ 162 w 599"/>
                <a:gd name="T21" fmla="*/ 66 h 554"/>
                <a:gd name="T22" fmla="*/ 134 w 599"/>
                <a:gd name="T23" fmla="*/ 26 h 554"/>
                <a:gd name="T24" fmla="*/ 48 w 599"/>
                <a:gd name="T25" fmla="*/ 0 h 554"/>
                <a:gd name="T26" fmla="*/ 8 w 599"/>
                <a:gd name="T27" fmla="*/ 28 h 554"/>
                <a:gd name="T28" fmla="*/ 44 w 599"/>
                <a:gd name="T29" fmla="*/ 64 h 554"/>
                <a:gd name="T30" fmla="*/ 94 w 599"/>
                <a:gd name="T31" fmla="*/ 464 h 554"/>
                <a:gd name="T32" fmla="*/ 308 w 599"/>
                <a:gd name="T33" fmla="*/ 551 h 554"/>
                <a:gd name="T34" fmla="*/ 309 w 599"/>
                <a:gd name="T35" fmla="*/ 551 h 554"/>
                <a:gd name="T36" fmla="*/ 313 w 599"/>
                <a:gd name="T37" fmla="*/ 551 h 554"/>
                <a:gd name="T38" fmla="*/ 504 w 599"/>
                <a:gd name="T39" fmla="*/ 403 h 554"/>
                <a:gd name="T40" fmla="*/ 531 w 599"/>
                <a:gd name="T41" fmla="*/ 403 h 554"/>
                <a:gd name="T42" fmla="*/ 533 w 599"/>
                <a:gd name="T43" fmla="*/ 402 h 554"/>
                <a:gd name="T44" fmla="*/ 599 w 599"/>
                <a:gd name="T45" fmla="*/ 363 h 554"/>
                <a:gd name="T46" fmla="*/ 559 w 599"/>
                <a:gd name="T47" fmla="*/ 329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9" h="554">
                  <a:moveTo>
                    <a:pt x="559" y="329"/>
                  </a:moveTo>
                  <a:cubicBezTo>
                    <a:pt x="558" y="329"/>
                    <a:pt x="546" y="339"/>
                    <a:pt x="523" y="342"/>
                  </a:cubicBezTo>
                  <a:cubicBezTo>
                    <a:pt x="523" y="342"/>
                    <a:pt x="522" y="342"/>
                    <a:pt x="522" y="342"/>
                  </a:cubicBezTo>
                  <a:cubicBezTo>
                    <a:pt x="497" y="346"/>
                    <a:pt x="468" y="341"/>
                    <a:pt x="434" y="316"/>
                  </a:cubicBezTo>
                  <a:cubicBezTo>
                    <a:pt x="406" y="357"/>
                    <a:pt x="406" y="357"/>
                    <a:pt x="406" y="357"/>
                  </a:cubicBezTo>
                  <a:cubicBezTo>
                    <a:pt x="423" y="370"/>
                    <a:pt x="440" y="381"/>
                    <a:pt x="457" y="389"/>
                  </a:cubicBezTo>
                  <a:cubicBezTo>
                    <a:pt x="400" y="489"/>
                    <a:pt x="314" y="502"/>
                    <a:pt x="306" y="503"/>
                  </a:cubicBezTo>
                  <a:cubicBezTo>
                    <a:pt x="228" y="505"/>
                    <a:pt x="170" y="482"/>
                    <a:pt x="132" y="434"/>
                  </a:cubicBezTo>
                  <a:cubicBezTo>
                    <a:pt x="54" y="336"/>
                    <a:pt x="75" y="160"/>
                    <a:pt x="89" y="83"/>
                  </a:cubicBezTo>
                  <a:cubicBezTo>
                    <a:pt x="99" y="84"/>
                    <a:pt x="108" y="84"/>
                    <a:pt x="117" y="83"/>
                  </a:cubicBezTo>
                  <a:cubicBezTo>
                    <a:pt x="135" y="80"/>
                    <a:pt x="151" y="73"/>
                    <a:pt x="162" y="66"/>
                  </a:cubicBezTo>
                  <a:cubicBezTo>
                    <a:pt x="134" y="26"/>
                    <a:pt x="134" y="26"/>
                    <a:pt x="134" y="26"/>
                  </a:cubicBezTo>
                  <a:cubicBezTo>
                    <a:pt x="127" y="31"/>
                    <a:pt x="85" y="55"/>
                    <a:pt x="48" y="0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9" y="44"/>
                    <a:pt x="31" y="56"/>
                    <a:pt x="44" y="64"/>
                  </a:cubicBezTo>
                  <a:cubicBezTo>
                    <a:pt x="28" y="143"/>
                    <a:pt x="0" y="345"/>
                    <a:pt x="94" y="464"/>
                  </a:cubicBezTo>
                  <a:cubicBezTo>
                    <a:pt x="142" y="524"/>
                    <a:pt x="214" y="554"/>
                    <a:pt x="308" y="551"/>
                  </a:cubicBezTo>
                  <a:cubicBezTo>
                    <a:pt x="309" y="551"/>
                    <a:pt x="309" y="551"/>
                    <a:pt x="309" y="551"/>
                  </a:cubicBezTo>
                  <a:cubicBezTo>
                    <a:pt x="310" y="551"/>
                    <a:pt x="311" y="551"/>
                    <a:pt x="313" y="551"/>
                  </a:cubicBezTo>
                  <a:cubicBezTo>
                    <a:pt x="335" y="548"/>
                    <a:pt x="439" y="527"/>
                    <a:pt x="504" y="403"/>
                  </a:cubicBezTo>
                  <a:cubicBezTo>
                    <a:pt x="513" y="404"/>
                    <a:pt x="522" y="404"/>
                    <a:pt x="531" y="403"/>
                  </a:cubicBezTo>
                  <a:cubicBezTo>
                    <a:pt x="532" y="402"/>
                    <a:pt x="532" y="402"/>
                    <a:pt x="533" y="402"/>
                  </a:cubicBezTo>
                  <a:cubicBezTo>
                    <a:pt x="576" y="395"/>
                    <a:pt x="597" y="366"/>
                    <a:pt x="599" y="363"/>
                  </a:cubicBezTo>
                  <a:lnTo>
                    <a:pt x="559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9"/>
            <p:cNvSpPr>
              <a:spLocks/>
            </p:cNvSpPr>
            <p:nvPr/>
          </p:nvSpPr>
          <p:spPr bwMode="auto">
            <a:xfrm>
              <a:off x="9439933" y="4780533"/>
              <a:ext cx="1015049" cy="789611"/>
            </a:xfrm>
            <a:custGeom>
              <a:avLst/>
              <a:gdLst>
                <a:gd name="T0" fmla="*/ 615 w 965"/>
                <a:gd name="T1" fmla="*/ 744 h 751"/>
                <a:gd name="T2" fmla="*/ 934 w 965"/>
                <a:gd name="T3" fmla="*/ 489 h 751"/>
                <a:gd name="T4" fmla="*/ 601 w 965"/>
                <a:gd name="T5" fmla="*/ 73 h 751"/>
                <a:gd name="T6" fmla="*/ 0 w 965"/>
                <a:gd name="T7" fmla="*/ 150 h 751"/>
                <a:gd name="T8" fmla="*/ 24 w 965"/>
                <a:gd name="T9" fmla="*/ 192 h 751"/>
                <a:gd name="T10" fmla="*/ 581 w 965"/>
                <a:gd name="T11" fmla="*/ 117 h 751"/>
                <a:gd name="T12" fmla="*/ 887 w 965"/>
                <a:gd name="T13" fmla="*/ 481 h 751"/>
                <a:gd name="T14" fmla="*/ 478 w 965"/>
                <a:gd name="T15" fmla="*/ 696 h 751"/>
                <a:gd name="T16" fmla="*/ 314 w 965"/>
                <a:gd name="T17" fmla="*/ 601 h 751"/>
                <a:gd name="T18" fmla="*/ 360 w 965"/>
                <a:gd name="T19" fmla="*/ 467 h 751"/>
                <a:gd name="T20" fmla="*/ 338 w 965"/>
                <a:gd name="T21" fmla="*/ 424 h 751"/>
                <a:gd name="T22" fmla="*/ 270 w 965"/>
                <a:gd name="T23" fmla="*/ 620 h 751"/>
                <a:gd name="T24" fmla="*/ 470 w 965"/>
                <a:gd name="T25" fmla="*/ 743 h 751"/>
                <a:gd name="T26" fmla="*/ 615 w 965"/>
                <a:gd name="T27" fmla="*/ 744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65" h="751">
                  <a:moveTo>
                    <a:pt x="615" y="744"/>
                  </a:moveTo>
                  <a:cubicBezTo>
                    <a:pt x="759" y="723"/>
                    <a:pt x="908" y="643"/>
                    <a:pt x="934" y="489"/>
                  </a:cubicBezTo>
                  <a:cubicBezTo>
                    <a:pt x="965" y="307"/>
                    <a:pt x="774" y="151"/>
                    <a:pt x="601" y="73"/>
                  </a:cubicBezTo>
                  <a:cubicBezTo>
                    <a:pt x="437" y="0"/>
                    <a:pt x="167" y="55"/>
                    <a:pt x="0" y="150"/>
                  </a:cubicBezTo>
                  <a:cubicBezTo>
                    <a:pt x="24" y="192"/>
                    <a:pt x="24" y="192"/>
                    <a:pt x="24" y="192"/>
                  </a:cubicBezTo>
                  <a:cubicBezTo>
                    <a:pt x="199" y="92"/>
                    <a:pt x="449" y="58"/>
                    <a:pt x="581" y="117"/>
                  </a:cubicBezTo>
                  <a:cubicBezTo>
                    <a:pt x="739" y="188"/>
                    <a:pt x="913" y="326"/>
                    <a:pt x="887" y="481"/>
                  </a:cubicBezTo>
                  <a:cubicBezTo>
                    <a:pt x="858" y="652"/>
                    <a:pt x="629" y="721"/>
                    <a:pt x="478" y="696"/>
                  </a:cubicBezTo>
                  <a:cubicBezTo>
                    <a:pt x="413" y="685"/>
                    <a:pt x="334" y="651"/>
                    <a:pt x="314" y="601"/>
                  </a:cubicBezTo>
                  <a:cubicBezTo>
                    <a:pt x="288" y="539"/>
                    <a:pt x="303" y="496"/>
                    <a:pt x="360" y="467"/>
                  </a:cubicBezTo>
                  <a:cubicBezTo>
                    <a:pt x="338" y="424"/>
                    <a:pt x="338" y="424"/>
                    <a:pt x="338" y="424"/>
                  </a:cubicBezTo>
                  <a:cubicBezTo>
                    <a:pt x="259" y="465"/>
                    <a:pt x="235" y="535"/>
                    <a:pt x="270" y="620"/>
                  </a:cubicBezTo>
                  <a:cubicBezTo>
                    <a:pt x="299" y="691"/>
                    <a:pt x="396" y="731"/>
                    <a:pt x="470" y="743"/>
                  </a:cubicBezTo>
                  <a:cubicBezTo>
                    <a:pt x="514" y="751"/>
                    <a:pt x="564" y="751"/>
                    <a:pt x="615" y="7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0"/>
            <p:cNvSpPr>
              <a:spLocks/>
            </p:cNvSpPr>
            <p:nvPr/>
          </p:nvSpPr>
          <p:spPr bwMode="auto">
            <a:xfrm>
              <a:off x="9286172" y="5513496"/>
              <a:ext cx="632383" cy="489027"/>
            </a:xfrm>
            <a:custGeom>
              <a:avLst/>
              <a:gdLst>
                <a:gd name="T0" fmla="*/ 309 w 601"/>
                <a:gd name="T1" fmla="*/ 443 h 465"/>
                <a:gd name="T2" fmla="*/ 413 w 601"/>
                <a:gd name="T3" fmla="*/ 409 h 465"/>
                <a:gd name="T4" fmla="*/ 601 w 601"/>
                <a:gd name="T5" fmla="*/ 3 h 465"/>
                <a:gd name="T6" fmla="*/ 553 w 601"/>
                <a:gd name="T7" fmla="*/ 0 h 465"/>
                <a:gd name="T8" fmla="*/ 390 w 601"/>
                <a:gd name="T9" fmla="*/ 367 h 465"/>
                <a:gd name="T10" fmla="*/ 24 w 601"/>
                <a:gd name="T11" fmla="*/ 337 h 465"/>
                <a:gd name="T12" fmla="*/ 0 w 601"/>
                <a:gd name="T13" fmla="*/ 380 h 465"/>
                <a:gd name="T14" fmla="*/ 309 w 601"/>
                <a:gd name="T15" fmla="*/ 443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01" h="465">
                  <a:moveTo>
                    <a:pt x="309" y="443"/>
                  </a:moveTo>
                  <a:cubicBezTo>
                    <a:pt x="344" y="438"/>
                    <a:pt x="380" y="428"/>
                    <a:pt x="413" y="409"/>
                  </a:cubicBezTo>
                  <a:cubicBezTo>
                    <a:pt x="526" y="347"/>
                    <a:pt x="589" y="210"/>
                    <a:pt x="601" y="3"/>
                  </a:cubicBezTo>
                  <a:cubicBezTo>
                    <a:pt x="553" y="0"/>
                    <a:pt x="553" y="0"/>
                    <a:pt x="553" y="0"/>
                  </a:cubicBezTo>
                  <a:cubicBezTo>
                    <a:pt x="542" y="190"/>
                    <a:pt x="487" y="313"/>
                    <a:pt x="390" y="367"/>
                  </a:cubicBezTo>
                  <a:cubicBezTo>
                    <a:pt x="237" y="452"/>
                    <a:pt x="26" y="338"/>
                    <a:pt x="24" y="337"/>
                  </a:cubicBezTo>
                  <a:cubicBezTo>
                    <a:pt x="0" y="380"/>
                    <a:pt x="0" y="380"/>
                    <a:pt x="0" y="380"/>
                  </a:cubicBezTo>
                  <a:cubicBezTo>
                    <a:pt x="8" y="384"/>
                    <a:pt x="159" y="465"/>
                    <a:pt x="309" y="4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1"/>
            <p:cNvSpPr>
              <a:spLocks/>
            </p:cNvSpPr>
            <p:nvPr/>
          </p:nvSpPr>
          <p:spPr bwMode="auto">
            <a:xfrm>
              <a:off x="8885009" y="5882289"/>
              <a:ext cx="497120" cy="197692"/>
            </a:xfrm>
            <a:custGeom>
              <a:avLst/>
              <a:gdLst>
                <a:gd name="T0" fmla="*/ 247 w 473"/>
                <a:gd name="T1" fmla="*/ 184 h 187"/>
                <a:gd name="T2" fmla="*/ 473 w 473"/>
                <a:gd name="T3" fmla="*/ 63 h 187"/>
                <a:gd name="T4" fmla="*/ 440 w 473"/>
                <a:gd name="T5" fmla="*/ 29 h 187"/>
                <a:gd name="T6" fmla="*/ 184 w 473"/>
                <a:gd name="T7" fmla="*/ 135 h 187"/>
                <a:gd name="T8" fmla="*/ 44 w 473"/>
                <a:gd name="T9" fmla="*/ 0 h 187"/>
                <a:gd name="T10" fmla="*/ 0 w 473"/>
                <a:gd name="T11" fmla="*/ 20 h 187"/>
                <a:gd name="T12" fmla="*/ 175 w 473"/>
                <a:gd name="T13" fmla="*/ 183 h 187"/>
                <a:gd name="T14" fmla="*/ 247 w 473"/>
                <a:gd name="T15" fmla="*/ 184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3" h="187">
                  <a:moveTo>
                    <a:pt x="247" y="184"/>
                  </a:moveTo>
                  <a:cubicBezTo>
                    <a:pt x="365" y="167"/>
                    <a:pt x="468" y="68"/>
                    <a:pt x="473" y="63"/>
                  </a:cubicBezTo>
                  <a:cubicBezTo>
                    <a:pt x="440" y="29"/>
                    <a:pt x="440" y="29"/>
                    <a:pt x="440" y="29"/>
                  </a:cubicBezTo>
                  <a:cubicBezTo>
                    <a:pt x="438" y="30"/>
                    <a:pt x="304" y="159"/>
                    <a:pt x="184" y="135"/>
                  </a:cubicBezTo>
                  <a:cubicBezTo>
                    <a:pt x="126" y="124"/>
                    <a:pt x="79" y="79"/>
                    <a:pt x="44" y="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2" y="114"/>
                    <a:pt x="101" y="168"/>
                    <a:pt x="175" y="183"/>
                  </a:cubicBezTo>
                  <a:cubicBezTo>
                    <a:pt x="199" y="187"/>
                    <a:pt x="223" y="187"/>
                    <a:pt x="247" y="18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2"/>
            <p:cNvSpPr>
              <a:spLocks/>
            </p:cNvSpPr>
            <p:nvPr/>
          </p:nvSpPr>
          <p:spPr bwMode="auto">
            <a:xfrm>
              <a:off x="8303494" y="5276497"/>
              <a:ext cx="657817" cy="818513"/>
            </a:xfrm>
            <a:custGeom>
              <a:avLst/>
              <a:gdLst>
                <a:gd name="T0" fmla="*/ 450 w 625"/>
                <a:gd name="T1" fmla="*/ 762 h 779"/>
                <a:gd name="T2" fmla="*/ 625 w 625"/>
                <a:gd name="T3" fmla="*/ 682 h 779"/>
                <a:gd name="T4" fmla="*/ 594 w 625"/>
                <a:gd name="T5" fmla="*/ 645 h 779"/>
                <a:gd name="T6" fmla="*/ 182 w 625"/>
                <a:gd name="T7" fmla="*/ 609 h 779"/>
                <a:gd name="T8" fmla="*/ 187 w 625"/>
                <a:gd name="T9" fmla="*/ 199 h 779"/>
                <a:gd name="T10" fmla="*/ 504 w 625"/>
                <a:gd name="T11" fmla="*/ 90 h 779"/>
                <a:gd name="T12" fmla="*/ 522 w 625"/>
                <a:gd name="T13" fmla="*/ 45 h 779"/>
                <a:gd name="T14" fmla="*/ 154 w 625"/>
                <a:gd name="T15" fmla="*/ 164 h 779"/>
                <a:gd name="T16" fmla="*/ 146 w 625"/>
                <a:gd name="T17" fmla="*/ 641 h 779"/>
                <a:gd name="T18" fmla="*/ 450 w 625"/>
                <a:gd name="T19" fmla="*/ 762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5" h="779">
                  <a:moveTo>
                    <a:pt x="450" y="762"/>
                  </a:moveTo>
                  <a:cubicBezTo>
                    <a:pt x="508" y="754"/>
                    <a:pt x="567" y="729"/>
                    <a:pt x="625" y="682"/>
                  </a:cubicBezTo>
                  <a:cubicBezTo>
                    <a:pt x="594" y="645"/>
                    <a:pt x="594" y="645"/>
                    <a:pt x="594" y="645"/>
                  </a:cubicBezTo>
                  <a:cubicBezTo>
                    <a:pt x="442" y="771"/>
                    <a:pt x="277" y="718"/>
                    <a:pt x="182" y="609"/>
                  </a:cubicBezTo>
                  <a:cubicBezTo>
                    <a:pt x="85" y="499"/>
                    <a:pt x="55" y="323"/>
                    <a:pt x="187" y="199"/>
                  </a:cubicBezTo>
                  <a:cubicBezTo>
                    <a:pt x="257" y="133"/>
                    <a:pt x="419" y="56"/>
                    <a:pt x="504" y="90"/>
                  </a:cubicBezTo>
                  <a:cubicBezTo>
                    <a:pt x="522" y="45"/>
                    <a:pt x="522" y="45"/>
                    <a:pt x="522" y="45"/>
                  </a:cubicBezTo>
                  <a:cubicBezTo>
                    <a:pt x="409" y="0"/>
                    <a:pt x="225" y="97"/>
                    <a:pt x="154" y="164"/>
                  </a:cubicBezTo>
                  <a:cubicBezTo>
                    <a:pt x="0" y="308"/>
                    <a:pt x="33" y="513"/>
                    <a:pt x="146" y="641"/>
                  </a:cubicBezTo>
                  <a:cubicBezTo>
                    <a:pt x="218" y="723"/>
                    <a:pt x="331" y="779"/>
                    <a:pt x="450" y="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"/>
            <p:cNvSpPr>
              <a:spLocks/>
            </p:cNvSpPr>
            <p:nvPr/>
          </p:nvSpPr>
          <p:spPr bwMode="auto">
            <a:xfrm>
              <a:off x="8542805" y="5566676"/>
              <a:ext cx="173414" cy="327174"/>
            </a:xfrm>
            <a:custGeom>
              <a:avLst/>
              <a:gdLst>
                <a:gd name="T0" fmla="*/ 56 w 165"/>
                <a:gd name="T1" fmla="*/ 179 h 312"/>
                <a:gd name="T2" fmla="*/ 88 w 165"/>
                <a:gd name="T3" fmla="*/ 95 h 312"/>
                <a:gd name="T4" fmla="*/ 121 w 165"/>
                <a:gd name="T5" fmla="*/ 99 h 312"/>
                <a:gd name="T6" fmla="*/ 154 w 165"/>
                <a:gd name="T7" fmla="*/ 88 h 312"/>
                <a:gd name="T8" fmla="*/ 132 w 165"/>
                <a:gd name="T9" fmla="*/ 46 h 312"/>
                <a:gd name="T10" fmla="*/ 94 w 165"/>
                <a:gd name="T11" fmla="*/ 46 h 312"/>
                <a:gd name="T12" fmla="*/ 72 w 165"/>
                <a:gd name="T13" fmla="*/ 0 h 312"/>
                <a:gd name="T14" fmla="*/ 25 w 165"/>
                <a:gd name="T15" fmla="*/ 6 h 312"/>
                <a:gd name="T16" fmla="*/ 44 w 165"/>
                <a:gd name="T17" fmla="*/ 73 h 312"/>
                <a:gd name="T18" fmla="*/ 9 w 165"/>
                <a:gd name="T19" fmla="*/ 191 h 312"/>
                <a:gd name="T20" fmla="*/ 151 w 165"/>
                <a:gd name="T21" fmla="*/ 312 h 312"/>
                <a:gd name="T22" fmla="*/ 165 w 165"/>
                <a:gd name="T23" fmla="*/ 266 h 312"/>
                <a:gd name="T24" fmla="*/ 56 w 165"/>
                <a:gd name="T25" fmla="*/ 179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5" h="312">
                  <a:moveTo>
                    <a:pt x="56" y="179"/>
                  </a:moveTo>
                  <a:cubicBezTo>
                    <a:pt x="50" y="155"/>
                    <a:pt x="61" y="127"/>
                    <a:pt x="88" y="95"/>
                  </a:cubicBezTo>
                  <a:cubicBezTo>
                    <a:pt x="100" y="99"/>
                    <a:pt x="111" y="100"/>
                    <a:pt x="121" y="99"/>
                  </a:cubicBezTo>
                  <a:cubicBezTo>
                    <a:pt x="138" y="96"/>
                    <a:pt x="152" y="90"/>
                    <a:pt x="154" y="88"/>
                  </a:cubicBezTo>
                  <a:cubicBezTo>
                    <a:pt x="132" y="46"/>
                    <a:pt x="132" y="46"/>
                    <a:pt x="132" y="46"/>
                  </a:cubicBezTo>
                  <a:cubicBezTo>
                    <a:pt x="132" y="46"/>
                    <a:pt x="109" y="54"/>
                    <a:pt x="94" y="46"/>
                  </a:cubicBezTo>
                  <a:cubicBezTo>
                    <a:pt x="81" y="39"/>
                    <a:pt x="72" y="0"/>
                    <a:pt x="72" y="0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31" y="47"/>
                    <a:pt x="36" y="64"/>
                    <a:pt x="44" y="73"/>
                  </a:cubicBezTo>
                  <a:cubicBezTo>
                    <a:pt x="12" y="114"/>
                    <a:pt x="0" y="153"/>
                    <a:pt x="9" y="191"/>
                  </a:cubicBezTo>
                  <a:cubicBezTo>
                    <a:pt x="29" y="275"/>
                    <a:pt x="146" y="311"/>
                    <a:pt x="151" y="312"/>
                  </a:cubicBezTo>
                  <a:cubicBezTo>
                    <a:pt x="165" y="266"/>
                    <a:pt x="165" y="266"/>
                    <a:pt x="165" y="266"/>
                  </a:cubicBezTo>
                  <a:cubicBezTo>
                    <a:pt x="138" y="258"/>
                    <a:pt x="67" y="227"/>
                    <a:pt x="56" y="1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5"/>
            <p:cNvSpPr>
              <a:spLocks/>
            </p:cNvSpPr>
            <p:nvPr/>
          </p:nvSpPr>
          <p:spPr bwMode="auto">
            <a:xfrm>
              <a:off x="8697722" y="5032561"/>
              <a:ext cx="467061" cy="479778"/>
            </a:xfrm>
            <a:custGeom>
              <a:avLst/>
              <a:gdLst>
                <a:gd name="T0" fmla="*/ 443 w 444"/>
                <a:gd name="T1" fmla="*/ 456 h 456"/>
                <a:gd name="T2" fmla="*/ 444 w 444"/>
                <a:gd name="T3" fmla="*/ 408 h 456"/>
                <a:gd name="T4" fmla="*/ 154 w 444"/>
                <a:gd name="T5" fmla="*/ 293 h 456"/>
                <a:gd name="T6" fmla="*/ 66 w 444"/>
                <a:gd name="T7" fmla="*/ 5 h 456"/>
                <a:gd name="T8" fmla="*/ 18 w 444"/>
                <a:gd name="T9" fmla="*/ 0 h 456"/>
                <a:gd name="T10" fmla="*/ 117 w 444"/>
                <a:gd name="T11" fmla="*/ 325 h 456"/>
                <a:gd name="T12" fmla="*/ 443 w 444"/>
                <a:gd name="T13" fmla="*/ 456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4" h="456">
                  <a:moveTo>
                    <a:pt x="443" y="456"/>
                  </a:moveTo>
                  <a:cubicBezTo>
                    <a:pt x="444" y="408"/>
                    <a:pt x="444" y="408"/>
                    <a:pt x="444" y="408"/>
                  </a:cubicBezTo>
                  <a:cubicBezTo>
                    <a:pt x="316" y="405"/>
                    <a:pt x="218" y="366"/>
                    <a:pt x="154" y="293"/>
                  </a:cubicBezTo>
                  <a:cubicBezTo>
                    <a:pt x="50" y="176"/>
                    <a:pt x="66" y="7"/>
                    <a:pt x="66" y="5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8"/>
                    <a:pt x="0" y="192"/>
                    <a:pt x="117" y="325"/>
                  </a:cubicBezTo>
                  <a:cubicBezTo>
                    <a:pt x="191" y="409"/>
                    <a:pt x="300" y="453"/>
                    <a:pt x="443" y="4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7"/>
            <p:cNvSpPr>
              <a:spLocks/>
            </p:cNvSpPr>
            <p:nvPr/>
          </p:nvSpPr>
          <p:spPr bwMode="auto">
            <a:xfrm>
              <a:off x="9828380" y="5027937"/>
              <a:ext cx="433535" cy="332954"/>
            </a:xfrm>
            <a:custGeom>
              <a:avLst/>
              <a:gdLst>
                <a:gd name="T0" fmla="*/ 92 w 412"/>
                <a:gd name="T1" fmla="*/ 57 h 317"/>
                <a:gd name="T2" fmla="*/ 83 w 412"/>
                <a:gd name="T3" fmla="*/ 0 h 317"/>
                <a:gd name="T4" fmla="*/ 61 w 412"/>
                <a:gd name="T5" fmla="*/ 11 h 317"/>
                <a:gd name="T6" fmla="*/ 39 w 412"/>
                <a:gd name="T7" fmla="*/ 21 h 317"/>
                <a:gd name="T8" fmla="*/ 0 w 412"/>
                <a:gd name="T9" fmla="*/ 106 h 317"/>
                <a:gd name="T10" fmla="*/ 21 w 412"/>
                <a:gd name="T11" fmla="*/ 149 h 317"/>
                <a:gd name="T12" fmla="*/ 76 w 412"/>
                <a:gd name="T13" fmla="*/ 102 h 317"/>
                <a:gd name="T14" fmla="*/ 341 w 412"/>
                <a:gd name="T15" fmla="*/ 310 h 317"/>
                <a:gd name="T16" fmla="*/ 389 w 412"/>
                <a:gd name="T17" fmla="*/ 317 h 317"/>
                <a:gd name="T18" fmla="*/ 92 w 412"/>
                <a:gd name="T19" fmla="*/ 57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2" h="317">
                  <a:moveTo>
                    <a:pt x="92" y="57"/>
                  </a:moveTo>
                  <a:cubicBezTo>
                    <a:pt x="94" y="34"/>
                    <a:pt x="89" y="14"/>
                    <a:pt x="83" y="0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43" y="30"/>
                    <a:pt x="60" y="76"/>
                    <a:pt x="0" y="106"/>
                  </a:cubicBezTo>
                  <a:cubicBezTo>
                    <a:pt x="21" y="149"/>
                    <a:pt x="21" y="149"/>
                    <a:pt x="21" y="149"/>
                  </a:cubicBezTo>
                  <a:cubicBezTo>
                    <a:pt x="48" y="135"/>
                    <a:pt x="65" y="119"/>
                    <a:pt x="76" y="102"/>
                  </a:cubicBezTo>
                  <a:cubicBezTo>
                    <a:pt x="355" y="167"/>
                    <a:pt x="342" y="305"/>
                    <a:pt x="341" y="310"/>
                  </a:cubicBezTo>
                  <a:cubicBezTo>
                    <a:pt x="389" y="317"/>
                    <a:pt x="389" y="317"/>
                    <a:pt x="389" y="317"/>
                  </a:cubicBezTo>
                  <a:cubicBezTo>
                    <a:pt x="390" y="310"/>
                    <a:pt x="412" y="133"/>
                    <a:pt x="92" y="5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8"/>
            <p:cNvSpPr>
              <a:spLocks/>
            </p:cNvSpPr>
            <p:nvPr/>
          </p:nvSpPr>
          <p:spPr bwMode="auto">
            <a:xfrm>
              <a:off x="9156690" y="5475345"/>
              <a:ext cx="656660" cy="345672"/>
            </a:xfrm>
            <a:custGeom>
              <a:avLst/>
              <a:gdLst>
                <a:gd name="T0" fmla="*/ 374 w 624"/>
                <a:gd name="T1" fmla="*/ 314 h 328"/>
                <a:gd name="T2" fmla="*/ 624 w 624"/>
                <a:gd name="T3" fmla="*/ 10 h 328"/>
                <a:gd name="T4" fmla="*/ 577 w 624"/>
                <a:gd name="T5" fmla="*/ 0 h 328"/>
                <a:gd name="T6" fmla="*/ 341 w 624"/>
                <a:gd name="T7" fmla="*/ 269 h 328"/>
                <a:gd name="T8" fmla="*/ 46 w 624"/>
                <a:gd name="T9" fmla="*/ 27 h 328"/>
                <a:gd name="T10" fmla="*/ 43 w 624"/>
                <a:gd name="T11" fmla="*/ 21 h 328"/>
                <a:gd name="T12" fmla="*/ 0 w 624"/>
                <a:gd name="T13" fmla="*/ 44 h 328"/>
                <a:gd name="T14" fmla="*/ 4 w 624"/>
                <a:gd name="T15" fmla="*/ 50 h 328"/>
                <a:gd name="T16" fmla="*/ 344 w 624"/>
                <a:gd name="T17" fmla="*/ 317 h 328"/>
                <a:gd name="T18" fmla="*/ 374 w 624"/>
                <a:gd name="T19" fmla="*/ 314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24" h="328">
                  <a:moveTo>
                    <a:pt x="374" y="314"/>
                  </a:moveTo>
                  <a:cubicBezTo>
                    <a:pt x="566" y="287"/>
                    <a:pt x="602" y="115"/>
                    <a:pt x="624" y="10"/>
                  </a:cubicBezTo>
                  <a:cubicBezTo>
                    <a:pt x="577" y="0"/>
                    <a:pt x="577" y="0"/>
                    <a:pt x="577" y="0"/>
                  </a:cubicBezTo>
                  <a:cubicBezTo>
                    <a:pt x="548" y="136"/>
                    <a:pt x="509" y="259"/>
                    <a:pt x="341" y="269"/>
                  </a:cubicBezTo>
                  <a:cubicBezTo>
                    <a:pt x="186" y="279"/>
                    <a:pt x="111" y="145"/>
                    <a:pt x="46" y="27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73" y="174"/>
                    <a:pt x="158" y="328"/>
                    <a:pt x="344" y="317"/>
                  </a:cubicBezTo>
                  <a:cubicBezTo>
                    <a:pt x="354" y="317"/>
                    <a:pt x="364" y="316"/>
                    <a:pt x="374" y="3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9"/>
            <p:cNvSpPr>
              <a:spLocks/>
            </p:cNvSpPr>
            <p:nvPr/>
          </p:nvSpPr>
          <p:spPr bwMode="auto">
            <a:xfrm>
              <a:off x="8370547" y="4661456"/>
              <a:ext cx="590763" cy="482091"/>
            </a:xfrm>
            <a:custGeom>
              <a:avLst/>
              <a:gdLst>
                <a:gd name="T0" fmla="*/ 562 w 562"/>
                <a:gd name="T1" fmla="*/ 456 h 458"/>
                <a:gd name="T2" fmla="*/ 377 w 562"/>
                <a:gd name="T3" fmla="*/ 54 h 458"/>
                <a:gd name="T4" fmla="*/ 0 w 562"/>
                <a:gd name="T5" fmla="*/ 110 h 458"/>
                <a:gd name="T6" fmla="*/ 24 w 562"/>
                <a:gd name="T7" fmla="*/ 151 h 458"/>
                <a:gd name="T8" fmla="*/ 354 w 562"/>
                <a:gd name="T9" fmla="*/ 96 h 458"/>
                <a:gd name="T10" fmla="*/ 514 w 562"/>
                <a:gd name="T11" fmla="*/ 458 h 458"/>
                <a:gd name="T12" fmla="*/ 562 w 562"/>
                <a:gd name="T13" fmla="*/ 456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2" h="458">
                  <a:moveTo>
                    <a:pt x="562" y="456"/>
                  </a:moveTo>
                  <a:cubicBezTo>
                    <a:pt x="562" y="444"/>
                    <a:pt x="552" y="151"/>
                    <a:pt x="377" y="54"/>
                  </a:cubicBezTo>
                  <a:cubicBezTo>
                    <a:pt x="280" y="0"/>
                    <a:pt x="153" y="19"/>
                    <a:pt x="0" y="110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161" y="70"/>
                    <a:pt x="272" y="51"/>
                    <a:pt x="354" y="96"/>
                  </a:cubicBezTo>
                  <a:cubicBezTo>
                    <a:pt x="505" y="180"/>
                    <a:pt x="514" y="455"/>
                    <a:pt x="514" y="458"/>
                  </a:cubicBezTo>
                  <a:lnTo>
                    <a:pt x="562" y="45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30"/>
            <p:cNvSpPr>
              <a:spLocks/>
            </p:cNvSpPr>
            <p:nvPr/>
          </p:nvSpPr>
          <p:spPr bwMode="auto">
            <a:xfrm>
              <a:off x="8808707" y="4655675"/>
              <a:ext cx="702904" cy="665909"/>
            </a:xfrm>
            <a:custGeom>
              <a:avLst/>
              <a:gdLst>
                <a:gd name="T0" fmla="*/ 587 w 668"/>
                <a:gd name="T1" fmla="*/ 555 h 633"/>
                <a:gd name="T2" fmla="*/ 562 w 668"/>
                <a:gd name="T3" fmla="*/ 132 h 633"/>
                <a:gd name="T4" fmla="*/ 363 w 668"/>
                <a:gd name="T5" fmla="*/ 18 h 633"/>
                <a:gd name="T6" fmla="*/ 0 w 668"/>
                <a:gd name="T7" fmla="*/ 125 h 633"/>
                <a:gd name="T8" fmla="*/ 30 w 668"/>
                <a:gd name="T9" fmla="*/ 163 h 633"/>
                <a:gd name="T10" fmla="*/ 357 w 668"/>
                <a:gd name="T11" fmla="*/ 66 h 633"/>
                <a:gd name="T12" fmla="*/ 523 w 668"/>
                <a:gd name="T13" fmla="*/ 160 h 633"/>
                <a:gd name="T14" fmla="*/ 543 w 668"/>
                <a:gd name="T15" fmla="*/ 537 h 633"/>
                <a:gd name="T16" fmla="*/ 464 w 668"/>
                <a:gd name="T17" fmla="*/ 536 h 633"/>
                <a:gd name="T18" fmla="*/ 473 w 668"/>
                <a:gd name="T19" fmla="*/ 583 h 633"/>
                <a:gd name="T20" fmla="*/ 595 w 668"/>
                <a:gd name="T21" fmla="*/ 633 h 633"/>
                <a:gd name="T22" fmla="*/ 639 w 668"/>
                <a:gd name="T23" fmla="*/ 614 h 633"/>
                <a:gd name="T24" fmla="*/ 587 w 668"/>
                <a:gd name="T25" fmla="*/ 555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8" h="633">
                  <a:moveTo>
                    <a:pt x="587" y="555"/>
                  </a:moveTo>
                  <a:cubicBezTo>
                    <a:pt x="618" y="470"/>
                    <a:pt x="668" y="275"/>
                    <a:pt x="562" y="132"/>
                  </a:cubicBezTo>
                  <a:cubicBezTo>
                    <a:pt x="514" y="67"/>
                    <a:pt x="447" y="29"/>
                    <a:pt x="363" y="18"/>
                  </a:cubicBezTo>
                  <a:cubicBezTo>
                    <a:pt x="215" y="0"/>
                    <a:pt x="62" y="74"/>
                    <a:pt x="0" y="125"/>
                  </a:cubicBezTo>
                  <a:cubicBezTo>
                    <a:pt x="30" y="163"/>
                    <a:pt x="30" y="163"/>
                    <a:pt x="30" y="163"/>
                  </a:cubicBezTo>
                  <a:cubicBezTo>
                    <a:pt x="90" y="113"/>
                    <a:pt x="231" y="51"/>
                    <a:pt x="357" y="66"/>
                  </a:cubicBezTo>
                  <a:cubicBezTo>
                    <a:pt x="427" y="75"/>
                    <a:pt x="483" y="106"/>
                    <a:pt x="523" y="160"/>
                  </a:cubicBezTo>
                  <a:cubicBezTo>
                    <a:pt x="600" y="264"/>
                    <a:pt x="585" y="418"/>
                    <a:pt x="543" y="537"/>
                  </a:cubicBezTo>
                  <a:cubicBezTo>
                    <a:pt x="520" y="531"/>
                    <a:pt x="494" y="530"/>
                    <a:pt x="464" y="536"/>
                  </a:cubicBezTo>
                  <a:cubicBezTo>
                    <a:pt x="473" y="583"/>
                    <a:pt x="473" y="583"/>
                    <a:pt x="473" y="583"/>
                  </a:cubicBezTo>
                  <a:cubicBezTo>
                    <a:pt x="565" y="565"/>
                    <a:pt x="594" y="630"/>
                    <a:pt x="595" y="633"/>
                  </a:cubicBezTo>
                  <a:cubicBezTo>
                    <a:pt x="639" y="614"/>
                    <a:pt x="639" y="614"/>
                    <a:pt x="639" y="614"/>
                  </a:cubicBezTo>
                  <a:cubicBezTo>
                    <a:pt x="632" y="597"/>
                    <a:pt x="615" y="573"/>
                    <a:pt x="587" y="5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31"/>
            <p:cNvSpPr>
              <a:spLocks/>
            </p:cNvSpPr>
            <p:nvPr/>
          </p:nvSpPr>
          <p:spPr bwMode="auto">
            <a:xfrm>
              <a:off x="8730092" y="5470720"/>
              <a:ext cx="391916" cy="307520"/>
            </a:xfrm>
            <a:custGeom>
              <a:avLst/>
              <a:gdLst>
                <a:gd name="T0" fmla="*/ 167 w 373"/>
                <a:gd name="T1" fmla="*/ 285 h 292"/>
                <a:gd name="T2" fmla="*/ 265 w 373"/>
                <a:gd name="T3" fmla="*/ 246 h 292"/>
                <a:gd name="T4" fmla="*/ 373 w 373"/>
                <a:gd name="T5" fmla="*/ 0 h 292"/>
                <a:gd name="T6" fmla="*/ 325 w 373"/>
                <a:gd name="T7" fmla="*/ 0 h 292"/>
                <a:gd name="T8" fmla="*/ 236 w 373"/>
                <a:gd name="T9" fmla="*/ 208 h 292"/>
                <a:gd name="T10" fmla="*/ 14 w 373"/>
                <a:gd name="T11" fmla="*/ 220 h 292"/>
                <a:gd name="T12" fmla="*/ 0 w 373"/>
                <a:gd name="T13" fmla="*/ 266 h 292"/>
                <a:gd name="T14" fmla="*/ 167 w 373"/>
                <a:gd name="T15" fmla="*/ 28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3" h="292">
                  <a:moveTo>
                    <a:pt x="167" y="285"/>
                  </a:moveTo>
                  <a:cubicBezTo>
                    <a:pt x="204" y="280"/>
                    <a:pt x="237" y="267"/>
                    <a:pt x="265" y="246"/>
                  </a:cubicBezTo>
                  <a:cubicBezTo>
                    <a:pt x="373" y="167"/>
                    <a:pt x="373" y="7"/>
                    <a:pt x="373" y="0"/>
                  </a:cubicBezTo>
                  <a:cubicBezTo>
                    <a:pt x="325" y="0"/>
                    <a:pt x="325" y="0"/>
                    <a:pt x="325" y="0"/>
                  </a:cubicBezTo>
                  <a:cubicBezTo>
                    <a:pt x="325" y="2"/>
                    <a:pt x="324" y="143"/>
                    <a:pt x="236" y="208"/>
                  </a:cubicBezTo>
                  <a:cubicBezTo>
                    <a:pt x="184" y="246"/>
                    <a:pt x="109" y="250"/>
                    <a:pt x="14" y="220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62" y="286"/>
                    <a:pt x="118" y="292"/>
                    <a:pt x="167" y="2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41"/>
            <p:cNvSpPr>
              <a:spLocks/>
            </p:cNvSpPr>
            <p:nvPr/>
          </p:nvSpPr>
          <p:spPr bwMode="auto">
            <a:xfrm>
              <a:off x="8044529" y="4873021"/>
              <a:ext cx="547988" cy="398852"/>
            </a:xfrm>
            <a:custGeom>
              <a:avLst/>
              <a:gdLst>
                <a:gd name="T0" fmla="*/ 521 w 521"/>
                <a:gd name="T1" fmla="*/ 159 h 379"/>
                <a:gd name="T2" fmla="*/ 370 w 521"/>
                <a:gd name="T3" fmla="*/ 14 h 379"/>
                <a:gd name="T4" fmla="*/ 0 w 521"/>
                <a:gd name="T5" fmla="*/ 83 h 379"/>
                <a:gd name="T6" fmla="*/ 25 w 521"/>
                <a:gd name="T7" fmla="*/ 124 h 379"/>
                <a:gd name="T8" fmla="*/ 364 w 521"/>
                <a:gd name="T9" fmla="*/ 62 h 379"/>
                <a:gd name="T10" fmla="*/ 473 w 521"/>
                <a:gd name="T11" fmla="*/ 159 h 379"/>
                <a:gd name="T12" fmla="*/ 393 w 521"/>
                <a:gd name="T13" fmla="*/ 241 h 379"/>
                <a:gd name="T14" fmla="*/ 305 w 521"/>
                <a:gd name="T15" fmla="*/ 165 h 379"/>
                <a:gd name="T16" fmla="*/ 291 w 521"/>
                <a:gd name="T17" fmla="*/ 211 h 379"/>
                <a:gd name="T18" fmla="*/ 298 w 521"/>
                <a:gd name="T19" fmla="*/ 188 h 379"/>
                <a:gd name="T20" fmla="*/ 290 w 521"/>
                <a:gd name="T21" fmla="*/ 211 h 379"/>
                <a:gd name="T22" fmla="*/ 351 w 521"/>
                <a:gd name="T23" fmla="*/ 264 h 379"/>
                <a:gd name="T24" fmla="*/ 338 w 521"/>
                <a:gd name="T25" fmla="*/ 357 h 379"/>
                <a:gd name="T26" fmla="*/ 381 w 521"/>
                <a:gd name="T27" fmla="*/ 379 h 379"/>
                <a:gd name="T28" fmla="*/ 405 w 521"/>
                <a:gd name="T29" fmla="*/ 288 h 379"/>
                <a:gd name="T30" fmla="*/ 521 w 521"/>
                <a:gd name="T31" fmla="*/ 15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21" h="379">
                  <a:moveTo>
                    <a:pt x="521" y="159"/>
                  </a:moveTo>
                  <a:cubicBezTo>
                    <a:pt x="521" y="96"/>
                    <a:pt x="469" y="26"/>
                    <a:pt x="370" y="14"/>
                  </a:cubicBezTo>
                  <a:cubicBezTo>
                    <a:pt x="241" y="0"/>
                    <a:pt x="96" y="27"/>
                    <a:pt x="0" y="83"/>
                  </a:cubicBezTo>
                  <a:cubicBezTo>
                    <a:pt x="25" y="124"/>
                    <a:pt x="25" y="124"/>
                    <a:pt x="25" y="124"/>
                  </a:cubicBezTo>
                  <a:cubicBezTo>
                    <a:pt x="112" y="73"/>
                    <a:pt x="245" y="49"/>
                    <a:pt x="364" y="62"/>
                  </a:cubicBezTo>
                  <a:cubicBezTo>
                    <a:pt x="439" y="71"/>
                    <a:pt x="473" y="118"/>
                    <a:pt x="473" y="159"/>
                  </a:cubicBezTo>
                  <a:cubicBezTo>
                    <a:pt x="473" y="198"/>
                    <a:pt x="442" y="228"/>
                    <a:pt x="393" y="241"/>
                  </a:cubicBezTo>
                  <a:cubicBezTo>
                    <a:pt x="368" y="186"/>
                    <a:pt x="308" y="166"/>
                    <a:pt x="305" y="165"/>
                  </a:cubicBezTo>
                  <a:cubicBezTo>
                    <a:pt x="291" y="211"/>
                    <a:pt x="291" y="211"/>
                    <a:pt x="291" y="211"/>
                  </a:cubicBezTo>
                  <a:cubicBezTo>
                    <a:pt x="298" y="188"/>
                    <a:pt x="298" y="188"/>
                    <a:pt x="298" y="188"/>
                  </a:cubicBezTo>
                  <a:cubicBezTo>
                    <a:pt x="290" y="211"/>
                    <a:pt x="290" y="211"/>
                    <a:pt x="290" y="211"/>
                  </a:cubicBezTo>
                  <a:cubicBezTo>
                    <a:pt x="291" y="211"/>
                    <a:pt x="336" y="226"/>
                    <a:pt x="351" y="264"/>
                  </a:cubicBezTo>
                  <a:cubicBezTo>
                    <a:pt x="361" y="289"/>
                    <a:pt x="357" y="320"/>
                    <a:pt x="338" y="357"/>
                  </a:cubicBezTo>
                  <a:cubicBezTo>
                    <a:pt x="381" y="379"/>
                    <a:pt x="381" y="379"/>
                    <a:pt x="381" y="379"/>
                  </a:cubicBezTo>
                  <a:cubicBezTo>
                    <a:pt x="398" y="346"/>
                    <a:pt x="406" y="316"/>
                    <a:pt x="405" y="288"/>
                  </a:cubicBezTo>
                  <a:cubicBezTo>
                    <a:pt x="489" y="267"/>
                    <a:pt x="521" y="208"/>
                    <a:pt x="521" y="1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4"/>
            <p:cNvSpPr>
              <a:spLocks/>
            </p:cNvSpPr>
            <p:nvPr/>
          </p:nvSpPr>
          <p:spPr bwMode="auto">
            <a:xfrm>
              <a:off x="7903486" y="5016376"/>
              <a:ext cx="561861" cy="510993"/>
            </a:xfrm>
            <a:custGeom>
              <a:avLst/>
              <a:gdLst>
                <a:gd name="T0" fmla="*/ 507 w 534"/>
                <a:gd name="T1" fmla="*/ 467 h 486"/>
                <a:gd name="T2" fmla="*/ 534 w 534"/>
                <a:gd name="T3" fmla="*/ 463 h 486"/>
                <a:gd name="T4" fmla="*/ 524 w 534"/>
                <a:gd name="T5" fmla="*/ 416 h 486"/>
                <a:gd name="T6" fmla="*/ 191 w 534"/>
                <a:gd name="T7" fmla="*/ 351 h 486"/>
                <a:gd name="T8" fmla="*/ 48 w 534"/>
                <a:gd name="T9" fmla="*/ 0 h 486"/>
                <a:gd name="T10" fmla="*/ 0 w 534"/>
                <a:gd name="T11" fmla="*/ 1 h 486"/>
                <a:gd name="T12" fmla="*/ 162 w 534"/>
                <a:gd name="T13" fmla="*/ 390 h 486"/>
                <a:gd name="T14" fmla="*/ 507 w 534"/>
                <a:gd name="T15" fmla="*/ 467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4" h="486">
                  <a:moveTo>
                    <a:pt x="507" y="467"/>
                  </a:moveTo>
                  <a:cubicBezTo>
                    <a:pt x="523" y="465"/>
                    <a:pt x="533" y="463"/>
                    <a:pt x="534" y="463"/>
                  </a:cubicBezTo>
                  <a:cubicBezTo>
                    <a:pt x="524" y="416"/>
                    <a:pt x="524" y="416"/>
                    <a:pt x="524" y="416"/>
                  </a:cubicBezTo>
                  <a:cubicBezTo>
                    <a:pt x="522" y="416"/>
                    <a:pt x="329" y="458"/>
                    <a:pt x="191" y="351"/>
                  </a:cubicBezTo>
                  <a:cubicBezTo>
                    <a:pt x="101" y="282"/>
                    <a:pt x="53" y="163"/>
                    <a:pt x="48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" y="180"/>
                    <a:pt x="60" y="311"/>
                    <a:pt x="162" y="390"/>
                  </a:cubicBezTo>
                  <a:cubicBezTo>
                    <a:pt x="287" y="486"/>
                    <a:pt x="445" y="476"/>
                    <a:pt x="507" y="4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8331240" y="3682443"/>
            <a:ext cx="2579242" cy="2094839"/>
            <a:chOff x="8331240" y="3328482"/>
            <a:chExt cx="2579242" cy="2094839"/>
          </a:xfrm>
          <a:gradFill>
            <a:gsLst>
              <a:gs pos="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700000" scaled="1"/>
          </a:gradFill>
        </p:grpSpPr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9764794" y="4138903"/>
              <a:ext cx="469373" cy="472842"/>
            </a:xfrm>
            <a:custGeom>
              <a:avLst/>
              <a:gdLst>
                <a:gd name="T0" fmla="*/ 440 w 446"/>
                <a:gd name="T1" fmla="*/ 182 h 449"/>
                <a:gd name="T2" fmla="*/ 332 w 446"/>
                <a:gd name="T3" fmla="*/ 0 h 449"/>
                <a:gd name="T4" fmla="*/ 304 w 446"/>
                <a:gd name="T5" fmla="*/ 40 h 449"/>
                <a:gd name="T6" fmla="*/ 392 w 446"/>
                <a:gd name="T7" fmla="*/ 186 h 449"/>
                <a:gd name="T8" fmla="*/ 338 w 446"/>
                <a:gd name="T9" fmla="*/ 337 h 449"/>
                <a:gd name="T10" fmla="*/ 145 w 446"/>
                <a:gd name="T11" fmla="*/ 395 h 449"/>
                <a:gd name="T12" fmla="*/ 60 w 446"/>
                <a:gd name="T13" fmla="*/ 341 h 449"/>
                <a:gd name="T14" fmla="*/ 53 w 446"/>
                <a:gd name="T15" fmla="*/ 305 h 449"/>
                <a:gd name="T16" fmla="*/ 176 w 446"/>
                <a:gd name="T17" fmla="*/ 202 h 449"/>
                <a:gd name="T18" fmla="*/ 196 w 446"/>
                <a:gd name="T19" fmla="*/ 191 h 449"/>
                <a:gd name="T20" fmla="*/ 319 w 446"/>
                <a:gd name="T21" fmla="*/ 226 h 449"/>
                <a:gd name="T22" fmla="*/ 320 w 446"/>
                <a:gd name="T23" fmla="*/ 202 h 449"/>
                <a:gd name="T24" fmla="*/ 321 w 446"/>
                <a:gd name="T25" fmla="*/ 178 h 449"/>
                <a:gd name="T26" fmla="*/ 321 w 446"/>
                <a:gd name="T27" fmla="*/ 178 h 449"/>
                <a:gd name="T28" fmla="*/ 321 w 446"/>
                <a:gd name="T29" fmla="*/ 178 h 449"/>
                <a:gd name="T30" fmla="*/ 321 w 446"/>
                <a:gd name="T31" fmla="*/ 178 h 449"/>
                <a:gd name="T32" fmla="*/ 146 w 446"/>
                <a:gd name="T33" fmla="*/ 46 h 449"/>
                <a:gd name="T34" fmla="*/ 98 w 446"/>
                <a:gd name="T35" fmla="*/ 50 h 449"/>
                <a:gd name="T36" fmla="*/ 152 w 446"/>
                <a:gd name="T37" fmla="*/ 161 h 449"/>
                <a:gd name="T38" fmla="*/ 6 w 446"/>
                <a:gd name="T39" fmla="*/ 294 h 449"/>
                <a:gd name="T40" fmla="*/ 20 w 446"/>
                <a:gd name="T41" fmla="*/ 367 h 449"/>
                <a:gd name="T42" fmla="*/ 134 w 446"/>
                <a:gd name="T43" fmla="*/ 442 h 449"/>
                <a:gd name="T44" fmla="*/ 219 w 446"/>
                <a:gd name="T45" fmla="*/ 445 h 449"/>
                <a:gd name="T46" fmla="*/ 372 w 446"/>
                <a:gd name="T47" fmla="*/ 370 h 449"/>
                <a:gd name="T48" fmla="*/ 440 w 446"/>
                <a:gd name="T49" fmla="*/ 182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46" h="449">
                  <a:moveTo>
                    <a:pt x="440" y="182"/>
                  </a:moveTo>
                  <a:cubicBezTo>
                    <a:pt x="433" y="110"/>
                    <a:pt x="393" y="43"/>
                    <a:pt x="332" y="0"/>
                  </a:cubicBezTo>
                  <a:cubicBezTo>
                    <a:pt x="304" y="40"/>
                    <a:pt x="304" y="40"/>
                    <a:pt x="304" y="40"/>
                  </a:cubicBezTo>
                  <a:cubicBezTo>
                    <a:pt x="354" y="75"/>
                    <a:pt x="386" y="128"/>
                    <a:pt x="392" y="186"/>
                  </a:cubicBezTo>
                  <a:cubicBezTo>
                    <a:pt x="397" y="242"/>
                    <a:pt x="378" y="295"/>
                    <a:pt x="338" y="337"/>
                  </a:cubicBezTo>
                  <a:cubicBezTo>
                    <a:pt x="291" y="385"/>
                    <a:pt x="209" y="409"/>
                    <a:pt x="145" y="395"/>
                  </a:cubicBezTo>
                  <a:cubicBezTo>
                    <a:pt x="117" y="389"/>
                    <a:pt x="77" y="368"/>
                    <a:pt x="60" y="341"/>
                  </a:cubicBezTo>
                  <a:cubicBezTo>
                    <a:pt x="52" y="329"/>
                    <a:pt x="50" y="317"/>
                    <a:pt x="53" y="305"/>
                  </a:cubicBezTo>
                  <a:cubicBezTo>
                    <a:pt x="62" y="267"/>
                    <a:pt x="131" y="228"/>
                    <a:pt x="176" y="202"/>
                  </a:cubicBezTo>
                  <a:cubicBezTo>
                    <a:pt x="183" y="198"/>
                    <a:pt x="189" y="195"/>
                    <a:pt x="196" y="191"/>
                  </a:cubicBezTo>
                  <a:cubicBezTo>
                    <a:pt x="238" y="214"/>
                    <a:pt x="285" y="224"/>
                    <a:pt x="319" y="226"/>
                  </a:cubicBezTo>
                  <a:cubicBezTo>
                    <a:pt x="320" y="202"/>
                    <a:pt x="320" y="202"/>
                    <a:pt x="320" y="202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21" y="178"/>
                    <a:pt x="321" y="178"/>
                    <a:pt x="321" y="178"/>
                  </a:cubicBezTo>
                  <a:cubicBezTo>
                    <a:pt x="314" y="178"/>
                    <a:pt x="156" y="167"/>
                    <a:pt x="146" y="46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102" y="98"/>
                    <a:pt x="123" y="134"/>
                    <a:pt x="152" y="161"/>
                  </a:cubicBezTo>
                  <a:cubicBezTo>
                    <a:pt x="93" y="194"/>
                    <a:pt x="20" y="236"/>
                    <a:pt x="6" y="294"/>
                  </a:cubicBezTo>
                  <a:cubicBezTo>
                    <a:pt x="0" y="319"/>
                    <a:pt x="5" y="344"/>
                    <a:pt x="20" y="367"/>
                  </a:cubicBezTo>
                  <a:cubicBezTo>
                    <a:pt x="45" y="408"/>
                    <a:pt x="96" y="434"/>
                    <a:pt x="134" y="442"/>
                  </a:cubicBezTo>
                  <a:cubicBezTo>
                    <a:pt x="162" y="448"/>
                    <a:pt x="191" y="449"/>
                    <a:pt x="219" y="445"/>
                  </a:cubicBezTo>
                  <a:cubicBezTo>
                    <a:pt x="277" y="437"/>
                    <a:pt x="333" y="410"/>
                    <a:pt x="372" y="370"/>
                  </a:cubicBezTo>
                  <a:cubicBezTo>
                    <a:pt x="422" y="319"/>
                    <a:pt x="446" y="252"/>
                    <a:pt x="440" y="1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9"/>
            <p:cNvSpPr>
              <a:spLocks/>
            </p:cNvSpPr>
            <p:nvPr/>
          </p:nvSpPr>
          <p:spPr bwMode="auto">
            <a:xfrm>
              <a:off x="9660746" y="3874157"/>
              <a:ext cx="1146843" cy="805796"/>
            </a:xfrm>
            <a:custGeom>
              <a:avLst/>
              <a:gdLst>
                <a:gd name="T0" fmla="*/ 1019 w 1090"/>
                <a:gd name="T1" fmla="*/ 766 h 766"/>
                <a:gd name="T2" fmla="*/ 1063 w 1090"/>
                <a:gd name="T3" fmla="*/ 412 h 766"/>
                <a:gd name="T4" fmla="*/ 551 w 1090"/>
                <a:gd name="T5" fmla="*/ 30 h 766"/>
                <a:gd name="T6" fmla="*/ 76 w 1090"/>
                <a:gd name="T7" fmla="*/ 97 h 766"/>
                <a:gd name="T8" fmla="*/ 8 w 1090"/>
                <a:gd name="T9" fmla="*/ 299 h 766"/>
                <a:gd name="T10" fmla="*/ 56 w 1090"/>
                <a:gd name="T11" fmla="*/ 294 h 766"/>
                <a:gd name="T12" fmla="*/ 109 w 1090"/>
                <a:gd name="T13" fmla="*/ 133 h 766"/>
                <a:gd name="T14" fmla="*/ 543 w 1090"/>
                <a:gd name="T15" fmla="*/ 77 h 766"/>
                <a:gd name="T16" fmla="*/ 1016 w 1090"/>
                <a:gd name="T17" fmla="*/ 423 h 766"/>
                <a:gd name="T18" fmla="*/ 976 w 1090"/>
                <a:gd name="T19" fmla="*/ 743 h 766"/>
                <a:gd name="T20" fmla="*/ 1019 w 1090"/>
                <a:gd name="T21" fmla="*/ 766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90" h="766">
                  <a:moveTo>
                    <a:pt x="1019" y="766"/>
                  </a:moveTo>
                  <a:cubicBezTo>
                    <a:pt x="1073" y="662"/>
                    <a:pt x="1090" y="527"/>
                    <a:pt x="1063" y="412"/>
                  </a:cubicBezTo>
                  <a:cubicBezTo>
                    <a:pt x="1000" y="152"/>
                    <a:pt x="716" y="61"/>
                    <a:pt x="551" y="30"/>
                  </a:cubicBezTo>
                  <a:cubicBezTo>
                    <a:pt x="390" y="0"/>
                    <a:pt x="181" y="1"/>
                    <a:pt x="76" y="97"/>
                  </a:cubicBezTo>
                  <a:cubicBezTo>
                    <a:pt x="23" y="146"/>
                    <a:pt x="0" y="214"/>
                    <a:pt x="8" y="299"/>
                  </a:cubicBezTo>
                  <a:cubicBezTo>
                    <a:pt x="56" y="294"/>
                    <a:pt x="56" y="294"/>
                    <a:pt x="56" y="294"/>
                  </a:cubicBezTo>
                  <a:cubicBezTo>
                    <a:pt x="49" y="224"/>
                    <a:pt x="66" y="171"/>
                    <a:pt x="109" y="133"/>
                  </a:cubicBezTo>
                  <a:cubicBezTo>
                    <a:pt x="200" y="49"/>
                    <a:pt x="393" y="49"/>
                    <a:pt x="543" y="77"/>
                  </a:cubicBezTo>
                  <a:cubicBezTo>
                    <a:pt x="695" y="106"/>
                    <a:pt x="960" y="189"/>
                    <a:pt x="1016" y="423"/>
                  </a:cubicBezTo>
                  <a:cubicBezTo>
                    <a:pt x="1041" y="527"/>
                    <a:pt x="1025" y="650"/>
                    <a:pt x="976" y="743"/>
                  </a:cubicBezTo>
                  <a:lnTo>
                    <a:pt x="1019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0"/>
            <p:cNvSpPr>
              <a:spLocks/>
            </p:cNvSpPr>
            <p:nvPr/>
          </p:nvSpPr>
          <p:spPr bwMode="auto">
            <a:xfrm>
              <a:off x="9598317" y="3644095"/>
              <a:ext cx="565329" cy="300584"/>
            </a:xfrm>
            <a:custGeom>
              <a:avLst/>
              <a:gdLst>
                <a:gd name="T0" fmla="*/ 491 w 538"/>
                <a:gd name="T1" fmla="*/ 286 h 286"/>
                <a:gd name="T2" fmla="*/ 538 w 538"/>
                <a:gd name="T3" fmla="*/ 276 h 286"/>
                <a:gd name="T4" fmla="*/ 374 w 538"/>
                <a:gd name="T5" fmla="*/ 54 h 286"/>
                <a:gd name="T6" fmla="*/ 0 w 538"/>
                <a:gd name="T7" fmla="*/ 55 h 286"/>
                <a:gd name="T8" fmla="*/ 16 w 538"/>
                <a:gd name="T9" fmla="*/ 100 h 286"/>
                <a:gd name="T10" fmla="*/ 351 w 538"/>
                <a:gd name="T11" fmla="*/ 96 h 286"/>
                <a:gd name="T12" fmla="*/ 491 w 538"/>
                <a:gd name="T13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8" h="286">
                  <a:moveTo>
                    <a:pt x="491" y="286"/>
                  </a:moveTo>
                  <a:cubicBezTo>
                    <a:pt x="538" y="276"/>
                    <a:pt x="538" y="276"/>
                    <a:pt x="538" y="276"/>
                  </a:cubicBezTo>
                  <a:cubicBezTo>
                    <a:pt x="537" y="270"/>
                    <a:pt x="506" y="127"/>
                    <a:pt x="374" y="54"/>
                  </a:cubicBezTo>
                  <a:cubicBezTo>
                    <a:pt x="276" y="0"/>
                    <a:pt x="150" y="0"/>
                    <a:pt x="0" y="55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53" y="50"/>
                    <a:pt x="265" y="49"/>
                    <a:pt x="351" y="96"/>
                  </a:cubicBezTo>
                  <a:cubicBezTo>
                    <a:pt x="463" y="159"/>
                    <a:pt x="491" y="285"/>
                    <a:pt x="491" y="28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auto">
            <a:xfrm>
              <a:off x="9147441" y="3530798"/>
              <a:ext cx="549144" cy="390759"/>
            </a:xfrm>
            <a:custGeom>
              <a:avLst/>
              <a:gdLst>
                <a:gd name="T0" fmla="*/ 48 w 522"/>
                <a:gd name="T1" fmla="*/ 372 h 372"/>
                <a:gd name="T2" fmla="*/ 94 w 522"/>
                <a:gd name="T3" fmla="*/ 358 h 372"/>
                <a:gd name="T4" fmla="*/ 159 w 522"/>
                <a:gd name="T5" fmla="*/ 129 h 372"/>
                <a:gd name="T6" fmla="*/ 160 w 522"/>
                <a:gd name="T7" fmla="*/ 127 h 372"/>
                <a:gd name="T8" fmla="*/ 314 w 522"/>
                <a:gd name="T9" fmla="*/ 55 h 372"/>
                <a:gd name="T10" fmla="*/ 481 w 522"/>
                <a:gd name="T11" fmla="*/ 177 h 372"/>
                <a:gd name="T12" fmla="*/ 522 w 522"/>
                <a:gd name="T13" fmla="*/ 152 h 372"/>
                <a:gd name="T14" fmla="*/ 319 w 522"/>
                <a:gd name="T15" fmla="*/ 7 h 372"/>
                <a:gd name="T16" fmla="*/ 126 w 522"/>
                <a:gd name="T17" fmla="*/ 93 h 372"/>
                <a:gd name="T18" fmla="*/ 48 w 522"/>
                <a:gd name="T19" fmla="*/ 372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2" h="372">
                  <a:moveTo>
                    <a:pt x="48" y="372"/>
                  </a:moveTo>
                  <a:cubicBezTo>
                    <a:pt x="94" y="358"/>
                    <a:pt x="94" y="358"/>
                    <a:pt x="94" y="358"/>
                  </a:cubicBezTo>
                  <a:cubicBezTo>
                    <a:pt x="53" y="224"/>
                    <a:pt x="154" y="133"/>
                    <a:pt x="159" y="129"/>
                  </a:cubicBezTo>
                  <a:cubicBezTo>
                    <a:pt x="160" y="127"/>
                    <a:pt x="160" y="127"/>
                    <a:pt x="160" y="127"/>
                  </a:cubicBezTo>
                  <a:cubicBezTo>
                    <a:pt x="211" y="74"/>
                    <a:pt x="263" y="49"/>
                    <a:pt x="314" y="55"/>
                  </a:cubicBezTo>
                  <a:cubicBezTo>
                    <a:pt x="411" y="65"/>
                    <a:pt x="480" y="176"/>
                    <a:pt x="481" y="177"/>
                  </a:cubicBezTo>
                  <a:cubicBezTo>
                    <a:pt x="522" y="152"/>
                    <a:pt x="522" y="152"/>
                    <a:pt x="522" y="152"/>
                  </a:cubicBezTo>
                  <a:cubicBezTo>
                    <a:pt x="519" y="146"/>
                    <a:pt x="440" y="19"/>
                    <a:pt x="319" y="7"/>
                  </a:cubicBezTo>
                  <a:cubicBezTo>
                    <a:pt x="252" y="0"/>
                    <a:pt x="187" y="29"/>
                    <a:pt x="126" y="93"/>
                  </a:cubicBezTo>
                  <a:cubicBezTo>
                    <a:pt x="113" y="105"/>
                    <a:pt x="0" y="213"/>
                    <a:pt x="48" y="3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auto">
            <a:xfrm>
              <a:off x="8665351" y="3328482"/>
              <a:ext cx="700592" cy="304053"/>
            </a:xfrm>
            <a:custGeom>
              <a:avLst/>
              <a:gdLst>
                <a:gd name="T0" fmla="*/ 629 w 665"/>
                <a:gd name="T1" fmla="*/ 263 h 289"/>
                <a:gd name="T2" fmla="*/ 665 w 665"/>
                <a:gd name="T3" fmla="*/ 231 h 289"/>
                <a:gd name="T4" fmla="*/ 0 w 665"/>
                <a:gd name="T5" fmla="*/ 247 h 289"/>
                <a:gd name="T6" fmla="*/ 24 w 665"/>
                <a:gd name="T7" fmla="*/ 289 h 289"/>
                <a:gd name="T8" fmla="*/ 629 w 665"/>
                <a:gd name="T9" fmla="*/ 263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5" h="289">
                  <a:moveTo>
                    <a:pt x="629" y="263"/>
                  </a:moveTo>
                  <a:cubicBezTo>
                    <a:pt x="665" y="231"/>
                    <a:pt x="665" y="231"/>
                    <a:pt x="665" y="231"/>
                  </a:cubicBezTo>
                  <a:cubicBezTo>
                    <a:pt x="460" y="0"/>
                    <a:pt x="19" y="237"/>
                    <a:pt x="0" y="247"/>
                  </a:cubicBezTo>
                  <a:cubicBezTo>
                    <a:pt x="24" y="289"/>
                    <a:pt x="24" y="289"/>
                    <a:pt x="24" y="289"/>
                  </a:cubicBezTo>
                  <a:cubicBezTo>
                    <a:pt x="28" y="287"/>
                    <a:pt x="450" y="60"/>
                    <a:pt x="629" y="2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3"/>
            <p:cNvSpPr>
              <a:spLocks/>
            </p:cNvSpPr>
            <p:nvPr/>
          </p:nvSpPr>
          <p:spPr bwMode="auto">
            <a:xfrm>
              <a:off x="10363650" y="5054527"/>
              <a:ext cx="469373" cy="368794"/>
            </a:xfrm>
            <a:custGeom>
              <a:avLst/>
              <a:gdLst>
                <a:gd name="T0" fmla="*/ 206 w 446"/>
                <a:gd name="T1" fmla="*/ 343 h 351"/>
                <a:gd name="T2" fmla="*/ 315 w 446"/>
                <a:gd name="T3" fmla="*/ 301 h 351"/>
                <a:gd name="T4" fmla="*/ 446 w 446"/>
                <a:gd name="T5" fmla="*/ 0 h 351"/>
                <a:gd name="T6" fmla="*/ 398 w 446"/>
                <a:gd name="T7" fmla="*/ 0 h 351"/>
                <a:gd name="T8" fmla="*/ 422 w 446"/>
                <a:gd name="T9" fmla="*/ 0 h 351"/>
                <a:gd name="T10" fmla="*/ 398 w 446"/>
                <a:gd name="T11" fmla="*/ 0 h 351"/>
                <a:gd name="T12" fmla="*/ 287 w 446"/>
                <a:gd name="T13" fmla="*/ 262 h 351"/>
                <a:gd name="T14" fmla="*/ 16 w 446"/>
                <a:gd name="T15" fmla="*/ 269 h 351"/>
                <a:gd name="T16" fmla="*/ 0 w 446"/>
                <a:gd name="T17" fmla="*/ 314 h 351"/>
                <a:gd name="T18" fmla="*/ 206 w 446"/>
                <a:gd name="T19" fmla="*/ 343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6" h="351">
                  <a:moveTo>
                    <a:pt x="206" y="343"/>
                  </a:moveTo>
                  <a:cubicBezTo>
                    <a:pt x="247" y="337"/>
                    <a:pt x="283" y="323"/>
                    <a:pt x="315" y="301"/>
                  </a:cubicBezTo>
                  <a:cubicBezTo>
                    <a:pt x="446" y="208"/>
                    <a:pt x="446" y="8"/>
                    <a:pt x="446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422" y="0"/>
                    <a:pt x="422" y="0"/>
                    <a:pt x="422" y="0"/>
                  </a:cubicBezTo>
                  <a:cubicBezTo>
                    <a:pt x="398" y="0"/>
                    <a:pt x="398" y="0"/>
                    <a:pt x="398" y="0"/>
                  </a:cubicBezTo>
                  <a:cubicBezTo>
                    <a:pt x="398" y="2"/>
                    <a:pt x="397" y="184"/>
                    <a:pt x="287" y="262"/>
                  </a:cubicBezTo>
                  <a:cubicBezTo>
                    <a:pt x="222" y="307"/>
                    <a:pt x="131" y="310"/>
                    <a:pt x="16" y="269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78" y="342"/>
                    <a:pt x="147" y="351"/>
                    <a:pt x="206" y="3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32"/>
            <p:cNvSpPr>
              <a:spLocks/>
            </p:cNvSpPr>
            <p:nvPr/>
          </p:nvSpPr>
          <p:spPr bwMode="auto">
            <a:xfrm>
              <a:off x="10537064" y="4585154"/>
              <a:ext cx="373418" cy="617353"/>
            </a:xfrm>
            <a:custGeom>
              <a:avLst/>
              <a:gdLst>
                <a:gd name="T0" fmla="*/ 222 w 355"/>
                <a:gd name="T1" fmla="*/ 0 h 587"/>
                <a:gd name="T2" fmla="*/ 187 w 355"/>
                <a:gd name="T3" fmla="*/ 32 h 587"/>
                <a:gd name="T4" fmla="*/ 305 w 355"/>
                <a:gd name="T5" fmla="*/ 306 h 587"/>
                <a:gd name="T6" fmla="*/ 86 w 355"/>
                <a:gd name="T7" fmla="*/ 452 h 587"/>
                <a:gd name="T8" fmla="*/ 63 w 355"/>
                <a:gd name="T9" fmla="*/ 379 h 587"/>
                <a:gd name="T10" fmla="*/ 24 w 355"/>
                <a:gd name="T11" fmla="*/ 408 h 587"/>
                <a:gd name="T12" fmla="*/ 0 w 355"/>
                <a:gd name="T13" fmla="*/ 559 h 587"/>
                <a:gd name="T14" fmla="*/ 40 w 355"/>
                <a:gd name="T15" fmla="*/ 587 h 587"/>
                <a:gd name="T16" fmla="*/ 79 w 355"/>
                <a:gd name="T17" fmla="*/ 500 h 587"/>
                <a:gd name="T18" fmla="*/ 143 w 355"/>
                <a:gd name="T19" fmla="*/ 495 h 587"/>
                <a:gd name="T20" fmla="*/ 353 w 355"/>
                <a:gd name="T21" fmla="*/ 307 h 587"/>
                <a:gd name="T22" fmla="*/ 222 w 355"/>
                <a:gd name="T23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55" h="587">
                  <a:moveTo>
                    <a:pt x="222" y="0"/>
                  </a:moveTo>
                  <a:cubicBezTo>
                    <a:pt x="187" y="32"/>
                    <a:pt x="187" y="32"/>
                    <a:pt x="187" y="32"/>
                  </a:cubicBezTo>
                  <a:cubicBezTo>
                    <a:pt x="264" y="117"/>
                    <a:pt x="307" y="217"/>
                    <a:pt x="305" y="306"/>
                  </a:cubicBezTo>
                  <a:cubicBezTo>
                    <a:pt x="303" y="397"/>
                    <a:pt x="237" y="441"/>
                    <a:pt x="86" y="452"/>
                  </a:cubicBezTo>
                  <a:cubicBezTo>
                    <a:pt x="86" y="427"/>
                    <a:pt x="79" y="402"/>
                    <a:pt x="63" y="379"/>
                  </a:cubicBezTo>
                  <a:cubicBezTo>
                    <a:pt x="24" y="408"/>
                    <a:pt x="24" y="408"/>
                    <a:pt x="24" y="408"/>
                  </a:cubicBezTo>
                  <a:cubicBezTo>
                    <a:pt x="66" y="464"/>
                    <a:pt x="1" y="558"/>
                    <a:pt x="0" y="559"/>
                  </a:cubicBezTo>
                  <a:cubicBezTo>
                    <a:pt x="40" y="587"/>
                    <a:pt x="40" y="587"/>
                    <a:pt x="40" y="587"/>
                  </a:cubicBezTo>
                  <a:cubicBezTo>
                    <a:pt x="42" y="584"/>
                    <a:pt x="67" y="547"/>
                    <a:pt x="79" y="500"/>
                  </a:cubicBezTo>
                  <a:cubicBezTo>
                    <a:pt x="98" y="500"/>
                    <a:pt x="120" y="498"/>
                    <a:pt x="143" y="495"/>
                  </a:cubicBezTo>
                  <a:cubicBezTo>
                    <a:pt x="237" y="481"/>
                    <a:pt x="351" y="441"/>
                    <a:pt x="353" y="307"/>
                  </a:cubicBezTo>
                  <a:cubicBezTo>
                    <a:pt x="355" y="206"/>
                    <a:pt x="307" y="94"/>
                    <a:pt x="2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3"/>
            <p:cNvSpPr>
              <a:spLocks/>
            </p:cNvSpPr>
            <p:nvPr/>
          </p:nvSpPr>
          <p:spPr bwMode="auto">
            <a:xfrm>
              <a:off x="10054974" y="4434862"/>
              <a:ext cx="576890" cy="605792"/>
            </a:xfrm>
            <a:custGeom>
              <a:avLst/>
              <a:gdLst>
                <a:gd name="T0" fmla="*/ 539 w 548"/>
                <a:gd name="T1" fmla="*/ 124 h 576"/>
                <a:gd name="T2" fmla="*/ 316 w 548"/>
                <a:gd name="T3" fmla="*/ 0 h 576"/>
                <a:gd name="T4" fmla="*/ 270 w 548"/>
                <a:gd name="T5" fmla="*/ 14 h 576"/>
                <a:gd name="T6" fmla="*/ 333 w 548"/>
                <a:gd name="T7" fmla="*/ 117 h 576"/>
                <a:gd name="T8" fmla="*/ 253 w 548"/>
                <a:gd name="T9" fmla="*/ 324 h 576"/>
                <a:gd name="T10" fmla="*/ 48 w 548"/>
                <a:gd name="T11" fmla="*/ 123 h 576"/>
                <a:gd name="T12" fmla="*/ 0 w 548"/>
                <a:gd name="T13" fmla="*/ 126 h 576"/>
                <a:gd name="T14" fmla="*/ 81 w 548"/>
                <a:gd name="T15" fmla="*/ 306 h 576"/>
                <a:gd name="T16" fmla="*/ 255 w 548"/>
                <a:gd name="T17" fmla="*/ 372 h 576"/>
                <a:gd name="T18" fmla="*/ 380 w 548"/>
                <a:gd name="T19" fmla="*/ 576 h 576"/>
                <a:gd name="T20" fmla="*/ 410 w 548"/>
                <a:gd name="T21" fmla="*/ 539 h 576"/>
                <a:gd name="T22" fmla="*/ 301 w 548"/>
                <a:gd name="T23" fmla="*/ 351 h 576"/>
                <a:gd name="T24" fmla="*/ 372 w 548"/>
                <a:gd name="T25" fmla="*/ 145 h 576"/>
                <a:gd name="T26" fmla="*/ 535 w 548"/>
                <a:gd name="T27" fmla="*/ 174 h 576"/>
                <a:gd name="T28" fmla="*/ 548 w 548"/>
                <a:gd name="T29" fmla="*/ 171 h 576"/>
                <a:gd name="T30" fmla="*/ 539 w 548"/>
                <a:gd name="T31" fmla="*/ 124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48" h="576">
                  <a:moveTo>
                    <a:pt x="539" y="124"/>
                  </a:moveTo>
                  <a:cubicBezTo>
                    <a:pt x="532" y="126"/>
                    <a:pt x="364" y="157"/>
                    <a:pt x="316" y="0"/>
                  </a:cubicBezTo>
                  <a:cubicBezTo>
                    <a:pt x="270" y="14"/>
                    <a:pt x="270" y="14"/>
                    <a:pt x="270" y="14"/>
                  </a:cubicBezTo>
                  <a:cubicBezTo>
                    <a:pt x="284" y="59"/>
                    <a:pt x="306" y="92"/>
                    <a:pt x="333" y="117"/>
                  </a:cubicBezTo>
                  <a:cubicBezTo>
                    <a:pt x="304" y="156"/>
                    <a:pt x="257" y="232"/>
                    <a:pt x="253" y="324"/>
                  </a:cubicBezTo>
                  <a:cubicBezTo>
                    <a:pt x="190" y="319"/>
                    <a:pt x="59" y="288"/>
                    <a:pt x="48" y="123"/>
                  </a:cubicBezTo>
                  <a:cubicBezTo>
                    <a:pt x="0" y="126"/>
                    <a:pt x="0" y="126"/>
                    <a:pt x="0" y="126"/>
                  </a:cubicBezTo>
                  <a:cubicBezTo>
                    <a:pt x="5" y="202"/>
                    <a:pt x="32" y="263"/>
                    <a:pt x="81" y="306"/>
                  </a:cubicBezTo>
                  <a:cubicBezTo>
                    <a:pt x="139" y="356"/>
                    <a:pt x="213" y="369"/>
                    <a:pt x="255" y="372"/>
                  </a:cubicBezTo>
                  <a:cubicBezTo>
                    <a:pt x="265" y="448"/>
                    <a:pt x="307" y="516"/>
                    <a:pt x="380" y="576"/>
                  </a:cubicBezTo>
                  <a:cubicBezTo>
                    <a:pt x="410" y="539"/>
                    <a:pt x="410" y="539"/>
                    <a:pt x="410" y="539"/>
                  </a:cubicBezTo>
                  <a:cubicBezTo>
                    <a:pt x="342" y="483"/>
                    <a:pt x="305" y="420"/>
                    <a:pt x="301" y="351"/>
                  </a:cubicBezTo>
                  <a:cubicBezTo>
                    <a:pt x="295" y="262"/>
                    <a:pt x="344" y="183"/>
                    <a:pt x="372" y="145"/>
                  </a:cubicBezTo>
                  <a:cubicBezTo>
                    <a:pt x="427" y="176"/>
                    <a:pt x="491" y="180"/>
                    <a:pt x="535" y="174"/>
                  </a:cubicBezTo>
                  <a:cubicBezTo>
                    <a:pt x="540" y="173"/>
                    <a:pt x="544" y="172"/>
                    <a:pt x="548" y="171"/>
                  </a:cubicBezTo>
                  <a:lnTo>
                    <a:pt x="539" y="1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6"/>
            <p:cNvSpPr>
              <a:spLocks/>
            </p:cNvSpPr>
            <p:nvPr/>
          </p:nvSpPr>
          <p:spPr bwMode="auto">
            <a:xfrm>
              <a:off x="10222607" y="4059132"/>
              <a:ext cx="316769" cy="264745"/>
            </a:xfrm>
            <a:custGeom>
              <a:avLst/>
              <a:gdLst>
                <a:gd name="T0" fmla="*/ 121 w 301"/>
                <a:gd name="T1" fmla="*/ 49 h 252"/>
                <a:gd name="T2" fmla="*/ 137 w 301"/>
                <a:gd name="T3" fmla="*/ 5 h 252"/>
                <a:gd name="T4" fmla="*/ 89 w 301"/>
                <a:gd name="T5" fmla="*/ 0 h 252"/>
                <a:gd name="T6" fmla="*/ 0 w 301"/>
                <a:gd name="T7" fmla="*/ 73 h 252"/>
                <a:gd name="T8" fmla="*/ 10 w 301"/>
                <a:gd name="T9" fmla="*/ 121 h 252"/>
                <a:gd name="T10" fmla="*/ 86 w 301"/>
                <a:gd name="T11" fmla="*/ 87 h 252"/>
                <a:gd name="T12" fmla="*/ 259 w 301"/>
                <a:gd name="T13" fmla="*/ 252 h 252"/>
                <a:gd name="T14" fmla="*/ 301 w 301"/>
                <a:gd name="T15" fmla="*/ 229 h 252"/>
                <a:gd name="T16" fmla="*/ 121 w 301"/>
                <a:gd name="T17" fmla="*/ 49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1" h="252">
                  <a:moveTo>
                    <a:pt x="121" y="49"/>
                  </a:moveTo>
                  <a:cubicBezTo>
                    <a:pt x="134" y="26"/>
                    <a:pt x="137" y="7"/>
                    <a:pt x="137" y="5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89" y="2"/>
                    <a:pt x="81" y="57"/>
                    <a:pt x="0" y="73"/>
                  </a:cubicBezTo>
                  <a:cubicBezTo>
                    <a:pt x="10" y="121"/>
                    <a:pt x="10" y="121"/>
                    <a:pt x="10" y="121"/>
                  </a:cubicBezTo>
                  <a:cubicBezTo>
                    <a:pt x="43" y="114"/>
                    <a:pt x="68" y="101"/>
                    <a:pt x="86" y="87"/>
                  </a:cubicBezTo>
                  <a:cubicBezTo>
                    <a:pt x="185" y="121"/>
                    <a:pt x="259" y="251"/>
                    <a:pt x="259" y="252"/>
                  </a:cubicBezTo>
                  <a:cubicBezTo>
                    <a:pt x="301" y="229"/>
                    <a:pt x="301" y="229"/>
                    <a:pt x="301" y="229"/>
                  </a:cubicBezTo>
                  <a:cubicBezTo>
                    <a:pt x="298" y="223"/>
                    <a:pt x="227" y="97"/>
                    <a:pt x="121" y="4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7"/>
            <p:cNvSpPr>
              <a:spLocks/>
            </p:cNvSpPr>
            <p:nvPr/>
          </p:nvSpPr>
          <p:spPr bwMode="auto">
            <a:xfrm>
              <a:off x="9372879" y="4151619"/>
              <a:ext cx="539895" cy="698280"/>
            </a:xfrm>
            <a:custGeom>
              <a:avLst/>
              <a:gdLst>
                <a:gd name="T0" fmla="*/ 391 w 513"/>
                <a:gd name="T1" fmla="*/ 307 h 664"/>
                <a:gd name="T2" fmla="*/ 79 w 513"/>
                <a:gd name="T3" fmla="*/ 179 h 664"/>
                <a:gd name="T4" fmla="*/ 114 w 513"/>
                <a:gd name="T5" fmla="*/ 16 h 664"/>
                <a:gd name="T6" fmla="*/ 68 w 513"/>
                <a:gd name="T7" fmla="*/ 0 h 664"/>
                <a:gd name="T8" fmla="*/ 139 w 513"/>
                <a:gd name="T9" fmla="*/ 509 h 664"/>
                <a:gd name="T10" fmla="*/ 100 w 513"/>
                <a:gd name="T11" fmla="*/ 565 h 664"/>
                <a:gd name="T12" fmla="*/ 144 w 513"/>
                <a:gd name="T13" fmla="*/ 584 h 664"/>
                <a:gd name="T14" fmla="*/ 271 w 513"/>
                <a:gd name="T15" fmla="*/ 516 h 664"/>
                <a:gd name="T16" fmla="*/ 277 w 513"/>
                <a:gd name="T17" fmla="*/ 468 h 664"/>
                <a:gd name="T18" fmla="*/ 173 w 513"/>
                <a:gd name="T19" fmla="*/ 486 h 664"/>
                <a:gd name="T20" fmla="*/ 179 w 513"/>
                <a:gd name="T21" fmla="*/ 482 h 664"/>
                <a:gd name="T22" fmla="*/ 78 w 513"/>
                <a:gd name="T23" fmla="*/ 228 h 664"/>
                <a:gd name="T24" fmla="*/ 355 w 513"/>
                <a:gd name="T25" fmla="*/ 339 h 664"/>
                <a:gd name="T26" fmla="*/ 426 w 513"/>
                <a:gd name="T27" fmla="*/ 648 h 664"/>
                <a:gd name="T28" fmla="*/ 472 w 513"/>
                <a:gd name="T29" fmla="*/ 664 h 664"/>
                <a:gd name="T30" fmla="*/ 391 w 513"/>
                <a:gd name="T31" fmla="*/ 30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13" h="664">
                  <a:moveTo>
                    <a:pt x="391" y="307"/>
                  </a:moveTo>
                  <a:cubicBezTo>
                    <a:pt x="308" y="214"/>
                    <a:pt x="191" y="167"/>
                    <a:pt x="79" y="179"/>
                  </a:cubicBezTo>
                  <a:cubicBezTo>
                    <a:pt x="83" y="128"/>
                    <a:pt x="94" y="74"/>
                    <a:pt x="114" y="16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0" y="201"/>
                    <a:pt x="23" y="367"/>
                    <a:pt x="139" y="509"/>
                  </a:cubicBezTo>
                  <a:cubicBezTo>
                    <a:pt x="124" y="523"/>
                    <a:pt x="110" y="541"/>
                    <a:pt x="100" y="565"/>
                  </a:cubicBezTo>
                  <a:cubicBezTo>
                    <a:pt x="144" y="584"/>
                    <a:pt x="144" y="584"/>
                    <a:pt x="144" y="584"/>
                  </a:cubicBezTo>
                  <a:cubicBezTo>
                    <a:pt x="177" y="505"/>
                    <a:pt x="270" y="516"/>
                    <a:pt x="271" y="516"/>
                  </a:cubicBezTo>
                  <a:cubicBezTo>
                    <a:pt x="277" y="468"/>
                    <a:pt x="277" y="468"/>
                    <a:pt x="277" y="468"/>
                  </a:cubicBezTo>
                  <a:cubicBezTo>
                    <a:pt x="252" y="465"/>
                    <a:pt x="211" y="468"/>
                    <a:pt x="173" y="486"/>
                  </a:cubicBezTo>
                  <a:cubicBezTo>
                    <a:pt x="179" y="482"/>
                    <a:pt x="179" y="482"/>
                    <a:pt x="179" y="482"/>
                  </a:cubicBezTo>
                  <a:cubicBezTo>
                    <a:pt x="115" y="405"/>
                    <a:pt x="82" y="321"/>
                    <a:pt x="78" y="228"/>
                  </a:cubicBezTo>
                  <a:cubicBezTo>
                    <a:pt x="178" y="214"/>
                    <a:pt x="280" y="254"/>
                    <a:pt x="355" y="339"/>
                  </a:cubicBezTo>
                  <a:cubicBezTo>
                    <a:pt x="434" y="428"/>
                    <a:pt x="462" y="546"/>
                    <a:pt x="426" y="648"/>
                  </a:cubicBezTo>
                  <a:cubicBezTo>
                    <a:pt x="472" y="664"/>
                    <a:pt x="472" y="664"/>
                    <a:pt x="472" y="664"/>
                  </a:cubicBezTo>
                  <a:cubicBezTo>
                    <a:pt x="513" y="546"/>
                    <a:pt x="482" y="409"/>
                    <a:pt x="391" y="30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8"/>
            <p:cNvSpPr>
              <a:spLocks/>
            </p:cNvSpPr>
            <p:nvPr/>
          </p:nvSpPr>
          <p:spPr bwMode="auto">
            <a:xfrm>
              <a:off x="9050329" y="3786294"/>
              <a:ext cx="707528" cy="583827"/>
            </a:xfrm>
            <a:custGeom>
              <a:avLst/>
              <a:gdLst>
                <a:gd name="T0" fmla="*/ 74 w 672"/>
                <a:gd name="T1" fmla="*/ 556 h 556"/>
                <a:gd name="T2" fmla="*/ 116 w 672"/>
                <a:gd name="T3" fmla="*/ 533 h 556"/>
                <a:gd name="T4" fmla="*/ 78 w 672"/>
                <a:gd name="T5" fmla="*/ 255 h 556"/>
                <a:gd name="T6" fmla="*/ 227 w 672"/>
                <a:gd name="T7" fmla="*/ 108 h 556"/>
                <a:gd name="T8" fmla="*/ 632 w 672"/>
                <a:gd name="T9" fmla="*/ 206 h 556"/>
                <a:gd name="T10" fmla="*/ 672 w 672"/>
                <a:gd name="T11" fmla="*/ 179 h 556"/>
                <a:gd name="T12" fmla="*/ 209 w 672"/>
                <a:gd name="T13" fmla="*/ 64 h 556"/>
                <a:gd name="T14" fmla="*/ 33 w 672"/>
                <a:gd name="T15" fmla="*/ 239 h 556"/>
                <a:gd name="T16" fmla="*/ 74 w 672"/>
                <a:gd name="T17" fmla="*/ 556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2" h="556">
                  <a:moveTo>
                    <a:pt x="74" y="556"/>
                  </a:moveTo>
                  <a:cubicBezTo>
                    <a:pt x="116" y="533"/>
                    <a:pt x="116" y="533"/>
                    <a:pt x="116" y="533"/>
                  </a:cubicBezTo>
                  <a:cubicBezTo>
                    <a:pt x="63" y="434"/>
                    <a:pt x="50" y="335"/>
                    <a:pt x="78" y="255"/>
                  </a:cubicBezTo>
                  <a:cubicBezTo>
                    <a:pt x="102" y="189"/>
                    <a:pt x="152" y="140"/>
                    <a:pt x="227" y="108"/>
                  </a:cubicBezTo>
                  <a:cubicBezTo>
                    <a:pt x="356" y="54"/>
                    <a:pt x="542" y="70"/>
                    <a:pt x="632" y="206"/>
                  </a:cubicBezTo>
                  <a:cubicBezTo>
                    <a:pt x="672" y="179"/>
                    <a:pt x="672" y="179"/>
                    <a:pt x="672" y="179"/>
                  </a:cubicBezTo>
                  <a:cubicBezTo>
                    <a:pt x="566" y="20"/>
                    <a:pt x="359" y="0"/>
                    <a:pt x="209" y="64"/>
                  </a:cubicBezTo>
                  <a:cubicBezTo>
                    <a:pt x="122" y="100"/>
                    <a:pt x="61" y="161"/>
                    <a:pt x="33" y="239"/>
                  </a:cubicBezTo>
                  <a:cubicBezTo>
                    <a:pt x="0" y="332"/>
                    <a:pt x="14" y="445"/>
                    <a:pt x="74" y="5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9"/>
            <p:cNvSpPr>
              <a:spLocks/>
            </p:cNvSpPr>
            <p:nvPr/>
          </p:nvSpPr>
          <p:spPr bwMode="auto">
            <a:xfrm>
              <a:off x="8523151" y="4268385"/>
              <a:ext cx="541051" cy="369949"/>
            </a:xfrm>
            <a:custGeom>
              <a:avLst/>
              <a:gdLst>
                <a:gd name="T0" fmla="*/ 509 w 515"/>
                <a:gd name="T1" fmla="*/ 262 h 352"/>
                <a:gd name="T2" fmla="*/ 113 w 515"/>
                <a:gd name="T3" fmla="*/ 86 h 352"/>
                <a:gd name="T4" fmla="*/ 160 w 515"/>
                <a:gd name="T5" fmla="*/ 10 h 352"/>
                <a:gd name="T6" fmla="*/ 113 w 515"/>
                <a:gd name="T7" fmla="*/ 0 h 352"/>
                <a:gd name="T8" fmla="*/ 77 w 515"/>
                <a:gd name="T9" fmla="*/ 52 h 352"/>
                <a:gd name="T10" fmla="*/ 14 w 515"/>
                <a:gd name="T11" fmla="*/ 55 h 352"/>
                <a:gd name="T12" fmla="*/ 0 w 515"/>
                <a:gd name="T13" fmla="*/ 101 h 352"/>
                <a:gd name="T14" fmla="*/ 61 w 515"/>
                <a:gd name="T15" fmla="*/ 108 h 352"/>
                <a:gd name="T16" fmla="*/ 515 w 515"/>
                <a:gd name="T17" fmla="*/ 310 h 352"/>
                <a:gd name="T18" fmla="*/ 509 w 515"/>
                <a:gd name="T19" fmla="*/ 262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5" h="352">
                  <a:moveTo>
                    <a:pt x="509" y="262"/>
                  </a:moveTo>
                  <a:cubicBezTo>
                    <a:pt x="509" y="262"/>
                    <a:pt x="233" y="298"/>
                    <a:pt x="113" y="86"/>
                  </a:cubicBezTo>
                  <a:cubicBezTo>
                    <a:pt x="150" y="57"/>
                    <a:pt x="159" y="12"/>
                    <a:pt x="160" y="1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1"/>
                    <a:pt x="105" y="36"/>
                    <a:pt x="77" y="52"/>
                  </a:cubicBezTo>
                  <a:cubicBezTo>
                    <a:pt x="61" y="62"/>
                    <a:pt x="40" y="63"/>
                    <a:pt x="14" y="55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2" y="108"/>
                    <a:pt x="43" y="110"/>
                    <a:pt x="61" y="108"/>
                  </a:cubicBezTo>
                  <a:cubicBezTo>
                    <a:pt x="197" y="352"/>
                    <a:pt x="515" y="310"/>
                    <a:pt x="515" y="310"/>
                  </a:cubicBezTo>
                  <a:lnTo>
                    <a:pt x="509" y="26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40"/>
            <p:cNvSpPr>
              <a:spLocks/>
            </p:cNvSpPr>
            <p:nvPr/>
          </p:nvSpPr>
          <p:spPr bwMode="auto">
            <a:xfrm>
              <a:off x="8331240" y="3908840"/>
              <a:ext cx="653192" cy="509837"/>
            </a:xfrm>
            <a:custGeom>
              <a:avLst/>
              <a:gdLst>
                <a:gd name="T0" fmla="*/ 617 w 621"/>
                <a:gd name="T1" fmla="*/ 485 h 485"/>
                <a:gd name="T2" fmla="*/ 461 w 621"/>
                <a:gd name="T3" fmla="*/ 116 h 485"/>
                <a:gd name="T4" fmla="*/ 0 w 621"/>
                <a:gd name="T5" fmla="*/ 40 h 485"/>
                <a:gd name="T6" fmla="*/ 10 w 621"/>
                <a:gd name="T7" fmla="*/ 87 h 485"/>
                <a:gd name="T8" fmla="*/ 430 w 621"/>
                <a:gd name="T9" fmla="*/ 153 h 485"/>
                <a:gd name="T10" fmla="*/ 569 w 621"/>
                <a:gd name="T11" fmla="*/ 484 h 485"/>
                <a:gd name="T12" fmla="*/ 617 w 621"/>
                <a:gd name="T13" fmla="*/ 485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21" h="485">
                  <a:moveTo>
                    <a:pt x="617" y="485"/>
                  </a:moveTo>
                  <a:cubicBezTo>
                    <a:pt x="617" y="475"/>
                    <a:pt x="621" y="251"/>
                    <a:pt x="461" y="116"/>
                  </a:cubicBezTo>
                  <a:cubicBezTo>
                    <a:pt x="353" y="26"/>
                    <a:pt x="198" y="0"/>
                    <a:pt x="0" y="40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92" y="50"/>
                    <a:pt x="334" y="72"/>
                    <a:pt x="430" y="153"/>
                  </a:cubicBezTo>
                  <a:cubicBezTo>
                    <a:pt x="572" y="272"/>
                    <a:pt x="569" y="482"/>
                    <a:pt x="569" y="484"/>
                  </a:cubicBezTo>
                  <a:lnTo>
                    <a:pt x="617" y="4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5"/>
            <p:cNvSpPr>
              <a:spLocks/>
            </p:cNvSpPr>
            <p:nvPr/>
          </p:nvSpPr>
          <p:spPr bwMode="auto">
            <a:xfrm>
              <a:off x="8385577" y="3642939"/>
              <a:ext cx="667065" cy="301740"/>
            </a:xfrm>
            <a:custGeom>
              <a:avLst/>
              <a:gdLst>
                <a:gd name="T0" fmla="*/ 74 w 634"/>
                <a:gd name="T1" fmla="*/ 96 h 287"/>
                <a:gd name="T2" fmla="*/ 35 w 634"/>
                <a:gd name="T3" fmla="*/ 30 h 287"/>
                <a:gd name="T4" fmla="*/ 17 w 634"/>
                <a:gd name="T5" fmla="*/ 46 h 287"/>
                <a:gd name="T6" fmla="*/ 0 w 634"/>
                <a:gd name="T7" fmla="*/ 63 h 287"/>
                <a:gd name="T8" fmla="*/ 0 w 634"/>
                <a:gd name="T9" fmla="*/ 63 h 287"/>
                <a:gd name="T10" fmla="*/ 0 w 634"/>
                <a:gd name="T11" fmla="*/ 63 h 287"/>
                <a:gd name="T12" fmla="*/ 0 w 634"/>
                <a:gd name="T13" fmla="*/ 63 h 287"/>
                <a:gd name="T14" fmla="*/ 19 w 634"/>
                <a:gd name="T15" fmla="*/ 168 h 287"/>
                <a:gd name="T16" fmla="*/ 56 w 634"/>
                <a:gd name="T17" fmla="*/ 199 h 287"/>
                <a:gd name="T18" fmla="*/ 79 w 634"/>
                <a:gd name="T19" fmla="*/ 144 h 287"/>
                <a:gd name="T20" fmla="*/ 592 w 634"/>
                <a:gd name="T21" fmla="*/ 287 h 287"/>
                <a:gd name="T22" fmla="*/ 634 w 634"/>
                <a:gd name="T23" fmla="*/ 264 h 287"/>
                <a:gd name="T24" fmla="*/ 74 w 634"/>
                <a:gd name="T25" fmla="*/ 96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34" h="287">
                  <a:moveTo>
                    <a:pt x="74" y="96"/>
                  </a:moveTo>
                  <a:cubicBezTo>
                    <a:pt x="65" y="68"/>
                    <a:pt x="49" y="44"/>
                    <a:pt x="35" y="30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" y="66"/>
                    <a:pt x="56" y="123"/>
                    <a:pt x="19" y="168"/>
                  </a:cubicBezTo>
                  <a:cubicBezTo>
                    <a:pt x="56" y="199"/>
                    <a:pt x="56" y="199"/>
                    <a:pt x="56" y="199"/>
                  </a:cubicBezTo>
                  <a:cubicBezTo>
                    <a:pt x="70" y="181"/>
                    <a:pt x="77" y="162"/>
                    <a:pt x="79" y="144"/>
                  </a:cubicBezTo>
                  <a:cubicBezTo>
                    <a:pt x="145" y="124"/>
                    <a:pt x="458" y="41"/>
                    <a:pt x="592" y="287"/>
                  </a:cubicBezTo>
                  <a:cubicBezTo>
                    <a:pt x="634" y="264"/>
                    <a:pt x="634" y="264"/>
                    <a:pt x="634" y="264"/>
                  </a:cubicBezTo>
                  <a:cubicBezTo>
                    <a:pt x="491" y="0"/>
                    <a:pt x="163" y="71"/>
                    <a:pt x="74" y="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6683810" y="3803833"/>
            <a:ext cx="2085590" cy="1668241"/>
            <a:chOff x="6683810" y="3449872"/>
            <a:chExt cx="2085590" cy="1668241"/>
          </a:xfr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</p:grpSpPr>
        <p:sp>
          <p:nvSpPr>
            <p:cNvPr id="12" name="Freeform 14"/>
            <p:cNvSpPr>
              <a:spLocks/>
            </p:cNvSpPr>
            <p:nvPr/>
          </p:nvSpPr>
          <p:spPr bwMode="auto">
            <a:xfrm>
              <a:off x="8035281" y="3449872"/>
              <a:ext cx="734119" cy="583827"/>
            </a:xfrm>
            <a:custGeom>
              <a:avLst/>
              <a:gdLst>
                <a:gd name="T0" fmla="*/ 114 w 697"/>
                <a:gd name="T1" fmla="*/ 556 h 556"/>
                <a:gd name="T2" fmla="*/ 139 w 697"/>
                <a:gd name="T3" fmla="*/ 515 h 556"/>
                <a:gd name="T4" fmla="*/ 53 w 697"/>
                <a:gd name="T5" fmla="*/ 369 h 556"/>
                <a:gd name="T6" fmla="*/ 320 w 697"/>
                <a:gd name="T7" fmla="*/ 102 h 556"/>
                <a:gd name="T8" fmla="*/ 664 w 697"/>
                <a:gd name="T9" fmla="*/ 144 h 556"/>
                <a:gd name="T10" fmla="*/ 697 w 697"/>
                <a:gd name="T11" fmla="*/ 109 h 556"/>
                <a:gd name="T12" fmla="*/ 303 w 697"/>
                <a:gd name="T13" fmla="*/ 57 h 556"/>
                <a:gd name="T14" fmla="*/ 5 w 697"/>
                <a:gd name="T15" fmla="*/ 364 h 556"/>
                <a:gd name="T16" fmla="*/ 114 w 697"/>
                <a:gd name="T17" fmla="*/ 556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7" h="556">
                  <a:moveTo>
                    <a:pt x="114" y="556"/>
                  </a:moveTo>
                  <a:cubicBezTo>
                    <a:pt x="139" y="515"/>
                    <a:pt x="139" y="515"/>
                    <a:pt x="139" y="515"/>
                  </a:cubicBezTo>
                  <a:cubicBezTo>
                    <a:pt x="76" y="476"/>
                    <a:pt x="47" y="427"/>
                    <a:pt x="53" y="369"/>
                  </a:cubicBezTo>
                  <a:cubicBezTo>
                    <a:pt x="63" y="270"/>
                    <a:pt x="177" y="155"/>
                    <a:pt x="320" y="102"/>
                  </a:cubicBezTo>
                  <a:cubicBezTo>
                    <a:pt x="456" y="51"/>
                    <a:pt x="581" y="67"/>
                    <a:pt x="664" y="144"/>
                  </a:cubicBezTo>
                  <a:cubicBezTo>
                    <a:pt x="697" y="109"/>
                    <a:pt x="697" y="109"/>
                    <a:pt x="697" y="109"/>
                  </a:cubicBezTo>
                  <a:cubicBezTo>
                    <a:pt x="601" y="19"/>
                    <a:pt x="457" y="0"/>
                    <a:pt x="303" y="57"/>
                  </a:cubicBezTo>
                  <a:cubicBezTo>
                    <a:pt x="142" y="117"/>
                    <a:pt x="17" y="246"/>
                    <a:pt x="5" y="364"/>
                  </a:cubicBezTo>
                  <a:cubicBezTo>
                    <a:pt x="0" y="417"/>
                    <a:pt x="14" y="494"/>
                    <a:pt x="114" y="55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5"/>
            <p:cNvSpPr>
              <a:spLocks/>
            </p:cNvSpPr>
            <p:nvPr/>
          </p:nvSpPr>
          <p:spPr bwMode="auto">
            <a:xfrm>
              <a:off x="7409835" y="3588603"/>
              <a:ext cx="753772" cy="448564"/>
            </a:xfrm>
            <a:custGeom>
              <a:avLst/>
              <a:gdLst>
                <a:gd name="T0" fmla="*/ 48 w 717"/>
                <a:gd name="T1" fmla="*/ 427 h 427"/>
                <a:gd name="T2" fmla="*/ 237 w 717"/>
                <a:gd name="T3" fmla="*/ 142 h 427"/>
                <a:gd name="T4" fmla="*/ 706 w 717"/>
                <a:gd name="T5" fmla="*/ 98 h 427"/>
                <a:gd name="T6" fmla="*/ 717 w 717"/>
                <a:gd name="T7" fmla="*/ 51 h 427"/>
                <a:gd name="T8" fmla="*/ 210 w 717"/>
                <a:gd name="T9" fmla="*/ 103 h 427"/>
                <a:gd name="T10" fmla="*/ 0 w 717"/>
                <a:gd name="T11" fmla="*/ 419 h 427"/>
                <a:gd name="T12" fmla="*/ 48 w 717"/>
                <a:gd name="T13" fmla="*/ 427 h 427"/>
                <a:gd name="T14" fmla="*/ 24 w 717"/>
                <a:gd name="T15" fmla="*/ 423 h 427"/>
                <a:gd name="T16" fmla="*/ 48 w 717"/>
                <a:gd name="T17" fmla="*/ 427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7" h="427">
                  <a:moveTo>
                    <a:pt x="48" y="427"/>
                  </a:moveTo>
                  <a:cubicBezTo>
                    <a:pt x="48" y="425"/>
                    <a:pt x="81" y="245"/>
                    <a:pt x="237" y="142"/>
                  </a:cubicBezTo>
                  <a:cubicBezTo>
                    <a:pt x="355" y="65"/>
                    <a:pt x="513" y="50"/>
                    <a:pt x="706" y="98"/>
                  </a:cubicBezTo>
                  <a:cubicBezTo>
                    <a:pt x="717" y="51"/>
                    <a:pt x="717" y="51"/>
                    <a:pt x="717" y="51"/>
                  </a:cubicBezTo>
                  <a:cubicBezTo>
                    <a:pt x="510" y="0"/>
                    <a:pt x="340" y="17"/>
                    <a:pt x="210" y="103"/>
                  </a:cubicBezTo>
                  <a:cubicBezTo>
                    <a:pt x="36" y="217"/>
                    <a:pt x="2" y="411"/>
                    <a:pt x="0" y="419"/>
                  </a:cubicBezTo>
                  <a:cubicBezTo>
                    <a:pt x="48" y="427"/>
                    <a:pt x="48" y="427"/>
                    <a:pt x="48" y="427"/>
                  </a:cubicBezTo>
                  <a:cubicBezTo>
                    <a:pt x="24" y="423"/>
                    <a:pt x="24" y="423"/>
                    <a:pt x="24" y="423"/>
                  </a:cubicBezTo>
                  <a:lnTo>
                    <a:pt x="48" y="4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6"/>
            <p:cNvSpPr>
              <a:spLocks/>
            </p:cNvSpPr>
            <p:nvPr/>
          </p:nvSpPr>
          <p:spPr bwMode="auto">
            <a:xfrm>
              <a:off x="7080349" y="3937743"/>
              <a:ext cx="373418" cy="473998"/>
            </a:xfrm>
            <a:custGeom>
              <a:avLst/>
              <a:gdLst>
                <a:gd name="T0" fmla="*/ 26 w 355"/>
                <a:gd name="T1" fmla="*/ 451 h 451"/>
                <a:gd name="T2" fmla="*/ 73 w 355"/>
                <a:gd name="T3" fmla="*/ 445 h 451"/>
                <a:gd name="T4" fmla="*/ 140 w 355"/>
                <a:gd name="T5" fmla="*/ 159 h 451"/>
                <a:gd name="T6" fmla="*/ 355 w 355"/>
                <a:gd name="T7" fmla="*/ 48 h 451"/>
                <a:gd name="T8" fmla="*/ 349 w 355"/>
                <a:gd name="T9" fmla="*/ 0 h 451"/>
                <a:gd name="T10" fmla="*/ 101 w 355"/>
                <a:gd name="T11" fmla="*/ 130 h 451"/>
                <a:gd name="T12" fmla="*/ 26 w 355"/>
                <a:gd name="T13" fmla="*/ 45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5" h="451">
                  <a:moveTo>
                    <a:pt x="26" y="451"/>
                  </a:moveTo>
                  <a:cubicBezTo>
                    <a:pt x="73" y="445"/>
                    <a:pt x="73" y="445"/>
                    <a:pt x="73" y="445"/>
                  </a:cubicBezTo>
                  <a:cubicBezTo>
                    <a:pt x="73" y="443"/>
                    <a:pt x="50" y="276"/>
                    <a:pt x="140" y="159"/>
                  </a:cubicBezTo>
                  <a:cubicBezTo>
                    <a:pt x="188" y="97"/>
                    <a:pt x="260" y="59"/>
                    <a:pt x="355" y="48"/>
                  </a:cubicBezTo>
                  <a:cubicBezTo>
                    <a:pt x="349" y="0"/>
                    <a:pt x="349" y="0"/>
                    <a:pt x="349" y="0"/>
                  </a:cubicBezTo>
                  <a:cubicBezTo>
                    <a:pt x="241" y="13"/>
                    <a:pt x="157" y="57"/>
                    <a:pt x="101" y="130"/>
                  </a:cubicBezTo>
                  <a:cubicBezTo>
                    <a:pt x="0" y="263"/>
                    <a:pt x="25" y="444"/>
                    <a:pt x="26" y="45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7"/>
            <p:cNvSpPr>
              <a:spLocks/>
            </p:cNvSpPr>
            <p:nvPr/>
          </p:nvSpPr>
          <p:spPr bwMode="auto">
            <a:xfrm>
              <a:off x="6683810" y="4306536"/>
              <a:ext cx="956088" cy="811577"/>
            </a:xfrm>
            <a:custGeom>
              <a:avLst/>
              <a:gdLst>
                <a:gd name="T0" fmla="*/ 143 w 909"/>
                <a:gd name="T1" fmla="*/ 772 h 772"/>
                <a:gd name="T2" fmla="*/ 181 w 909"/>
                <a:gd name="T3" fmla="*/ 743 h 772"/>
                <a:gd name="T4" fmla="*/ 159 w 909"/>
                <a:gd name="T5" fmla="*/ 295 h 772"/>
                <a:gd name="T6" fmla="*/ 656 w 909"/>
                <a:gd name="T7" fmla="*/ 90 h 772"/>
                <a:gd name="T8" fmla="*/ 863 w 909"/>
                <a:gd name="T9" fmla="*/ 305 h 772"/>
                <a:gd name="T10" fmla="*/ 909 w 909"/>
                <a:gd name="T11" fmla="*/ 292 h 772"/>
                <a:gd name="T12" fmla="*/ 667 w 909"/>
                <a:gd name="T13" fmla="*/ 43 h 772"/>
                <a:gd name="T14" fmla="*/ 123 w 909"/>
                <a:gd name="T15" fmla="*/ 264 h 772"/>
                <a:gd name="T16" fmla="*/ 143 w 909"/>
                <a:gd name="T17" fmla="*/ 772 h 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9" h="772">
                  <a:moveTo>
                    <a:pt x="143" y="772"/>
                  </a:moveTo>
                  <a:cubicBezTo>
                    <a:pt x="181" y="743"/>
                    <a:pt x="181" y="743"/>
                    <a:pt x="181" y="743"/>
                  </a:cubicBezTo>
                  <a:cubicBezTo>
                    <a:pt x="124" y="666"/>
                    <a:pt x="8" y="469"/>
                    <a:pt x="159" y="295"/>
                  </a:cubicBezTo>
                  <a:cubicBezTo>
                    <a:pt x="271" y="167"/>
                    <a:pt x="483" y="51"/>
                    <a:pt x="656" y="90"/>
                  </a:cubicBezTo>
                  <a:cubicBezTo>
                    <a:pt x="759" y="112"/>
                    <a:pt x="828" y="185"/>
                    <a:pt x="863" y="305"/>
                  </a:cubicBezTo>
                  <a:cubicBezTo>
                    <a:pt x="909" y="292"/>
                    <a:pt x="909" y="292"/>
                    <a:pt x="909" y="292"/>
                  </a:cubicBezTo>
                  <a:cubicBezTo>
                    <a:pt x="859" y="119"/>
                    <a:pt x="750" y="61"/>
                    <a:pt x="667" y="43"/>
                  </a:cubicBezTo>
                  <a:cubicBezTo>
                    <a:pt x="475" y="0"/>
                    <a:pt x="244" y="125"/>
                    <a:pt x="123" y="264"/>
                  </a:cubicBezTo>
                  <a:cubicBezTo>
                    <a:pt x="0" y="405"/>
                    <a:pt x="7" y="590"/>
                    <a:pt x="143" y="7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42"/>
            <p:cNvSpPr>
              <a:spLocks/>
            </p:cNvSpPr>
            <p:nvPr/>
          </p:nvSpPr>
          <p:spPr bwMode="auto">
            <a:xfrm>
              <a:off x="7590186" y="4020981"/>
              <a:ext cx="675158" cy="1021985"/>
            </a:xfrm>
            <a:custGeom>
              <a:avLst/>
              <a:gdLst>
                <a:gd name="T0" fmla="*/ 543 w 641"/>
                <a:gd name="T1" fmla="*/ 550 h 971"/>
                <a:gd name="T2" fmla="*/ 512 w 641"/>
                <a:gd name="T3" fmla="*/ 587 h 971"/>
                <a:gd name="T4" fmla="*/ 588 w 641"/>
                <a:gd name="T5" fmla="*/ 731 h 971"/>
                <a:gd name="T6" fmla="*/ 444 w 641"/>
                <a:gd name="T7" fmla="*/ 886 h 971"/>
                <a:gd name="T8" fmla="*/ 227 w 641"/>
                <a:gd name="T9" fmla="*/ 908 h 971"/>
                <a:gd name="T10" fmla="*/ 49 w 641"/>
                <a:gd name="T11" fmla="*/ 607 h 971"/>
                <a:gd name="T12" fmla="*/ 152 w 641"/>
                <a:gd name="T13" fmla="*/ 218 h 971"/>
                <a:gd name="T14" fmla="*/ 341 w 641"/>
                <a:gd name="T15" fmla="*/ 136 h 971"/>
                <a:gd name="T16" fmla="*/ 366 w 641"/>
                <a:gd name="T17" fmla="*/ 227 h 971"/>
                <a:gd name="T18" fmla="*/ 387 w 641"/>
                <a:gd name="T19" fmla="*/ 214 h 971"/>
                <a:gd name="T20" fmla="*/ 408 w 641"/>
                <a:gd name="T21" fmla="*/ 202 h 971"/>
                <a:gd name="T22" fmla="*/ 408 w 641"/>
                <a:gd name="T23" fmla="*/ 202 h 971"/>
                <a:gd name="T24" fmla="*/ 408 w 641"/>
                <a:gd name="T25" fmla="*/ 202 h 971"/>
                <a:gd name="T26" fmla="*/ 408 w 641"/>
                <a:gd name="T27" fmla="*/ 202 h 971"/>
                <a:gd name="T28" fmla="*/ 431 w 641"/>
                <a:gd name="T29" fmla="*/ 33 h 971"/>
                <a:gd name="T30" fmla="*/ 396 w 641"/>
                <a:gd name="T31" fmla="*/ 0 h 971"/>
                <a:gd name="T32" fmla="*/ 347 w 641"/>
                <a:gd name="T33" fmla="*/ 88 h 971"/>
                <a:gd name="T34" fmla="*/ 115 w 641"/>
                <a:gd name="T35" fmla="*/ 187 h 971"/>
                <a:gd name="T36" fmla="*/ 1 w 641"/>
                <a:gd name="T37" fmla="*/ 606 h 971"/>
                <a:gd name="T38" fmla="*/ 212 w 641"/>
                <a:gd name="T39" fmla="*/ 954 h 971"/>
                <a:gd name="T40" fmla="*/ 351 w 641"/>
                <a:gd name="T41" fmla="*/ 964 h 971"/>
                <a:gd name="T42" fmla="*/ 465 w 641"/>
                <a:gd name="T43" fmla="*/ 929 h 971"/>
                <a:gd name="T44" fmla="*/ 636 w 641"/>
                <a:gd name="T45" fmla="*/ 737 h 971"/>
                <a:gd name="T46" fmla="*/ 543 w 641"/>
                <a:gd name="T47" fmla="*/ 550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1" h="971">
                  <a:moveTo>
                    <a:pt x="543" y="550"/>
                  </a:moveTo>
                  <a:cubicBezTo>
                    <a:pt x="512" y="587"/>
                    <a:pt x="512" y="587"/>
                    <a:pt x="512" y="587"/>
                  </a:cubicBezTo>
                  <a:cubicBezTo>
                    <a:pt x="568" y="634"/>
                    <a:pt x="594" y="683"/>
                    <a:pt x="588" y="731"/>
                  </a:cubicBezTo>
                  <a:cubicBezTo>
                    <a:pt x="581" y="789"/>
                    <a:pt x="528" y="845"/>
                    <a:pt x="444" y="886"/>
                  </a:cubicBezTo>
                  <a:cubicBezTo>
                    <a:pt x="372" y="920"/>
                    <a:pt x="291" y="929"/>
                    <a:pt x="227" y="908"/>
                  </a:cubicBezTo>
                  <a:cubicBezTo>
                    <a:pt x="94" y="866"/>
                    <a:pt x="48" y="724"/>
                    <a:pt x="49" y="607"/>
                  </a:cubicBezTo>
                  <a:cubicBezTo>
                    <a:pt x="50" y="482"/>
                    <a:pt x="78" y="306"/>
                    <a:pt x="152" y="218"/>
                  </a:cubicBezTo>
                  <a:cubicBezTo>
                    <a:pt x="186" y="177"/>
                    <a:pt x="276" y="136"/>
                    <a:pt x="341" y="136"/>
                  </a:cubicBezTo>
                  <a:cubicBezTo>
                    <a:pt x="342" y="174"/>
                    <a:pt x="354" y="207"/>
                    <a:pt x="366" y="227"/>
                  </a:cubicBezTo>
                  <a:cubicBezTo>
                    <a:pt x="387" y="214"/>
                    <a:pt x="387" y="214"/>
                    <a:pt x="387" y="214"/>
                  </a:cubicBezTo>
                  <a:cubicBezTo>
                    <a:pt x="408" y="202"/>
                    <a:pt x="408" y="202"/>
                    <a:pt x="408" y="202"/>
                  </a:cubicBezTo>
                  <a:cubicBezTo>
                    <a:pt x="408" y="202"/>
                    <a:pt x="408" y="202"/>
                    <a:pt x="408" y="202"/>
                  </a:cubicBezTo>
                  <a:cubicBezTo>
                    <a:pt x="408" y="202"/>
                    <a:pt x="408" y="202"/>
                    <a:pt x="408" y="202"/>
                  </a:cubicBezTo>
                  <a:cubicBezTo>
                    <a:pt x="408" y="202"/>
                    <a:pt x="408" y="202"/>
                    <a:pt x="408" y="202"/>
                  </a:cubicBezTo>
                  <a:cubicBezTo>
                    <a:pt x="405" y="198"/>
                    <a:pt x="355" y="110"/>
                    <a:pt x="431" y="33"/>
                  </a:cubicBezTo>
                  <a:cubicBezTo>
                    <a:pt x="396" y="0"/>
                    <a:pt x="396" y="0"/>
                    <a:pt x="396" y="0"/>
                  </a:cubicBezTo>
                  <a:cubicBezTo>
                    <a:pt x="369" y="28"/>
                    <a:pt x="354" y="58"/>
                    <a:pt x="347" y="88"/>
                  </a:cubicBezTo>
                  <a:cubicBezTo>
                    <a:pt x="264" y="86"/>
                    <a:pt x="159" y="135"/>
                    <a:pt x="115" y="187"/>
                  </a:cubicBezTo>
                  <a:cubicBezTo>
                    <a:pt x="33" y="285"/>
                    <a:pt x="2" y="474"/>
                    <a:pt x="1" y="606"/>
                  </a:cubicBezTo>
                  <a:cubicBezTo>
                    <a:pt x="0" y="741"/>
                    <a:pt x="55" y="903"/>
                    <a:pt x="212" y="954"/>
                  </a:cubicBezTo>
                  <a:cubicBezTo>
                    <a:pt x="254" y="967"/>
                    <a:pt x="302" y="971"/>
                    <a:pt x="351" y="964"/>
                  </a:cubicBezTo>
                  <a:cubicBezTo>
                    <a:pt x="389" y="958"/>
                    <a:pt x="428" y="947"/>
                    <a:pt x="465" y="929"/>
                  </a:cubicBezTo>
                  <a:cubicBezTo>
                    <a:pt x="566" y="880"/>
                    <a:pt x="626" y="812"/>
                    <a:pt x="636" y="737"/>
                  </a:cubicBezTo>
                  <a:cubicBezTo>
                    <a:pt x="641" y="692"/>
                    <a:pt x="630" y="623"/>
                    <a:pt x="543" y="5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3"/>
            <p:cNvSpPr>
              <a:spLocks/>
            </p:cNvSpPr>
            <p:nvPr/>
          </p:nvSpPr>
          <p:spPr bwMode="auto">
            <a:xfrm>
              <a:off x="8152046" y="4029074"/>
              <a:ext cx="309833" cy="371106"/>
            </a:xfrm>
            <a:custGeom>
              <a:avLst/>
              <a:gdLst>
                <a:gd name="T0" fmla="*/ 65 w 294"/>
                <a:gd name="T1" fmla="*/ 349 h 353"/>
                <a:gd name="T2" fmla="*/ 294 w 294"/>
                <a:gd name="T3" fmla="*/ 48 h 353"/>
                <a:gd name="T4" fmla="*/ 287 w 294"/>
                <a:gd name="T5" fmla="*/ 0 h 353"/>
                <a:gd name="T6" fmla="*/ 19 w 294"/>
                <a:gd name="T7" fmla="*/ 353 h 353"/>
                <a:gd name="T8" fmla="*/ 65 w 294"/>
                <a:gd name="T9" fmla="*/ 349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" h="353">
                  <a:moveTo>
                    <a:pt x="65" y="349"/>
                  </a:moveTo>
                  <a:cubicBezTo>
                    <a:pt x="64" y="338"/>
                    <a:pt x="59" y="81"/>
                    <a:pt x="294" y="48"/>
                  </a:cubicBezTo>
                  <a:cubicBezTo>
                    <a:pt x="287" y="0"/>
                    <a:pt x="287" y="0"/>
                    <a:pt x="287" y="0"/>
                  </a:cubicBezTo>
                  <a:cubicBezTo>
                    <a:pt x="0" y="41"/>
                    <a:pt x="19" y="350"/>
                    <a:pt x="19" y="353"/>
                  </a:cubicBezTo>
                  <a:lnTo>
                    <a:pt x="65" y="3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6"/>
            <p:cNvSpPr>
              <a:spLocks/>
            </p:cNvSpPr>
            <p:nvPr/>
          </p:nvSpPr>
          <p:spPr bwMode="auto">
            <a:xfrm>
              <a:off x="7272260" y="3781670"/>
              <a:ext cx="535271" cy="580358"/>
            </a:xfrm>
            <a:custGeom>
              <a:avLst/>
              <a:gdLst>
                <a:gd name="T0" fmla="*/ 506 w 509"/>
                <a:gd name="T1" fmla="*/ 29 h 552"/>
                <a:gd name="T2" fmla="*/ 469 w 509"/>
                <a:gd name="T3" fmla="*/ 0 h 552"/>
                <a:gd name="T4" fmla="*/ 407 w 509"/>
                <a:gd name="T5" fmla="*/ 137 h 552"/>
                <a:gd name="T6" fmla="*/ 81 w 509"/>
                <a:gd name="T7" fmla="*/ 552 h 552"/>
                <a:gd name="T8" fmla="*/ 103 w 509"/>
                <a:gd name="T9" fmla="*/ 544 h 552"/>
                <a:gd name="T10" fmla="*/ 126 w 509"/>
                <a:gd name="T11" fmla="*/ 536 h 552"/>
                <a:gd name="T12" fmla="*/ 413 w 509"/>
                <a:gd name="T13" fmla="*/ 187 h 552"/>
                <a:gd name="T14" fmla="*/ 479 w 509"/>
                <a:gd name="T15" fmla="*/ 277 h 552"/>
                <a:gd name="T16" fmla="*/ 509 w 509"/>
                <a:gd name="T17" fmla="*/ 239 h 552"/>
                <a:gd name="T18" fmla="*/ 506 w 509"/>
                <a:gd name="T19" fmla="*/ 29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9" h="552">
                  <a:moveTo>
                    <a:pt x="506" y="29"/>
                  </a:moveTo>
                  <a:cubicBezTo>
                    <a:pt x="469" y="0"/>
                    <a:pt x="469" y="0"/>
                    <a:pt x="469" y="0"/>
                  </a:cubicBezTo>
                  <a:cubicBezTo>
                    <a:pt x="430" y="49"/>
                    <a:pt x="410" y="95"/>
                    <a:pt x="407" y="137"/>
                  </a:cubicBezTo>
                  <a:cubicBezTo>
                    <a:pt x="0" y="310"/>
                    <a:pt x="77" y="542"/>
                    <a:pt x="81" y="552"/>
                  </a:cubicBezTo>
                  <a:cubicBezTo>
                    <a:pt x="103" y="544"/>
                    <a:pt x="103" y="544"/>
                    <a:pt x="103" y="544"/>
                  </a:cubicBezTo>
                  <a:cubicBezTo>
                    <a:pt x="126" y="536"/>
                    <a:pt x="126" y="536"/>
                    <a:pt x="126" y="536"/>
                  </a:cubicBezTo>
                  <a:cubicBezTo>
                    <a:pt x="123" y="528"/>
                    <a:pt x="64" y="340"/>
                    <a:pt x="413" y="187"/>
                  </a:cubicBezTo>
                  <a:cubicBezTo>
                    <a:pt x="423" y="219"/>
                    <a:pt x="445" y="249"/>
                    <a:pt x="479" y="277"/>
                  </a:cubicBezTo>
                  <a:cubicBezTo>
                    <a:pt x="509" y="239"/>
                    <a:pt x="509" y="239"/>
                    <a:pt x="509" y="239"/>
                  </a:cubicBezTo>
                  <a:cubicBezTo>
                    <a:pt x="438" y="183"/>
                    <a:pt x="438" y="118"/>
                    <a:pt x="506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51"/>
            <p:cNvSpPr>
              <a:spLocks/>
            </p:cNvSpPr>
            <p:nvPr/>
          </p:nvSpPr>
          <p:spPr bwMode="auto">
            <a:xfrm>
              <a:off x="6967052" y="4510008"/>
              <a:ext cx="670533" cy="573422"/>
            </a:xfrm>
            <a:custGeom>
              <a:avLst/>
              <a:gdLst>
                <a:gd name="T0" fmla="*/ 632 w 637"/>
                <a:gd name="T1" fmla="*/ 508 h 545"/>
                <a:gd name="T2" fmla="*/ 627 w 637"/>
                <a:gd name="T3" fmla="*/ 486 h 545"/>
                <a:gd name="T4" fmla="*/ 627 w 637"/>
                <a:gd name="T5" fmla="*/ 486 h 545"/>
                <a:gd name="T6" fmla="*/ 627 w 637"/>
                <a:gd name="T7" fmla="*/ 486 h 545"/>
                <a:gd name="T8" fmla="*/ 627 w 637"/>
                <a:gd name="T9" fmla="*/ 486 h 545"/>
                <a:gd name="T10" fmla="*/ 492 w 637"/>
                <a:gd name="T11" fmla="*/ 461 h 545"/>
                <a:gd name="T12" fmla="*/ 455 w 637"/>
                <a:gd name="T13" fmla="*/ 342 h 545"/>
                <a:gd name="T14" fmla="*/ 513 w 637"/>
                <a:gd name="T15" fmla="*/ 289 h 545"/>
                <a:gd name="T16" fmla="*/ 476 w 637"/>
                <a:gd name="T17" fmla="*/ 258 h 545"/>
                <a:gd name="T18" fmla="*/ 325 w 637"/>
                <a:gd name="T19" fmla="*/ 324 h 545"/>
                <a:gd name="T20" fmla="*/ 206 w 637"/>
                <a:gd name="T21" fmla="*/ 213 h 545"/>
                <a:gd name="T22" fmla="*/ 252 w 637"/>
                <a:gd name="T23" fmla="*/ 32 h 545"/>
                <a:gd name="T24" fmla="*/ 217 w 637"/>
                <a:gd name="T25" fmla="*/ 0 h 545"/>
                <a:gd name="T26" fmla="*/ 160 w 637"/>
                <a:gd name="T27" fmla="*/ 228 h 545"/>
                <a:gd name="T28" fmla="*/ 194 w 637"/>
                <a:gd name="T29" fmla="*/ 293 h 545"/>
                <a:gd name="T30" fmla="*/ 76 w 637"/>
                <a:gd name="T31" fmla="*/ 379 h 545"/>
                <a:gd name="T32" fmla="*/ 33 w 637"/>
                <a:gd name="T33" fmla="*/ 306 h 545"/>
                <a:gd name="T34" fmla="*/ 16 w 637"/>
                <a:gd name="T35" fmla="*/ 324 h 545"/>
                <a:gd name="T36" fmla="*/ 0 w 637"/>
                <a:gd name="T37" fmla="*/ 340 h 545"/>
                <a:gd name="T38" fmla="*/ 31 w 637"/>
                <a:gd name="T39" fmla="*/ 404 h 545"/>
                <a:gd name="T40" fmla="*/ 13 w 637"/>
                <a:gd name="T41" fmla="*/ 444 h 545"/>
                <a:gd name="T42" fmla="*/ 47 w 637"/>
                <a:gd name="T43" fmla="*/ 478 h 545"/>
                <a:gd name="T44" fmla="*/ 77 w 637"/>
                <a:gd name="T45" fmla="*/ 427 h 545"/>
                <a:gd name="T46" fmla="*/ 91 w 637"/>
                <a:gd name="T47" fmla="*/ 425 h 545"/>
                <a:gd name="T48" fmla="*/ 229 w 637"/>
                <a:gd name="T49" fmla="*/ 330 h 545"/>
                <a:gd name="T50" fmla="*/ 316 w 637"/>
                <a:gd name="T51" fmla="*/ 371 h 545"/>
                <a:gd name="T52" fmla="*/ 375 w 637"/>
                <a:gd name="T53" fmla="*/ 373 h 545"/>
                <a:gd name="T54" fmla="*/ 406 w 637"/>
                <a:gd name="T55" fmla="*/ 365 h 545"/>
                <a:gd name="T56" fmla="*/ 461 w 637"/>
                <a:gd name="T57" fmla="*/ 498 h 545"/>
                <a:gd name="T58" fmla="*/ 624 w 637"/>
                <a:gd name="T59" fmla="*/ 535 h 545"/>
                <a:gd name="T60" fmla="*/ 637 w 637"/>
                <a:gd name="T61" fmla="*/ 533 h 545"/>
                <a:gd name="T62" fmla="*/ 632 w 637"/>
                <a:gd name="T63" fmla="*/ 508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37" h="545">
                  <a:moveTo>
                    <a:pt x="632" y="508"/>
                  </a:moveTo>
                  <a:cubicBezTo>
                    <a:pt x="627" y="486"/>
                    <a:pt x="627" y="486"/>
                    <a:pt x="627" y="486"/>
                  </a:cubicBezTo>
                  <a:cubicBezTo>
                    <a:pt x="627" y="486"/>
                    <a:pt x="627" y="486"/>
                    <a:pt x="627" y="486"/>
                  </a:cubicBezTo>
                  <a:cubicBezTo>
                    <a:pt x="627" y="486"/>
                    <a:pt x="627" y="486"/>
                    <a:pt x="627" y="486"/>
                  </a:cubicBezTo>
                  <a:cubicBezTo>
                    <a:pt x="627" y="486"/>
                    <a:pt x="627" y="486"/>
                    <a:pt x="627" y="486"/>
                  </a:cubicBezTo>
                  <a:cubicBezTo>
                    <a:pt x="625" y="486"/>
                    <a:pt x="542" y="504"/>
                    <a:pt x="492" y="461"/>
                  </a:cubicBezTo>
                  <a:cubicBezTo>
                    <a:pt x="464" y="437"/>
                    <a:pt x="452" y="397"/>
                    <a:pt x="455" y="342"/>
                  </a:cubicBezTo>
                  <a:cubicBezTo>
                    <a:pt x="475" y="328"/>
                    <a:pt x="495" y="311"/>
                    <a:pt x="513" y="289"/>
                  </a:cubicBezTo>
                  <a:cubicBezTo>
                    <a:pt x="476" y="258"/>
                    <a:pt x="476" y="258"/>
                    <a:pt x="476" y="258"/>
                  </a:cubicBezTo>
                  <a:cubicBezTo>
                    <a:pt x="432" y="311"/>
                    <a:pt x="378" y="334"/>
                    <a:pt x="325" y="324"/>
                  </a:cubicBezTo>
                  <a:cubicBezTo>
                    <a:pt x="271" y="313"/>
                    <a:pt x="224" y="270"/>
                    <a:pt x="206" y="213"/>
                  </a:cubicBezTo>
                  <a:cubicBezTo>
                    <a:pt x="185" y="151"/>
                    <a:pt x="202" y="86"/>
                    <a:pt x="252" y="32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155" y="66"/>
                    <a:pt x="134" y="149"/>
                    <a:pt x="160" y="228"/>
                  </a:cubicBezTo>
                  <a:cubicBezTo>
                    <a:pt x="168" y="252"/>
                    <a:pt x="179" y="274"/>
                    <a:pt x="194" y="293"/>
                  </a:cubicBezTo>
                  <a:cubicBezTo>
                    <a:pt x="185" y="312"/>
                    <a:pt x="153" y="372"/>
                    <a:pt x="76" y="379"/>
                  </a:cubicBezTo>
                  <a:cubicBezTo>
                    <a:pt x="66" y="337"/>
                    <a:pt x="35" y="307"/>
                    <a:pt x="33" y="306"/>
                  </a:cubicBezTo>
                  <a:cubicBezTo>
                    <a:pt x="16" y="324"/>
                    <a:pt x="16" y="324"/>
                    <a:pt x="16" y="324"/>
                  </a:cubicBezTo>
                  <a:cubicBezTo>
                    <a:pt x="0" y="340"/>
                    <a:pt x="0" y="340"/>
                    <a:pt x="0" y="340"/>
                  </a:cubicBezTo>
                  <a:cubicBezTo>
                    <a:pt x="0" y="341"/>
                    <a:pt x="31" y="371"/>
                    <a:pt x="31" y="404"/>
                  </a:cubicBezTo>
                  <a:cubicBezTo>
                    <a:pt x="31" y="419"/>
                    <a:pt x="26" y="432"/>
                    <a:pt x="13" y="444"/>
                  </a:cubicBezTo>
                  <a:cubicBezTo>
                    <a:pt x="47" y="478"/>
                    <a:pt x="47" y="478"/>
                    <a:pt x="47" y="478"/>
                  </a:cubicBezTo>
                  <a:cubicBezTo>
                    <a:pt x="63" y="463"/>
                    <a:pt x="73" y="445"/>
                    <a:pt x="77" y="427"/>
                  </a:cubicBezTo>
                  <a:cubicBezTo>
                    <a:pt x="82" y="426"/>
                    <a:pt x="86" y="426"/>
                    <a:pt x="91" y="425"/>
                  </a:cubicBezTo>
                  <a:cubicBezTo>
                    <a:pt x="163" y="415"/>
                    <a:pt x="207" y="369"/>
                    <a:pt x="229" y="330"/>
                  </a:cubicBezTo>
                  <a:cubicBezTo>
                    <a:pt x="255" y="350"/>
                    <a:pt x="284" y="365"/>
                    <a:pt x="316" y="371"/>
                  </a:cubicBezTo>
                  <a:cubicBezTo>
                    <a:pt x="336" y="375"/>
                    <a:pt x="356" y="376"/>
                    <a:pt x="375" y="373"/>
                  </a:cubicBezTo>
                  <a:cubicBezTo>
                    <a:pt x="386" y="371"/>
                    <a:pt x="396" y="369"/>
                    <a:pt x="406" y="365"/>
                  </a:cubicBezTo>
                  <a:cubicBezTo>
                    <a:pt x="408" y="423"/>
                    <a:pt x="426" y="468"/>
                    <a:pt x="461" y="498"/>
                  </a:cubicBezTo>
                  <a:cubicBezTo>
                    <a:pt x="515" y="545"/>
                    <a:pt x="593" y="540"/>
                    <a:pt x="624" y="535"/>
                  </a:cubicBezTo>
                  <a:cubicBezTo>
                    <a:pt x="632" y="534"/>
                    <a:pt x="637" y="533"/>
                    <a:pt x="637" y="533"/>
                  </a:cubicBezTo>
                  <a:lnTo>
                    <a:pt x="632" y="5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6686122" y="5351840"/>
            <a:ext cx="1806972" cy="1501763"/>
            <a:chOff x="6686122" y="4997879"/>
            <a:chExt cx="1806972" cy="1501763"/>
          </a:xfr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</a:gradFill>
        </p:grpSpPr>
        <p:sp>
          <p:nvSpPr>
            <p:cNvPr id="6" name="Freeform 8"/>
            <p:cNvSpPr>
              <a:spLocks/>
            </p:cNvSpPr>
            <p:nvPr/>
          </p:nvSpPr>
          <p:spPr bwMode="auto">
            <a:xfrm>
              <a:off x="6945086" y="5096147"/>
              <a:ext cx="372262" cy="558393"/>
            </a:xfrm>
            <a:custGeom>
              <a:avLst/>
              <a:gdLst>
                <a:gd name="T0" fmla="*/ 255 w 354"/>
                <a:gd name="T1" fmla="*/ 386 h 531"/>
                <a:gd name="T2" fmla="*/ 82 w 354"/>
                <a:gd name="T3" fmla="*/ 86 h 531"/>
                <a:gd name="T4" fmla="*/ 163 w 354"/>
                <a:gd name="T5" fmla="*/ 63 h 531"/>
                <a:gd name="T6" fmla="*/ 172 w 354"/>
                <a:gd name="T7" fmla="*/ 16 h 531"/>
                <a:gd name="T8" fmla="*/ 38 w 354"/>
                <a:gd name="T9" fmla="*/ 66 h 531"/>
                <a:gd name="T10" fmla="*/ 215 w 354"/>
                <a:gd name="T11" fmla="*/ 415 h 531"/>
                <a:gd name="T12" fmla="*/ 164 w 354"/>
                <a:gd name="T13" fmla="*/ 525 h 531"/>
                <a:gd name="T14" fmla="*/ 212 w 354"/>
                <a:gd name="T15" fmla="*/ 531 h 531"/>
                <a:gd name="T16" fmla="*/ 258 w 354"/>
                <a:gd name="T17" fmla="*/ 440 h 531"/>
                <a:gd name="T18" fmla="*/ 348 w 354"/>
                <a:gd name="T19" fmla="*/ 417 h 531"/>
                <a:gd name="T20" fmla="*/ 354 w 354"/>
                <a:gd name="T21" fmla="*/ 369 h 531"/>
                <a:gd name="T22" fmla="*/ 255 w 354"/>
                <a:gd name="T23" fmla="*/ 38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54" h="531">
                  <a:moveTo>
                    <a:pt x="255" y="386"/>
                  </a:moveTo>
                  <a:cubicBezTo>
                    <a:pt x="122" y="279"/>
                    <a:pt x="56" y="142"/>
                    <a:pt x="82" y="86"/>
                  </a:cubicBezTo>
                  <a:cubicBezTo>
                    <a:pt x="94" y="57"/>
                    <a:pt x="133" y="58"/>
                    <a:pt x="163" y="63"/>
                  </a:cubicBezTo>
                  <a:cubicBezTo>
                    <a:pt x="172" y="16"/>
                    <a:pt x="172" y="16"/>
                    <a:pt x="172" y="16"/>
                  </a:cubicBezTo>
                  <a:cubicBezTo>
                    <a:pt x="82" y="0"/>
                    <a:pt x="49" y="41"/>
                    <a:pt x="38" y="66"/>
                  </a:cubicBezTo>
                  <a:cubicBezTo>
                    <a:pt x="0" y="150"/>
                    <a:pt x="78" y="301"/>
                    <a:pt x="215" y="415"/>
                  </a:cubicBezTo>
                  <a:cubicBezTo>
                    <a:pt x="187" y="442"/>
                    <a:pt x="171" y="479"/>
                    <a:pt x="164" y="525"/>
                  </a:cubicBezTo>
                  <a:cubicBezTo>
                    <a:pt x="212" y="531"/>
                    <a:pt x="212" y="531"/>
                    <a:pt x="212" y="531"/>
                  </a:cubicBezTo>
                  <a:cubicBezTo>
                    <a:pt x="217" y="490"/>
                    <a:pt x="233" y="459"/>
                    <a:pt x="258" y="440"/>
                  </a:cubicBezTo>
                  <a:cubicBezTo>
                    <a:pt x="297" y="411"/>
                    <a:pt x="347" y="416"/>
                    <a:pt x="348" y="417"/>
                  </a:cubicBezTo>
                  <a:cubicBezTo>
                    <a:pt x="354" y="369"/>
                    <a:pt x="354" y="369"/>
                    <a:pt x="354" y="369"/>
                  </a:cubicBezTo>
                  <a:cubicBezTo>
                    <a:pt x="352" y="369"/>
                    <a:pt x="303" y="363"/>
                    <a:pt x="255" y="38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8"/>
            <p:cNvSpPr>
              <a:spLocks/>
            </p:cNvSpPr>
            <p:nvPr/>
          </p:nvSpPr>
          <p:spPr bwMode="auto">
            <a:xfrm>
              <a:off x="6686122" y="4997879"/>
              <a:ext cx="856665" cy="808109"/>
            </a:xfrm>
            <a:custGeom>
              <a:avLst/>
              <a:gdLst>
                <a:gd name="T0" fmla="*/ 555 w 814"/>
                <a:gd name="T1" fmla="*/ 762 h 769"/>
                <a:gd name="T2" fmla="*/ 697 w 814"/>
                <a:gd name="T3" fmla="*/ 701 h 769"/>
                <a:gd name="T4" fmla="*/ 806 w 814"/>
                <a:gd name="T5" fmla="*/ 419 h 769"/>
                <a:gd name="T6" fmla="*/ 758 w 814"/>
                <a:gd name="T7" fmla="*/ 424 h 769"/>
                <a:gd name="T8" fmla="*/ 666 w 814"/>
                <a:gd name="T9" fmla="*/ 664 h 769"/>
                <a:gd name="T10" fmla="*/ 367 w 814"/>
                <a:gd name="T11" fmla="*/ 695 h 769"/>
                <a:gd name="T12" fmla="*/ 129 w 814"/>
                <a:gd name="T13" fmla="*/ 13 h 769"/>
                <a:gd name="T14" fmla="*/ 83 w 814"/>
                <a:gd name="T15" fmla="*/ 0 h 769"/>
                <a:gd name="T16" fmla="*/ 353 w 814"/>
                <a:gd name="T17" fmla="*/ 741 h 769"/>
                <a:gd name="T18" fmla="*/ 555 w 814"/>
                <a:gd name="T19" fmla="*/ 762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14" h="769">
                  <a:moveTo>
                    <a:pt x="555" y="762"/>
                  </a:moveTo>
                  <a:cubicBezTo>
                    <a:pt x="619" y="752"/>
                    <a:pt x="665" y="727"/>
                    <a:pt x="697" y="701"/>
                  </a:cubicBezTo>
                  <a:cubicBezTo>
                    <a:pt x="791" y="623"/>
                    <a:pt x="814" y="500"/>
                    <a:pt x="806" y="419"/>
                  </a:cubicBezTo>
                  <a:cubicBezTo>
                    <a:pt x="758" y="424"/>
                    <a:pt x="758" y="424"/>
                    <a:pt x="758" y="424"/>
                  </a:cubicBezTo>
                  <a:cubicBezTo>
                    <a:pt x="766" y="499"/>
                    <a:pt x="740" y="603"/>
                    <a:pt x="666" y="664"/>
                  </a:cubicBezTo>
                  <a:cubicBezTo>
                    <a:pt x="596" y="722"/>
                    <a:pt x="492" y="733"/>
                    <a:pt x="367" y="695"/>
                  </a:cubicBezTo>
                  <a:cubicBezTo>
                    <a:pt x="74" y="607"/>
                    <a:pt x="52" y="285"/>
                    <a:pt x="129" y="13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0" y="294"/>
                    <a:pt x="27" y="643"/>
                    <a:pt x="353" y="741"/>
                  </a:cubicBezTo>
                  <a:cubicBezTo>
                    <a:pt x="434" y="765"/>
                    <a:pt x="501" y="769"/>
                    <a:pt x="555" y="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7"/>
            <p:cNvSpPr>
              <a:spLocks/>
            </p:cNvSpPr>
            <p:nvPr/>
          </p:nvSpPr>
          <p:spPr bwMode="auto">
            <a:xfrm>
              <a:off x="7846838" y="5827952"/>
              <a:ext cx="646256" cy="578046"/>
            </a:xfrm>
            <a:custGeom>
              <a:avLst/>
              <a:gdLst>
                <a:gd name="T0" fmla="*/ 302 w 615"/>
                <a:gd name="T1" fmla="*/ 546 h 550"/>
                <a:gd name="T2" fmla="*/ 388 w 615"/>
                <a:gd name="T3" fmla="*/ 509 h 550"/>
                <a:gd name="T4" fmla="*/ 615 w 615"/>
                <a:gd name="T5" fmla="*/ 130 h 550"/>
                <a:gd name="T6" fmla="*/ 570 w 615"/>
                <a:gd name="T7" fmla="*/ 113 h 550"/>
                <a:gd name="T8" fmla="*/ 570 w 615"/>
                <a:gd name="T9" fmla="*/ 113 h 550"/>
                <a:gd name="T10" fmla="*/ 360 w 615"/>
                <a:gd name="T11" fmla="*/ 470 h 550"/>
                <a:gd name="T12" fmla="*/ 230 w 615"/>
                <a:gd name="T13" fmla="*/ 490 h 550"/>
                <a:gd name="T14" fmla="*/ 61 w 615"/>
                <a:gd name="T15" fmla="*/ 258 h 550"/>
                <a:gd name="T16" fmla="*/ 96 w 615"/>
                <a:gd name="T17" fmla="*/ 36 h 550"/>
                <a:gd name="T18" fmla="*/ 64 w 615"/>
                <a:gd name="T19" fmla="*/ 0 h 550"/>
                <a:gd name="T20" fmla="*/ 14 w 615"/>
                <a:gd name="T21" fmla="*/ 267 h 550"/>
                <a:gd name="T22" fmla="*/ 212 w 615"/>
                <a:gd name="T23" fmla="*/ 535 h 550"/>
                <a:gd name="T24" fmla="*/ 302 w 615"/>
                <a:gd name="T25" fmla="*/ 546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15" h="550">
                  <a:moveTo>
                    <a:pt x="302" y="546"/>
                  </a:moveTo>
                  <a:cubicBezTo>
                    <a:pt x="332" y="542"/>
                    <a:pt x="361" y="530"/>
                    <a:pt x="388" y="509"/>
                  </a:cubicBezTo>
                  <a:cubicBezTo>
                    <a:pt x="506" y="421"/>
                    <a:pt x="566" y="260"/>
                    <a:pt x="615" y="130"/>
                  </a:cubicBezTo>
                  <a:cubicBezTo>
                    <a:pt x="570" y="113"/>
                    <a:pt x="570" y="113"/>
                    <a:pt x="570" y="113"/>
                  </a:cubicBezTo>
                  <a:cubicBezTo>
                    <a:pt x="570" y="113"/>
                    <a:pt x="570" y="113"/>
                    <a:pt x="570" y="113"/>
                  </a:cubicBezTo>
                  <a:cubicBezTo>
                    <a:pt x="524" y="237"/>
                    <a:pt x="466" y="391"/>
                    <a:pt x="360" y="470"/>
                  </a:cubicBezTo>
                  <a:cubicBezTo>
                    <a:pt x="319" y="501"/>
                    <a:pt x="275" y="508"/>
                    <a:pt x="230" y="490"/>
                  </a:cubicBezTo>
                  <a:cubicBezTo>
                    <a:pt x="144" y="456"/>
                    <a:pt x="77" y="345"/>
                    <a:pt x="61" y="258"/>
                  </a:cubicBezTo>
                  <a:cubicBezTo>
                    <a:pt x="50" y="192"/>
                    <a:pt x="58" y="69"/>
                    <a:pt x="96" y="36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0" y="56"/>
                    <a:pt x="5" y="215"/>
                    <a:pt x="14" y="267"/>
                  </a:cubicBezTo>
                  <a:cubicBezTo>
                    <a:pt x="31" y="365"/>
                    <a:pt x="107" y="493"/>
                    <a:pt x="212" y="535"/>
                  </a:cubicBezTo>
                  <a:cubicBezTo>
                    <a:pt x="242" y="547"/>
                    <a:pt x="273" y="550"/>
                    <a:pt x="302" y="5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8"/>
            <p:cNvSpPr>
              <a:spLocks/>
            </p:cNvSpPr>
            <p:nvPr/>
          </p:nvSpPr>
          <p:spPr bwMode="auto">
            <a:xfrm>
              <a:off x="7111564" y="5760899"/>
              <a:ext cx="450876" cy="433535"/>
            </a:xfrm>
            <a:custGeom>
              <a:avLst/>
              <a:gdLst>
                <a:gd name="T0" fmla="*/ 257 w 429"/>
                <a:gd name="T1" fmla="*/ 403 h 412"/>
                <a:gd name="T2" fmla="*/ 429 w 429"/>
                <a:gd name="T3" fmla="*/ 349 h 412"/>
                <a:gd name="T4" fmla="*/ 409 w 429"/>
                <a:gd name="T5" fmla="*/ 305 h 412"/>
                <a:gd name="T6" fmla="*/ 137 w 429"/>
                <a:gd name="T7" fmla="*/ 332 h 412"/>
                <a:gd name="T8" fmla="*/ 153 w 429"/>
                <a:gd name="T9" fmla="*/ 19 h 412"/>
                <a:gd name="T10" fmla="*/ 109 w 429"/>
                <a:gd name="T11" fmla="*/ 0 h 412"/>
                <a:gd name="T12" fmla="*/ 103 w 429"/>
                <a:gd name="T13" fmla="*/ 366 h 412"/>
                <a:gd name="T14" fmla="*/ 257 w 429"/>
                <a:gd name="T15" fmla="*/ 403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9" h="412">
                  <a:moveTo>
                    <a:pt x="257" y="403"/>
                  </a:moveTo>
                  <a:cubicBezTo>
                    <a:pt x="305" y="396"/>
                    <a:pt x="362" y="378"/>
                    <a:pt x="429" y="349"/>
                  </a:cubicBezTo>
                  <a:cubicBezTo>
                    <a:pt x="409" y="305"/>
                    <a:pt x="409" y="305"/>
                    <a:pt x="409" y="305"/>
                  </a:cubicBezTo>
                  <a:cubicBezTo>
                    <a:pt x="274" y="364"/>
                    <a:pt x="179" y="373"/>
                    <a:pt x="137" y="332"/>
                  </a:cubicBezTo>
                  <a:cubicBezTo>
                    <a:pt x="70" y="266"/>
                    <a:pt x="126" y="84"/>
                    <a:pt x="153" y="19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05" y="11"/>
                    <a:pt x="0" y="265"/>
                    <a:pt x="103" y="366"/>
                  </a:cubicBezTo>
                  <a:cubicBezTo>
                    <a:pt x="138" y="400"/>
                    <a:pt x="189" y="412"/>
                    <a:pt x="257" y="40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9"/>
            <p:cNvSpPr>
              <a:spLocks/>
            </p:cNvSpPr>
            <p:nvPr/>
          </p:nvSpPr>
          <p:spPr bwMode="auto">
            <a:xfrm>
              <a:off x="7343938" y="6148190"/>
              <a:ext cx="745680" cy="351452"/>
            </a:xfrm>
            <a:custGeom>
              <a:avLst/>
              <a:gdLst>
                <a:gd name="T0" fmla="*/ 458 w 709"/>
                <a:gd name="T1" fmla="*/ 326 h 335"/>
                <a:gd name="T2" fmla="*/ 709 w 709"/>
                <a:gd name="T3" fmla="*/ 237 h 335"/>
                <a:gd name="T4" fmla="*/ 683 w 709"/>
                <a:gd name="T5" fmla="*/ 196 h 335"/>
                <a:gd name="T6" fmla="*/ 270 w 709"/>
                <a:gd name="T7" fmla="*/ 264 h 335"/>
                <a:gd name="T8" fmla="*/ 46 w 709"/>
                <a:gd name="T9" fmla="*/ 0 h 335"/>
                <a:gd name="T10" fmla="*/ 0 w 709"/>
                <a:gd name="T11" fmla="*/ 16 h 335"/>
                <a:gd name="T12" fmla="*/ 254 w 709"/>
                <a:gd name="T13" fmla="*/ 309 h 335"/>
                <a:gd name="T14" fmla="*/ 458 w 709"/>
                <a:gd name="T15" fmla="*/ 326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9" h="335">
                  <a:moveTo>
                    <a:pt x="458" y="326"/>
                  </a:moveTo>
                  <a:cubicBezTo>
                    <a:pt x="593" y="307"/>
                    <a:pt x="702" y="241"/>
                    <a:pt x="709" y="237"/>
                  </a:cubicBezTo>
                  <a:cubicBezTo>
                    <a:pt x="683" y="196"/>
                    <a:pt x="683" y="196"/>
                    <a:pt x="683" y="196"/>
                  </a:cubicBezTo>
                  <a:cubicBezTo>
                    <a:pt x="681" y="197"/>
                    <a:pt x="459" y="332"/>
                    <a:pt x="270" y="264"/>
                  </a:cubicBezTo>
                  <a:cubicBezTo>
                    <a:pt x="168" y="228"/>
                    <a:pt x="93" y="139"/>
                    <a:pt x="46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52" y="169"/>
                    <a:pt x="138" y="268"/>
                    <a:pt x="254" y="309"/>
                  </a:cubicBezTo>
                  <a:cubicBezTo>
                    <a:pt x="322" y="334"/>
                    <a:pt x="393" y="335"/>
                    <a:pt x="458" y="3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50"/>
            <p:cNvSpPr>
              <a:spLocks/>
            </p:cNvSpPr>
            <p:nvPr/>
          </p:nvSpPr>
          <p:spPr bwMode="auto">
            <a:xfrm>
              <a:off x="7842214" y="5474188"/>
              <a:ext cx="411569" cy="603480"/>
            </a:xfrm>
            <a:custGeom>
              <a:avLst/>
              <a:gdLst>
                <a:gd name="T0" fmla="*/ 121 w 391"/>
                <a:gd name="T1" fmla="*/ 125 h 574"/>
                <a:gd name="T2" fmla="*/ 161 w 391"/>
                <a:gd name="T3" fmla="*/ 2 h 574"/>
                <a:gd name="T4" fmla="*/ 113 w 391"/>
                <a:gd name="T5" fmla="*/ 0 h 574"/>
                <a:gd name="T6" fmla="*/ 0 w 391"/>
                <a:gd name="T7" fmla="*/ 154 h 574"/>
                <a:gd name="T8" fmla="*/ 9 w 391"/>
                <a:gd name="T9" fmla="*/ 201 h 574"/>
                <a:gd name="T10" fmla="*/ 89 w 391"/>
                <a:gd name="T11" fmla="*/ 161 h 574"/>
                <a:gd name="T12" fmla="*/ 279 w 391"/>
                <a:gd name="T13" fmla="*/ 560 h 574"/>
                <a:gd name="T14" fmla="*/ 325 w 391"/>
                <a:gd name="T15" fmla="*/ 574 h 574"/>
                <a:gd name="T16" fmla="*/ 121 w 391"/>
                <a:gd name="T17" fmla="*/ 125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1" h="574">
                  <a:moveTo>
                    <a:pt x="121" y="125"/>
                  </a:moveTo>
                  <a:cubicBezTo>
                    <a:pt x="148" y="83"/>
                    <a:pt x="159" y="34"/>
                    <a:pt x="161" y="2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5"/>
                    <a:pt x="104" y="134"/>
                    <a:pt x="0" y="154"/>
                  </a:cubicBezTo>
                  <a:cubicBezTo>
                    <a:pt x="9" y="201"/>
                    <a:pt x="9" y="201"/>
                    <a:pt x="9" y="201"/>
                  </a:cubicBezTo>
                  <a:cubicBezTo>
                    <a:pt x="42" y="195"/>
                    <a:pt x="68" y="180"/>
                    <a:pt x="89" y="161"/>
                  </a:cubicBezTo>
                  <a:cubicBezTo>
                    <a:pt x="334" y="364"/>
                    <a:pt x="282" y="552"/>
                    <a:pt x="279" y="560"/>
                  </a:cubicBezTo>
                  <a:cubicBezTo>
                    <a:pt x="325" y="574"/>
                    <a:pt x="325" y="574"/>
                    <a:pt x="325" y="574"/>
                  </a:cubicBezTo>
                  <a:cubicBezTo>
                    <a:pt x="328" y="565"/>
                    <a:pt x="391" y="349"/>
                    <a:pt x="121" y="1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52"/>
            <p:cNvSpPr>
              <a:spLocks/>
            </p:cNvSpPr>
            <p:nvPr/>
          </p:nvSpPr>
          <p:spPr bwMode="auto">
            <a:xfrm>
              <a:off x="7390181" y="5163200"/>
              <a:ext cx="437003" cy="627758"/>
            </a:xfrm>
            <a:custGeom>
              <a:avLst/>
              <a:gdLst>
                <a:gd name="T0" fmla="*/ 327 w 416"/>
                <a:gd name="T1" fmla="*/ 597 h 597"/>
                <a:gd name="T2" fmla="*/ 339 w 416"/>
                <a:gd name="T3" fmla="*/ 138 h 597"/>
                <a:gd name="T4" fmla="*/ 0 w 416"/>
                <a:gd name="T5" fmla="*/ 30 h 597"/>
                <a:gd name="T6" fmla="*/ 7 w 416"/>
                <a:gd name="T7" fmla="*/ 78 h 597"/>
                <a:gd name="T8" fmla="*/ 301 w 416"/>
                <a:gd name="T9" fmla="*/ 168 h 597"/>
                <a:gd name="T10" fmla="*/ 285 w 416"/>
                <a:gd name="T11" fmla="*/ 579 h 597"/>
                <a:gd name="T12" fmla="*/ 327 w 416"/>
                <a:gd name="T13" fmla="*/ 597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6" h="597">
                  <a:moveTo>
                    <a:pt x="327" y="597"/>
                  </a:moveTo>
                  <a:cubicBezTo>
                    <a:pt x="409" y="391"/>
                    <a:pt x="416" y="236"/>
                    <a:pt x="339" y="138"/>
                  </a:cubicBezTo>
                  <a:cubicBezTo>
                    <a:pt x="230" y="0"/>
                    <a:pt x="0" y="30"/>
                    <a:pt x="0" y="30"/>
                  </a:cubicBezTo>
                  <a:cubicBezTo>
                    <a:pt x="7" y="78"/>
                    <a:pt x="7" y="78"/>
                    <a:pt x="7" y="78"/>
                  </a:cubicBezTo>
                  <a:cubicBezTo>
                    <a:pt x="7" y="78"/>
                    <a:pt x="209" y="51"/>
                    <a:pt x="301" y="168"/>
                  </a:cubicBezTo>
                  <a:cubicBezTo>
                    <a:pt x="367" y="252"/>
                    <a:pt x="360" y="390"/>
                    <a:pt x="285" y="579"/>
                  </a:cubicBezTo>
                  <a:lnTo>
                    <a:pt x="327" y="5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3"/>
            <p:cNvSpPr>
              <a:spLocks/>
            </p:cNvSpPr>
            <p:nvPr/>
          </p:nvSpPr>
          <p:spPr bwMode="auto">
            <a:xfrm>
              <a:off x="7451455" y="5787490"/>
              <a:ext cx="384979" cy="530647"/>
            </a:xfrm>
            <a:custGeom>
              <a:avLst/>
              <a:gdLst>
                <a:gd name="T0" fmla="*/ 303 w 366"/>
                <a:gd name="T1" fmla="*/ 394 h 505"/>
                <a:gd name="T2" fmla="*/ 270 w 366"/>
                <a:gd name="T3" fmla="*/ 175 h 505"/>
                <a:gd name="T4" fmla="*/ 70 w 366"/>
                <a:gd name="T5" fmla="*/ 82 h 505"/>
                <a:gd name="T6" fmla="*/ 51 w 366"/>
                <a:gd name="T7" fmla="*/ 25 h 505"/>
                <a:gd name="T8" fmla="*/ 2 w 366"/>
                <a:gd name="T9" fmla="*/ 0 h 505"/>
                <a:gd name="T10" fmla="*/ 0 w 366"/>
                <a:gd name="T11" fmla="*/ 48 h 505"/>
                <a:gd name="T12" fmla="*/ 12 w 366"/>
                <a:gd name="T13" fmla="*/ 54 h 505"/>
                <a:gd name="T14" fmla="*/ 14 w 366"/>
                <a:gd name="T15" fmla="*/ 181 h 505"/>
                <a:gd name="T16" fmla="*/ 61 w 366"/>
                <a:gd name="T17" fmla="*/ 192 h 505"/>
                <a:gd name="T18" fmla="*/ 70 w 366"/>
                <a:gd name="T19" fmla="*/ 128 h 505"/>
                <a:gd name="T20" fmla="*/ 232 w 366"/>
                <a:gd name="T21" fmla="*/ 202 h 505"/>
                <a:gd name="T22" fmla="*/ 259 w 366"/>
                <a:gd name="T23" fmla="*/ 375 h 505"/>
                <a:gd name="T24" fmla="*/ 188 w 366"/>
                <a:gd name="T25" fmla="*/ 394 h 505"/>
                <a:gd name="T26" fmla="*/ 215 w 366"/>
                <a:gd name="T27" fmla="*/ 433 h 505"/>
                <a:gd name="T28" fmla="*/ 260 w 366"/>
                <a:gd name="T29" fmla="*/ 423 h 505"/>
                <a:gd name="T30" fmla="*/ 321 w 366"/>
                <a:gd name="T31" fmla="*/ 505 h 505"/>
                <a:gd name="T32" fmla="*/ 366 w 366"/>
                <a:gd name="T33" fmla="*/ 491 h 505"/>
                <a:gd name="T34" fmla="*/ 303 w 366"/>
                <a:gd name="T35" fmla="*/ 39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6" h="505">
                  <a:moveTo>
                    <a:pt x="303" y="394"/>
                  </a:moveTo>
                  <a:cubicBezTo>
                    <a:pt x="313" y="346"/>
                    <a:pt x="323" y="249"/>
                    <a:pt x="270" y="175"/>
                  </a:cubicBezTo>
                  <a:cubicBezTo>
                    <a:pt x="230" y="119"/>
                    <a:pt x="163" y="87"/>
                    <a:pt x="70" y="82"/>
                  </a:cubicBezTo>
                  <a:cubicBezTo>
                    <a:pt x="68" y="60"/>
                    <a:pt x="62" y="40"/>
                    <a:pt x="51" y="25"/>
                  </a:cubicBezTo>
                  <a:cubicBezTo>
                    <a:pt x="39" y="9"/>
                    <a:pt x="22" y="1"/>
                    <a:pt x="2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6" y="48"/>
                    <a:pt x="9" y="50"/>
                    <a:pt x="12" y="54"/>
                  </a:cubicBezTo>
                  <a:cubicBezTo>
                    <a:pt x="29" y="76"/>
                    <a:pt x="23" y="141"/>
                    <a:pt x="14" y="181"/>
                  </a:cubicBezTo>
                  <a:cubicBezTo>
                    <a:pt x="61" y="192"/>
                    <a:pt x="61" y="192"/>
                    <a:pt x="61" y="192"/>
                  </a:cubicBezTo>
                  <a:cubicBezTo>
                    <a:pt x="63" y="183"/>
                    <a:pt x="68" y="158"/>
                    <a:pt x="70" y="128"/>
                  </a:cubicBezTo>
                  <a:cubicBezTo>
                    <a:pt x="147" y="134"/>
                    <a:pt x="201" y="158"/>
                    <a:pt x="232" y="202"/>
                  </a:cubicBezTo>
                  <a:cubicBezTo>
                    <a:pt x="272" y="257"/>
                    <a:pt x="267" y="332"/>
                    <a:pt x="259" y="375"/>
                  </a:cubicBezTo>
                  <a:cubicBezTo>
                    <a:pt x="240" y="372"/>
                    <a:pt x="216" y="375"/>
                    <a:pt x="188" y="394"/>
                  </a:cubicBezTo>
                  <a:cubicBezTo>
                    <a:pt x="215" y="433"/>
                    <a:pt x="215" y="433"/>
                    <a:pt x="215" y="433"/>
                  </a:cubicBezTo>
                  <a:cubicBezTo>
                    <a:pt x="231" y="421"/>
                    <a:pt x="246" y="418"/>
                    <a:pt x="260" y="423"/>
                  </a:cubicBezTo>
                  <a:cubicBezTo>
                    <a:pt x="292" y="433"/>
                    <a:pt x="315" y="486"/>
                    <a:pt x="321" y="505"/>
                  </a:cubicBezTo>
                  <a:cubicBezTo>
                    <a:pt x="366" y="491"/>
                    <a:pt x="366" y="491"/>
                    <a:pt x="366" y="491"/>
                  </a:cubicBezTo>
                  <a:cubicBezTo>
                    <a:pt x="363" y="483"/>
                    <a:pt x="344" y="425"/>
                    <a:pt x="303" y="39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52" name="Straight Connector 51"/>
          <p:cNvCxnSpPr/>
          <p:nvPr/>
        </p:nvCxnSpPr>
        <p:spPr>
          <a:xfrm>
            <a:off x="5544179" y="3569254"/>
            <a:ext cx="1112112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6652778" y="3570888"/>
            <a:ext cx="743184" cy="743184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5544179" y="7596110"/>
            <a:ext cx="1112112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6656643" y="6749647"/>
            <a:ext cx="844159" cy="84319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 flipV="1">
            <a:off x="11471819" y="7596110"/>
            <a:ext cx="1112112" cy="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H="1" flipV="1">
            <a:off x="9880982" y="6008500"/>
            <a:ext cx="1590486" cy="1584343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75" idx="2"/>
          </p:cNvCxnSpPr>
          <p:nvPr/>
        </p:nvCxnSpPr>
        <p:spPr>
          <a:xfrm flipH="1">
            <a:off x="11471820" y="3566178"/>
            <a:ext cx="867248" cy="3076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>
            <a:off x="10625018" y="3570888"/>
            <a:ext cx="850314" cy="861281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5543088" y="3448913"/>
            <a:ext cx="244863" cy="24486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5543088" y="7470412"/>
            <a:ext cx="244863" cy="2448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12339068" y="7470412"/>
            <a:ext cx="244863" cy="24486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12339068" y="3443747"/>
            <a:ext cx="244863" cy="2448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3230236" y="3407726"/>
            <a:ext cx="3946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3230236" y="3802140"/>
            <a:ext cx="396048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5E3139-3F2D-4E31-B2D5-8E2C011F9035}"/>
              </a:ext>
            </a:extLst>
          </p:cNvPr>
          <p:cNvSpPr txBox="1"/>
          <p:nvPr/>
        </p:nvSpPr>
        <p:spPr>
          <a:xfrm>
            <a:off x="13230236" y="2691535"/>
            <a:ext cx="1651099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algn="just">
              <a:lnSpc>
                <a:spcPct val="130000"/>
              </a:lnSpc>
              <a:spcAft>
                <a:spcPts val="600"/>
              </a:spcAft>
              <a:defRPr sz="1000">
                <a:solidFill>
                  <a:schemeClr val="bg1">
                    <a:lumMod val="6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3200">
                <a:solidFill>
                  <a:schemeClr val="accent2"/>
                </a:solidFill>
                <a:latin typeface="Titillium Web SemiBold" panose="00000700000000000000" pitchFamily="2" charset="0"/>
              </a:rPr>
              <a:t>40</a:t>
            </a:r>
            <a:r>
              <a:rPr lang="id-ID" sz="3200">
                <a:solidFill>
                  <a:schemeClr val="accent2"/>
                </a:solidFill>
                <a:latin typeface="Titillium Web SemiBold" panose="00000700000000000000" pitchFamily="2" charset="0"/>
              </a:rPr>
              <a:t>%</a:t>
            </a:r>
            <a:endParaRPr lang="id-ID" sz="3200" dirty="0">
              <a:solidFill>
                <a:schemeClr val="accent2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3230236" y="7345943"/>
            <a:ext cx="3946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3230236" y="7740357"/>
            <a:ext cx="396048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F5E3139-3F2D-4E31-B2D5-8E2C011F9035}"/>
              </a:ext>
            </a:extLst>
          </p:cNvPr>
          <p:cNvSpPr txBox="1"/>
          <p:nvPr/>
        </p:nvSpPr>
        <p:spPr>
          <a:xfrm>
            <a:off x="13230236" y="6629752"/>
            <a:ext cx="1651099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algn="just">
              <a:lnSpc>
                <a:spcPct val="130000"/>
              </a:lnSpc>
              <a:spcAft>
                <a:spcPts val="600"/>
              </a:spcAft>
              <a:defRPr sz="1000">
                <a:solidFill>
                  <a:schemeClr val="bg1">
                    <a:lumMod val="6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sz="3200">
                <a:solidFill>
                  <a:schemeClr val="accent2"/>
                </a:solidFill>
                <a:latin typeface="Titillium Web SemiBold" panose="00000700000000000000" pitchFamily="2" charset="0"/>
              </a:rPr>
              <a:t>20</a:t>
            </a:r>
            <a:r>
              <a:rPr lang="id-ID" sz="3200">
                <a:solidFill>
                  <a:schemeClr val="accent2"/>
                </a:solidFill>
                <a:latin typeface="Titillium Web SemiBold" panose="00000700000000000000" pitchFamily="2" charset="0"/>
              </a:rPr>
              <a:t>%</a:t>
            </a:r>
            <a:endParaRPr lang="id-ID" sz="3200" dirty="0">
              <a:solidFill>
                <a:schemeClr val="accent2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112222" y="3407726"/>
            <a:ext cx="3946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098285" y="3802140"/>
            <a:ext cx="396048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F5E3139-3F2D-4E31-B2D5-8E2C011F9035}"/>
              </a:ext>
            </a:extLst>
          </p:cNvPr>
          <p:cNvSpPr txBox="1"/>
          <p:nvPr/>
        </p:nvSpPr>
        <p:spPr>
          <a:xfrm>
            <a:off x="3407670" y="2691535"/>
            <a:ext cx="1651099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algn="just">
              <a:lnSpc>
                <a:spcPct val="130000"/>
              </a:lnSpc>
              <a:spcAft>
                <a:spcPts val="600"/>
              </a:spcAft>
              <a:defRPr sz="1000">
                <a:solidFill>
                  <a:schemeClr val="bg1">
                    <a:lumMod val="6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r"/>
            <a:r>
              <a:rPr lang="en-US" sz="3200">
                <a:solidFill>
                  <a:schemeClr val="accent2"/>
                </a:solidFill>
                <a:latin typeface="Titillium Web SemiBold" panose="00000700000000000000" pitchFamily="2" charset="0"/>
              </a:rPr>
              <a:t>30</a:t>
            </a:r>
            <a:r>
              <a:rPr lang="id-ID" sz="3200">
                <a:solidFill>
                  <a:schemeClr val="accent2"/>
                </a:solidFill>
                <a:latin typeface="Titillium Web SemiBold" panose="00000700000000000000" pitchFamily="2" charset="0"/>
              </a:rPr>
              <a:t>%</a:t>
            </a:r>
            <a:endParaRPr lang="id-ID" sz="3200" dirty="0">
              <a:solidFill>
                <a:schemeClr val="accent2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112222" y="7345943"/>
            <a:ext cx="3946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098285" y="7740357"/>
            <a:ext cx="396048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ornare, viverra pellentesque. Morbi orci dui,tum.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F5E3139-3F2D-4E31-B2D5-8E2C011F9035}"/>
              </a:ext>
            </a:extLst>
          </p:cNvPr>
          <p:cNvSpPr txBox="1"/>
          <p:nvPr/>
        </p:nvSpPr>
        <p:spPr>
          <a:xfrm>
            <a:off x="3407670" y="6629752"/>
            <a:ext cx="1651099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 algn="just">
              <a:lnSpc>
                <a:spcPct val="130000"/>
              </a:lnSpc>
              <a:spcAft>
                <a:spcPts val="600"/>
              </a:spcAft>
              <a:defRPr sz="1000">
                <a:solidFill>
                  <a:schemeClr val="bg1">
                    <a:lumMod val="6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algn="r"/>
            <a:r>
              <a:rPr lang="en-US" sz="3200">
                <a:solidFill>
                  <a:schemeClr val="accent2"/>
                </a:solidFill>
                <a:latin typeface="Titillium Web SemiBold" panose="00000700000000000000" pitchFamily="2" charset="0"/>
              </a:rPr>
              <a:t>10</a:t>
            </a:r>
            <a:r>
              <a:rPr lang="id-ID" sz="3200">
                <a:solidFill>
                  <a:schemeClr val="accent2"/>
                </a:solidFill>
                <a:latin typeface="Titillium Web SemiBold" panose="00000700000000000000" pitchFamily="2" charset="0"/>
              </a:rPr>
              <a:t>%</a:t>
            </a:r>
            <a:endParaRPr lang="id-ID" sz="3200" dirty="0">
              <a:solidFill>
                <a:schemeClr val="accent2"/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289699" y="1101383"/>
            <a:ext cx="570861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Customer</a:t>
            </a:r>
            <a:endParaRPr lang="en-US" sz="3200" b="1"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Demands Infographic.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5531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5788321" y="1085523"/>
            <a:ext cx="6624320" cy="8479595"/>
            <a:chOff x="5831840" y="1085523"/>
            <a:chExt cx="6624320" cy="8479595"/>
          </a:xfrm>
        </p:grpSpPr>
        <p:sp>
          <p:nvSpPr>
            <p:cNvPr id="2" name="Freeform 7"/>
            <p:cNvSpPr/>
            <p:nvPr/>
          </p:nvSpPr>
          <p:spPr>
            <a:xfrm>
              <a:off x="5948807" y="7149323"/>
              <a:ext cx="6390386" cy="2415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06" y="5405"/>
                  </a:moveTo>
                  <a:lnTo>
                    <a:pt x="10796" y="0"/>
                  </a:lnTo>
                  <a:lnTo>
                    <a:pt x="5410" y="5405"/>
                  </a:lnTo>
                  <a:lnTo>
                    <a:pt x="0" y="10831"/>
                  </a:lnTo>
                  <a:lnTo>
                    <a:pt x="5410" y="16195"/>
                  </a:lnTo>
                  <a:lnTo>
                    <a:pt x="10796" y="21600"/>
                  </a:lnTo>
                  <a:lnTo>
                    <a:pt x="16206" y="16195"/>
                  </a:lnTo>
                  <a:lnTo>
                    <a:pt x="21600" y="10831"/>
                  </a:lnTo>
                  <a:lnTo>
                    <a:pt x="16206" y="5405"/>
                  </a:lnTo>
                  <a:close/>
                </a:path>
              </a:pathLst>
            </a:custGeom>
            <a:solidFill>
              <a:schemeClr val="bg2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3" name="Freeform 8"/>
            <p:cNvSpPr/>
            <p:nvPr/>
          </p:nvSpPr>
          <p:spPr>
            <a:xfrm>
              <a:off x="6352983" y="5741077"/>
              <a:ext cx="5584350" cy="22003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07" y="6003"/>
                  </a:moveTo>
                  <a:lnTo>
                    <a:pt x="10796" y="0"/>
                  </a:lnTo>
                  <a:lnTo>
                    <a:pt x="5169" y="5389"/>
                  </a:lnTo>
                  <a:lnTo>
                    <a:pt x="0" y="11209"/>
                  </a:lnTo>
                  <a:lnTo>
                    <a:pt x="5169" y="16189"/>
                  </a:lnTo>
                  <a:lnTo>
                    <a:pt x="10796" y="21600"/>
                  </a:lnTo>
                  <a:lnTo>
                    <a:pt x="16422" y="16189"/>
                  </a:lnTo>
                  <a:lnTo>
                    <a:pt x="21600" y="11277"/>
                  </a:lnTo>
                  <a:lnTo>
                    <a:pt x="16207" y="6003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4" name="Freeform 9"/>
            <p:cNvSpPr/>
            <p:nvPr/>
          </p:nvSpPr>
          <p:spPr>
            <a:xfrm>
              <a:off x="6932034" y="4877137"/>
              <a:ext cx="4423935" cy="1632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81" y="5362"/>
                  </a:moveTo>
                  <a:lnTo>
                    <a:pt x="10800" y="0"/>
                  </a:lnTo>
                  <a:lnTo>
                    <a:pt x="5519" y="5362"/>
                  </a:lnTo>
                  <a:lnTo>
                    <a:pt x="0" y="10540"/>
                  </a:lnTo>
                  <a:lnTo>
                    <a:pt x="5553" y="16177"/>
                  </a:lnTo>
                  <a:lnTo>
                    <a:pt x="10800" y="21600"/>
                  </a:lnTo>
                  <a:lnTo>
                    <a:pt x="15957" y="16269"/>
                  </a:lnTo>
                  <a:lnTo>
                    <a:pt x="21600" y="10540"/>
                  </a:lnTo>
                  <a:lnTo>
                    <a:pt x="16081" y="5362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5" name="Freeform 10"/>
            <p:cNvSpPr/>
            <p:nvPr/>
          </p:nvSpPr>
          <p:spPr>
            <a:xfrm>
              <a:off x="7518030" y="3874225"/>
              <a:ext cx="3256571" cy="12113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100" y="5369"/>
                  </a:moveTo>
                  <a:lnTo>
                    <a:pt x="10785" y="0"/>
                  </a:lnTo>
                  <a:lnTo>
                    <a:pt x="5515" y="5369"/>
                  </a:lnTo>
                  <a:lnTo>
                    <a:pt x="0" y="10573"/>
                  </a:lnTo>
                  <a:lnTo>
                    <a:pt x="5515" y="16148"/>
                  </a:lnTo>
                  <a:lnTo>
                    <a:pt x="10785" y="21600"/>
                  </a:lnTo>
                  <a:lnTo>
                    <a:pt x="16100" y="16148"/>
                  </a:lnTo>
                  <a:lnTo>
                    <a:pt x="21600" y="10573"/>
                  </a:lnTo>
                  <a:lnTo>
                    <a:pt x="16100" y="5369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6" name="Freeform 11"/>
            <p:cNvSpPr/>
            <p:nvPr/>
          </p:nvSpPr>
          <p:spPr>
            <a:xfrm>
              <a:off x="8106344" y="2889841"/>
              <a:ext cx="2082261" cy="752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026" y="4719"/>
                  </a:moveTo>
                  <a:lnTo>
                    <a:pt x="10764" y="0"/>
                  </a:lnTo>
                  <a:lnTo>
                    <a:pt x="5622" y="4918"/>
                  </a:lnTo>
                  <a:lnTo>
                    <a:pt x="0" y="10169"/>
                  </a:lnTo>
                  <a:lnTo>
                    <a:pt x="5622" y="16150"/>
                  </a:lnTo>
                  <a:lnTo>
                    <a:pt x="10764" y="21600"/>
                  </a:lnTo>
                  <a:lnTo>
                    <a:pt x="15906" y="16150"/>
                  </a:lnTo>
                  <a:lnTo>
                    <a:pt x="21600" y="10169"/>
                  </a:lnTo>
                  <a:lnTo>
                    <a:pt x="16026" y="4719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7" name="Freeform 12"/>
            <p:cNvSpPr/>
            <p:nvPr/>
          </p:nvSpPr>
          <p:spPr>
            <a:xfrm>
              <a:off x="6450265" y="5673908"/>
              <a:ext cx="2693735" cy="2024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8922"/>
                  </a:lnTo>
                  <a:lnTo>
                    <a:pt x="21266" y="8724"/>
                  </a:lnTo>
                  <a:lnTo>
                    <a:pt x="3919" y="0"/>
                  </a:lnTo>
                  <a:lnTo>
                    <a:pt x="3863" y="0"/>
                  </a:lnTo>
                  <a:lnTo>
                    <a:pt x="0" y="10751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8" name="Freeform 13"/>
            <p:cNvSpPr/>
            <p:nvPr/>
          </p:nvSpPr>
          <p:spPr>
            <a:xfrm>
              <a:off x="7617628" y="3244219"/>
              <a:ext cx="1526374" cy="15958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5392"/>
                  </a:lnTo>
                  <a:lnTo>
                    <a:pt x="21010" y="5141"/>
                  </a:lnTo>
                  <a:lnTo>
                    <a:pt x="6981" y="94"/>
                  </a:lnTo>
                  <a:lnTo>
                    <a:pt x="6916" y="0"/>
                  </a:lnTo>
                  <a:lnTo>
                    <a:pt x="0" y="13763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9" name="Freeform 14"/>
            <p:cNvSpPr/>
            <p:nvPr/>
          </p:nvSpPr>
          <p:spPr>
            <a:xfrm>
              <a:off x="7036262" y="4467171"/>
              <a:ext cx="2107738" cy="17996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7339"/>
                  </a:moveTo>
                  <a:lnTo>
                    <a:pt x="21220" y="7200"/>
                  </a:lnTo>
                  <a:lnTo>
                    <a:pt x="4937" y="0"/>
                  </a:lnTo>
                  <a:lnTo>
                    <a:pt x="0" y="11981"/>
                  </a:lnTo>
                  <a:lnTo>
                    <a:pt x="21600" y="21600"/>
                  </a:lnTo>
                  <a:lnTo>
                    <a:pt x="21600" y="7339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0" name="Freeform 15"/>
            <p:cNvSpPr/>
            <p:nvPr/>
          </p:nvSpPr>
          <p:spPr>
            <a:xfrm>
              <a:off x="8203624" y="1085523"/>
              <a:ext cx="940375" cy="23115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18289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1" name="Freeform 16"/>
            <p:cNvSpPr/>
            <p:nvPr/>
          </p:nvSpPr>
          <p:spPr>
            <a:xfrm>
              <a:off x="5831840" y="6882963"/>
              <a:ext cx="3312160" cy="2318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58" y="9753"/>
                  </a:moveTo>
                  <a:lnTo>
                    <a:pt x="3429" y="65"/>
                  </a:lnTo>
                  <a:lnTo>
                    <a:pt x="3399" y="0"/>
                  </a:lnTo>
                  <a:lnTo>
                    <a:pt x="0" y="9926"/>
                  </a:lnTo>
                  <a:lnTo>
                    <a:pt x="21600" y="21600"/>
                  </a:lnTo>
                  <a:lnTo>
                    <a:pt x="21600" y="9861"/>
                  </a:lnTo>
                  <a:lnTo>
                    <a:pt x="21358" y="9753"/>
                  </a:lnTo>
                  <a:close/>
                </a:path>
              </a:pathLst>
            </a:custGeom>
            <a:solidFill>
              <a:schemeClr val="accent5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2" name="Freeform 17"/>
            <p:cNvSpPr/>
            <p:nvPr/>
          </p:nvSpPr>
          <p:spPr>
            <a:xfrm>
              <a:off x="9144000" y="5664644"/>
              <a:ext cx="2700684" cy="2024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8922"/>
                  </a:lnTo>
                  <a:lnTo>
                    <a:pt x="352" y="8724"/>
                  </a:lnTo>
                  <a:lnTo>
                    <a:pt x="17691" y="0"/>
                  </a:lnTo>
                  <a:lnTo>
                    <a:pt x="21600" y="10751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3" name="Freeform 18"/>
            <p:cNvSpPr/>
            <p:nvPr/>
          </p:nvSpPr>
          <p:spPr>
            <a:xfrm>
              <a:off x="9144000" y="3244219"/>
              <a:ext cx="1533322" cy="15958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5392"/>
                  </a:lnTo>
                  <a:lnTo>
                    <a:pt x="620" y="5141"/>
                  </a:lnTo>
                  <a:lnTo>
                    <a:pt x="14552" y="94"/>
                  </a:lnTo>
                  <a:lnTo>
                    <a:pt x="14715" y="0"/>
                  </a:lnTo>
                  <a:lnTo>
                    <a:pt x="21600" y="13763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4" name="Freeform 19"/>
            <p:cNvSpPr/>
            <p:nvPr/>
          </p:nvSpPr>
          <p:spPr>
            <a:xfrm>
              <a:off x="9144000" y="4467171"/>
              <a:ext cx="2114687" cy="17996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7339"/>
                  </a:moveTo>
                  <a:lnTo>
                    <a:pt x="450" y="7200"/>
                  </a:lnTo>
                  <a:lnTo>
                    <a:pt x="16655" y="0"/>
                  </a:lnTo>
                  <a:lnTo>
                    <a:pt x="21600" y="11981"/>
                  </a:lnTo>
                  <a:lnTo>
                    <a:pt x="0" y="21600"/>
                  </a:lnTo>
                  <a:lnTo>
                    <a:pt x="0" y="7339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5" name="Freeform 20"/>
            <p:cNvSpPr/>
            <p:nvPr/>
          </p:nvSpPr>
          <p:spPr>
            <a:xfrm>
              <a:off x="9144000" y="1085523"/>
              <a:ext cx="940375" cy="23115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18289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6" name="Freeform 21"/>
            <p:cNvSpPr/>
            <p:nvPr/>
          </p:nvSpPr>
          <p:spPr>
            <a:xfrm>
              <a:off x="9144000" y="6873698"/>
              <a:ext cx="3312160" cy="23185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87" y="9753"/>
                  </a:moveTo>
                  <a:lnTo>
                    <a:pt x="18217" y="65"/>
                  </a:lnTo>
                  <a:lnTo>
                    <a:pt x="18247" y="0"/>
                  </a:lnTo>
                  <a:lnTo>
                    <a:pt x="21600" y="9926"/>
                  </a:lnTo>
                  <a:lnTo>
                    <a:pt x="0" y="21600"/>
                  </a:lnTo>
                  <a:lnTo>
                    <a:pt x="0" y="9861"/>
                  </a:lnTo>
                  <a:lnTo>
                    <a:pt x="287" y="9753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3739497" y="1106088"/>
            <a:ext cx="3451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739496" y="1424302"/>
            <a:ext cx="34512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3739497" y="2862777"/>
            <a:ext cx="3451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3739496" y="3180991"/>
            <a:ext cx="34512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3739497" y="4619466"/>
            <a:ext cx="3451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3739496" y="4937680"/>
            <a:ext cx="34512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3739497" y="6376155"/>
            <a:ext cx="3451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3739496" y="6694369"/>
            <a:ext cx="34512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17BC37-D48C-407B-8548-52330EB7A143}"/>
              </a:ext>
            </a:extLst>
          </p:cNvPr>
          <p:cNvSpPr txBox="1"/>
          <p:nvPr/>
        </p:nvSpPr>
        <p:spPr>
          <a:xfrm>
            <a:off x="13739497" y="8132842"/>
            <a:ext cx="3451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latin typeface="Titillium Web SemiBold" panose="00000700000000000000" pitchFamily="2" charset="0"/>
                <a:cs typeface="Poppins" panose="00000500000000000000" pitchFamily="2" charset="0"/>
              </a:rPr>
              <a:t>The Creation Tool your Brand</a:t>
            </a:r>
            <a:endParaRPr lang="en-ID" sz="1800">
              <a:latin typeface="Titillium Web SemiBold" panose="000007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3739496" y="8451056"/>
            <a:ext cx="34512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malesuada libero a orbi orci dui,tum eget lectus ornare.</a:t>
            </a:r>
          </a:p>
        </p:txBody>
      </p:sp>
      <p:sp>
        <p:nvSpPr>
          <p:cNvPr id="63" name="Google Shape;126;p7"/>
          <p:cNvSpPr/>
          <p:nvPr/>
        </p:nvSpPr>
        <p:spPr>
          <a:xfrm>
            <a:off x="13173099" y="1189216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5929" h="5947" extrusionOk="0">
                <a:moveTo>
                  <a:pt x="784" y="4940"/>
                </a:moveTo>
                <a:lnTo>
                  <a:pt x="839" y="4958"/>
                </a:lnTo>
                <a:lnTo>
                  <a:pt x="933" y="5014"/>
                </a:lnTo>
                <a:lnTo>
                  <a:pt x="989" y="5107"/>
                </a:lnTo>
                <a:lnTo>
                  <a:pt x="1007" y="5145"/>
                </a:lnTo>
                <a:lnTo>
                  <a:pt x="1007" y="5201"/>
                </a:lnTo>
                <a:lnTo>
                  <a:pt x="1007" y="5257"/>
                </a:lnTo>
                <a:lnTo>
                  <a:pt x="989" y="5313"/>
                </a:lnTo>
                <a:lnTo>
                  <a:pt x="933" y="5406"/>
                </a:lnTo>
                <a:lnTo>
                  <a:pt x="839" y="5462"/>
                </a:lnTo>
                <a:lnTo>
                  <a:pt x="784" y="5480"/>
                </a:lnTo>
                <a:lnTo>
                  <a:pt x="672" y="5480"/>
                </a:lnTo>
                <a:lnTo>
                  <a:pt x="634" y="5462"/>
                </a:lnTo>
                <a:lnTo>
                  <a:pt x="541" y="5406"/>
                </a:lnTo>
                <a:lnTo>
                  <a:pt x="485" y="5313"/>
                </a:lnTo>
                <a:lnTo>
                  <a:pt x="467" y="5257"/>
                </a:lnTo>
                <a:lnTo>
                  <a:pt x="448" y="5201"/>
                </a:lnTo>
                <a:lnTo>
                  <a:pt x="467" y="5145"/>
                </a:lnTo>
                <a:lnTo>
                  <a:pt x="485" y="5107"/>
                </a:lnTo>
                <a:lnTo>
                  <a:pt x="541" y="5014"/>
                </a:lnTo>
                <a:lnTo>
                  <a:pt x="634" y="4958"/>
                </a:lnTo>
                <a:lnTo>
                  <a:pt x="672" y="4940"/>
                </a:lnTo>
                <a:close/>
                <a:moveTo>
                  <a:pt x="206" y="2610"/>
                </a:moveTo>
                <a:lnTo>
                  <a:pt x="168" y="2628"/>
                </a:lnTo>
                <a:lnTo>
                  <a:pt x="75" y="2684"/>
                </a:lnTo>
                <a:lnTo>
                  <a:pt x="19" y="2777"/>
                </a:lnTo>
                <a:lnTo>
                  <a:pt x="1" y="2833"/>
                </a:lnTo>
                <a:lnTo>
                  <a:pt x="1" y="2889"/>
                </a:lnTo>
                <a:lnTo>
                  <a:pt x="1" y="5667"/>
                </a:lnTo>
                <a:lnTo>
                  <a:pt x="1" y="5723"/>
                </a:lnTo>
                <a:lnTo>
                  <a:pt x="19" y="5779"/>
                </a:lnTo>
                <a:lnTo>
                  <a:pt x="75" y="5872"/>
                </a:lnTo>
                <a:lnTo>
                  <a:pt x="168" y="5928"/>
                </a:lnTo>
                <a:lnTo>
                  <a:pt x="206" y="5946"/>
                </a:lnTo>
                <a:lnTo>
                  <a:pt x="1250" y="5946"/>
                </a:lnTo>
                <a:lnTo>
                  <a:pt x="1305" y="5928"/>
                </a:lnTo>
                <a:lnTo>
                  <a:pt x="1399" y="5872"/>
                </a:lnTo>
                <a:lnTo>
                  <a:pt x="1455" y="5779"/>
                </a:lnTo>
                <a:lnTo>
                  <a:pt x="1473" y="5723"/>
                </a:lnTo>
                <a:lnTo>
                  <a:pt x="1473" y="5667"/>
                </a:lnTo>
                <a:lnTo>
                  <a:pt x="1473" y="2889"/>
                </a:lnTo>
                <a:lnTo>
                  <a:pt x="1473" y="2833"/>
                </a:lnTo>
                <a:lnTo>
                  <a:pt x="1455" y="2777"/>
                </a:lnTo>
                <a:lnTo>
                  <a:pt x="1399" y="2684"/>
                </a:lnTo>
                <a:lnTo>
                  <a:pt x="1305" y="2628"/>
                </a:lnTo>
                <a:lnTo>
                  <a:pt x="1250" y="2610"/>
                </a:lnTo>
                <a:close/>
                <a:moveTo>
                  <a:pt x="3617" y="0"/>
                </a:moveTo>
                <a:lnTo>
                  <a:pt x="3524" y="19"/>
                </a:lnTo>
                <a:lnTo>
                  <a:pt x="3468" y="75"/>
                </a:lnTo>
                <a:lnTo>
                  <a:pt x="3393" y="168"/>
                </a:lnTo>
                <a:lnTo>
                  <a:pt x="3337" y="261"/>
                </a:lnTo>
                <a:lnTo>
                  <a:pt x="3263" y="485"/>
                </a:lnTo>
                <a:lnTo>
                  <a:pt x="3225" y="671"/>
                </a:lnTo>
                <a:lnTo>
                  <a:pt x="3169" y="858"/>
                </a:lnTo>
                <a:lnTo>
                  <a:pt x="3114" y="1044"/>
                </a:lnTo>
                <a:lnTo>
                  <a:pt x="3039" y="1212"/>
                </a:lnTo>
                <a:lnTo>
                  <a:pt x="2983" y="1286"/>
                </a:lnTo>
                <a:lnTo>
                  <a:pt x="2927" y="1361"/>
                </a:lnTo>
                <a:lnTo>
                  <a:pt x="2797" y="1510"/>
                </a:lnTo>
                <a:lnTo>
                  <a:pt x="2666" y="1659"/>
                </a:lnTo>
                <a:lnTo>
                  <a:pt x="2442" y="1995"/>
                </a:lnTo>
                <a:lnTo>
                  <a:pt x="2200" y="2330"/>
                </a:lnTo>
                <a:lnTo>
                  <a:pt x="2051" y="2498"/>
                </a:lnTo>
                <a:lnTo>
                  <a:pt x="1883" y="2666"/>
                </a:lnTo>
                <a:lnTo>
                  <a:pt x="1865" y="2722"/>
                </a:lnTo>
                <a:lnTo>
                  <a:pt x="1846" y="2777"/>
                </a:lnTo>
                <a:lnTo>
                  <a:pt x="1846" y="5257"/>
                </a:lnTo>
                <a:lnTo>
                  <a:pt x="1865" y="5313"/>
                </a:lnTo>
                <a:lnTo>
                  <a:pt x="1883" y="5350"/>
                </a:lnTo>
                <a:lnTo>
                  <a:pt x="1939" y="5387"/>
                </a:lnTo>
                <a:lnTo>
                  <a:pt x="1995" y="5387"/>
                </a:lnTo>
                <a:lnTo>
                  <a:pt x="2126" y="5406"/>
                </a:lnTo>
                <a:lnTo>
                  <a:pt x="2293" y="5462"/>
                </a:lnTo>
                <a:lnTo>
                  <a:pt x="2592" y="5573"/>
                </a:lnTo>
                <a:lnTo>
                  <a:pt x="2890" y="5704"/>
                </a:lnTo>
                <a:lnTo>
                  <a:pt x="3225" y="5816"/>
                </a:lnTo>
                <a:lnTo>
                  <a:pt x="3393" y="5872"/>
                </a:lnTo>
                <a:lnTo>
                  <a:pt x="3580" y="5909"/>
                </a:lnTo>
                <a:lnTo>
                  <a:pt x="3785" y="5946"/>
                </a:lnTo>
                <a:lnTo>
                  <a:pt x="4400" y="5946"/>
                </a:lnTo>
                <a:lnTo>
                  <a:pt x="4586" y="5928"/>
                </a:lnTo>
                <a:lnTo>
                  <a:pt x="4772" y="5909"/>
                </a:lnTo>
                <a:lnTo>
                  <a:pt x="4940" y="5853"/>
                </a:lnTo>
                <a:lnTo>
                  <a:pt x="5108" y="5797"/>
                </a:lnTo>
                <a:lnTo>
                  <a:pt x="5238" y="5723"/>
                </a:lnTo>
                <a:lnTo>
                  <a:pt x="5332" y="5611"/>
                </a:lnTo>
                <a:lnTo>
                  <a:pt x="5388" y="5499"/>
                </a:lnTo>
                <a:lnTo>
                  <a:pt x="5425" y="5368"/>
                </a:lnTo>
                <a:lnTo>
                  <a:pt x="5425" y="5238"/>
                </a:lnTo>
                <a:lnTo>
                  <a:pt x="5406" y="5089"/>
                </a:lnTo>
                <a:lnTo>
                  <a:pt x="5481" y="4996"/>
                </a:lnTo>
                <a:lnTo>
                  <a:pt x="5537" y="4902"/>
                </a:lnTo>
                <a:lnTo>
                  <a:pt x="5574" y="4809"/>
                </a:lnTo>
                <a:lnTo>
                  <a:pt x="5611" y="4697"/>
                </a:lnTo>
                <a:lnTo>
                  <a:pt x="5630" y="4567"/>
                </a:lnTo>
                <a:lnTo>
                  <a:pt x="5630" y="4455"/>
                </a:lnTo>
                <a:lnTo>
                  <a:pt x="5630" y="4325"/>
                </a:lnTo>
                <a:lnTo>
                  <a:pt x="5593" y="4213"/>
                </a:lnTo>
                <a:lnTo>
                  <a:pt x="5667" y="4101"/>
                </a:lnTo>
                <a:lnTo>
                  <a:pt x="5723" y="3989"/>
                </a:lnTo>
                <a:lnTo>
                  <a:pt x="5742" y="3877"/>
                </a:lnTo>
                <a:lnTo>
                  <a:pt x="5779" y="3747"/>
                </a:lnTo>
                <a:lnTo>
                  <a:pt x="5779" y="3635"/>
                </a:lnTo>
                <a:lnTo>
                  <a:pt x="5760" y="3523"/>
                </a:lnTo>
                <a:lnTo>
                  <a:pt x="5742" y="3393"/>
                </a:lnTo>
                <a:lnTo>
                  <a:pt x="5704" y="3299"/>
                </a:lnTo>
                <a:lnTo>
                  <a:pt x="5798" y="3169"/>
                </a:lnTo>
                <a:lnTo>
                  <a:pt x="5872" y="3038"/>
                </a:lnTo>
                <a:lnTo>
                  <a:pt x="5909" y="2889"/>
                </a:lnTo>
                <a:lnTo>
                  <a:pt x="5928" y="2722"/>
                </a:lnTo>
                <a:lnTo>
                  <a:pt x="5909" y="2591"/>
                </a:lnTo>
                <a:lnTo>
                  <a:pt x="5872" y="2461"/>
                </a:lnTo>
                <a:lnTo>
                  <a:pt x="5816" y="2349"/>
                </a:lnTo>
                <a:lnTo>
                  <a:pt x="5723" y="2256"/>
                </a:lnTo>
                <a:lnTo>
                  <a:pt x="5630" y="2162"/>
                </a:lnTo>
                <a:lnTo>
                  <a:pt x="5518" y="2106"/>
                </a:lnTo>
                <a:lnTo>
                  <a:pt x="5388" y="2069"/>
                </a:lnTo>
                <a:lnTo>
                  <a:pt x="5238" y="2051"/>
                </a:lnTo>
                <a:lnTo>
                  <a:pt x="4064" y="2051"/>
                </a:lnTo>
                <a:lnTo>
                  <a:pt x="4101" y="1920"/>
                </a:lnTo>
                <a:lnTo>
                  <a:pt x="4157" y="1808"/>
                </a:lnTo>
                <a:lnTo>
                  <a:pt x="4288" y="1566"/>
                </a:lnTo>
                <a:lnTo>
                  <a:pt x="4344" y="1435"/>
                </a:lnTo>
                <a:lnTo>
                  <a:pt x="4400" y="1286"/>
                </a:lnTo>
                <a:lnTo>
                  <a:pt x="4437" y="1119"/>
                </a:lnTo>
                <a:lnTo>
                  <a:pt x="4456" y="951"/>
                </a:lnTo>
                <a:lnTo>
                  <a:pt x="4437" y="802"/>
                </a:lnTo>
                <a:lnTo>
                  <a:pt x="4418" y="671"/>
                </a:lnTo>
                <a:lnTo>
                  <a:pt x="4400" y="541"/>
                </a:lnTo>
                <a:lnTo>
                  <a:pt x="4362" y="447"/>
                </a:lnTo>
                <a:lnTo>
                  <a:pt x="4306" y="354"/>
                </a:lnTo>
                <a:lnTo>
                  <a:pt x="4251" y="280"/>
                </a:lnTo>
                <a:lnTo>
                  <a:pt x="4195" y="205"/>
                </a:lnTo>
                <a:lnTo>
                  <a:pt x="4139" y="168"/>
                </a:lnTo>
                <a:lnTo>
                  <a:pt x="3990" y="75"/>
                </a:lnTo>
                <a:lnTo>
                  <a:pt x="3859" y="37"/>
                </a:lnTo>
                <a:lnTo>
                  <a:pt x="3729" y="19"/>
                </a:lnTo>
                <a:lnTo>
                  <a:pt x="36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Freeform 45"/>
          <p:cNvSpPr>
            <a:spLocks noEditPoints="1"/>
          </p:cNvSpPr>
          <p:nvPr/>
        </p:nvSpPr>
        <p:spPr bwMode="auto">
          <a:xfrm>
            <a:off x="13173099" y="2945905"/>
            <a:ext cx="347472" cy="347472"/>
          </a:xfrm>
          <a:custGeom>
            <a:avLst/>
            <a:gdLst>
              <a:gd name="T0" fmla="*/ 26 w 214"/>
              <a:gd name="T1" fmla="*/ 133 h 228"/>
              <a:gd name="T2" fmla="*/ 26 w 214"/>
              <a:gd name="T3" fmla="*/ 95 h 228"/>
              <a:gd name="T4" fmla="*/ 0 w 214"/>
              <a:gd name="T5" fmla="*/ 74 h 228"/>
              <a:gd name="T6" fmla="*/ 19 w 214"/>
              <a:gd name="T7" fmla="*/ 41 h 228"/>
              <a:gd name="T8" fmla="*/ 50 w 214"/>
              <a:gd name="T9" fmla="*/ 53 h 228"/>
              <a:gd name="T10" fmla="*/ 83 w 214"/>
              <a:gd name="T11" fmla="*/ 34 h 228"/>
              <a:gd name="T12" fmla="*/ 88 w 214"/>
              <a:gd name="T13" fmla="*/ 1 h 228"/>
              <a:gd name="T14" fmla="*/ 107 w 214"/>
              <a:gd name="T15" fmla="*/ 0 h 228"/>
              <a:gd name="T16" fmla="*/ 126 w 214"/>
              <a:gd name="T17" fmla="*/ 1 h 228"/>
              <a:gd name="T18" fmla="*/ 131 w 214"/>
              <a:gd name="T19" fmla="*/ 34 h 228"/>
              <a:gd name="T20" fmla="*/ 164 w 214"/>
              <a:gd name="T21" fmla="*/ 53 h 228"/>
              <a:gd name="T22" fmla="*/ 195 w 214"/>
              <a:gd name="T23" fmla="*/ 41 h 228"/>
              <a:gd name="T24" fmla="*/ 214 w 214"/>
              <a:gd name="T25" fmla="*/ 74 h 228"/>
              <a:gd name="T26" fmla="*/ 188 w 214"/>
              <a:gd name="T27" fmla="*/ 95 h 228"/>
              <a:gd name="T28" fmla="*/ 188 w 214"/>
              <a:gd name="T29" fmla="*/ 133 h 228"/>
              <a:gd name="T30" fmla="*/ 214 w 214"/>
              <a:gd name="T31" fmla="*/ 154 h 228"/>
              <a:gd name="T32" fmla="*/ 195 w 214"/>
              <a:gd name="T33" fmla="*/ 187 h 228"/>
              <a:gd name="T34" fmla="*/ 164 w 214"/>
              <a:gd name="T35" fmla="*/ 175 h 228"/>
              <a:gd name="T36" fmla="*/ 131 w 214"/>
              <a:gd name="T37" fmla="*/ 194 h 228"/>
              <a:gd name="T38" fmla="*/ 126 w 214"/>
              <a:gd name="T39" fmla="*/ 227 h 228"/>
              <a:gd name="T40" fmla="*/ 107 w 214"/>
              <a:gd name="T41" fmla="*/ 228 h 228"/>
              <a:gd name="T42" fmla="*/ 88 w 214"/>
              <a:gd name="T43" fmla="*/ 227 h 228"/>
              <a:gd name="T44" fmla="*/ 83 w 214"/>
              <a:gd name="T45" fmla="*/ 194 h 228"/>
              <a:gd name="T46" fmla="*/ 50 w 214"/>
              <a:gd name="T47" fmla="*/ 175 h 228"/>
              <a:gd name="T48" fmla="*/ 19 w 214"/>
              <a:gd name="T49" fmla="*/ 187 h 228"/>
              <a:gd name="T50" fmla="*/ 0 w 214"/>
              <a:gd name="T51" fmla="*/ 154 h 228"/>
              <a:gd name="T52" fmla="*/ 26 w 214"/>
              <a:gd name="T53" fmla="*/ 133 h 228"/>
              <a:gd name="T54" fmla="*/ 77 w 214"/>
              <a:gd name="T55" fmla="*/ 85 h 228"/>
              <a:gd name="T56" fmla="*/ 65 w 214"/>
              <a:gd name="T57" fmla="*/ 114 h 228"/>
              <a:gd name="T58" fmla="*/ 77 w 214"/>
              <a:gd name="T59" fmla="*/ 143 h 228"/>
              <a:gd name="T60" fmla="*/ 107 w 214"/>
              <a:gd name="T61" fmla="*/ 156 h 228"/>
              <a:gd name="T62" fmla="*/ 136 w 214"/>
              <a:gd name="T63" fmla="*/ 143 h 228"/>
              <a:gd name="T64" fmla="*/ 149 w 214"/>
              <a:gd name="T65" fmla="*/ 114 h 228"/>
              <a:gd name="T66" fmla="*/ 136 w 214"/>
              <a:gd name="T67" fmla="*/ 85 h 228"/>
              <a:gd name="T68" fmla="*/ 107 w 214"/>
              <a:gd name="T69" fmla="*/ 72 h 228"/>
              <a:gd name="T70" fmla="*/ 77 w 214"/>
              <a:gd name="T71" fmla="*/ 85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14" h="228">
                <a:moveTo>
                  <a:pt x="26" y="133"/>
                </a:moveTo>
                <a:cubicBezTo>
                  <a:pt x="23" y="120"/>
                  <a:pt x="23" y="108"/>
                  <a:pt x="26" y="95"/>
                </a:cubicBezTo>
                <a:cubicBezTo>
                  <a:pt x="0" y="74"/>
                  <a:pt x="0" y="74"/>
                  <a:pt x="0" y="74"/>
                </a:cubicBezTo>
                <a:cubicBezTo>
                  <a:pt x="4" y="62"/>
                  <a:pt x="11" y="51"/>
                  <a:pt x="19" y="41"/>
                </a:cubicBezTo>
                <a:cubicBezTo>
                  <a:pt x="50" y="53"/>
                  <a:pt x="50" y="53"/>
                  <a:pt x="50" y="53"/>
                </a:cubicBezTo>
                <a:cubicBezTo>
                  <a:pt x="59" y="45"/>
                  <a:pt x="70" y="38"/>
                  <a:pt x="83" y="34"/>
                </a:cubicBezTo>
                <a:cubicBezTo>
                  <a:pt x="88" y="1"/>
                  <a:pt x="88" y="1"/>
                  <a:pt x="88" y="1"/>
                </a:cubicBezTo>
                <a:cubicBezTo>
                  <a:pt x="94" y="0"/>
                  <a:pt x="101" y="0"/>
                  <a:pt x="107" y="0"/>
                </a:cubicBezTo>
                <a:cubicBezTo>
                  <a:pt x="113" y="0"/>
                  <a:pt x="119" y="0"/>
                  <a:pt x="126" y="1"/>
                </a:cubicBezTo>
                <a:cubicBezTo>
                  <a:pt x="131" y="34"/>
                  <a:pt x="131" y="34"/>
                  <a:pt x="131" y="34"/>
                </a:cubicBezTo>
                <a:cubicBezTo>
                  <a:pt x="144" y="38"/>
                  <a:pt x="155" y="45"/>
                  <a:pt x="164" y="53"/>
                </a:cubicBezTo>
                <a:cubicBezTo>
                  <a:pt x="195" y="41"/>
                  <a:pt x="195" y="41"/>
                  <a:pt x="195" y="41"/>
                </a:cubicBezTo>
                <a:cubicBezTo>
                  <a:pt x="203" y="51"/>
                  <a:pt x="210" y="62"/>
                  <a:pt x="214" y="74"/>
                </a:cubicBezTo>
                <a:cubicBezTo>
                  <a:pt x="188" y="95"/>
                  <a:pt x="188" y="95"/>
                  <a:pt x="188" y="95"/>
                </a:cubicBezTo>
                <a:cubicBezTo>
                  <a:pt x="191" y="108"/>
                  <a:pt x="191" y="120"/>
                  <a:pt x="188" y="133"/>
                </a:cubicBezTo>
                <a:cubicBezTo>
                  <a:pt x="214" y="154"/>
                  <a:pt x="214" y="154"/>
                  <a:pt x="214" y="154"/>
                </a:cubicBezTo>
                <a:cubicBezTo>
                  <a:pt x="210" y="166"/>
                  <a:pt x="203" y="177"/>
                  <a:pt x="195" y="187"/>
                </a:cubicBezTo>
                <a:cubicBezTo>
                  <a:pt x="164" y="175"/>
                  <a:pt x="164" y="175"/>
                  <a:pt x="164" y="175"/>
                </a:cubicBezTo>
                <a:cubicBezTo>
                  <a:pt x="155" y="183"/>
                  <a:pt x="144" y="190"/>
                  <a:pt x="131" y="194"/>
                </a:cubicBezTo>
                <a:cubicBezTo>
                  <a:pt x="126" y="227"/>
                  <a:pt x="126" y="227"/>
                  <a:pt x="126" y="227"/>
                </a:cubicBezTo>
                <a:cubicBezTo>
                  <a:pt x="119" y="228"/>
                  <a:pt x="113" y="228"/>
                  <a:pt x="107" y="228"/>
                </a:cubicBezTo>
                <a:cubicBezTo>
                  <a:pt x="101" y="228"/>
                  <a:pt x="94" y="228"/>
                  <a:pt x="88" y="227"/>
                </a:cubicBezTo>
                <a:cubicBezTo>
                  <a:pt x="83" y="194"/>
                  <a:pt x="83" y="194"/>
                  <a:pt x="83" y="194"/>
                </a:cubicBezTo>
                <a:cubicBezTo>
                  <a:pt x="70" y="190"/>
                  <a:pt x="59" y="183"/>
                  <a:pt x="50" y="175"/>
                </a:cubicBezTo>
                <a:cubicBezTo>
                  <a:pt x="19" y="187"/>
                  <a:pt x="19" y="187"/>
                  <a:pt x="19" y="187"/>
                </a:cubicBezTo>
                <a:cubicBezTo>
                  <a:pt x="11" y="177"/>
                  <a:pt x="4" y="166"/>
                  <a:pt x="0" y="154"/>
                </a:cubicBezTo>
                <a:lnTo>
                  <a:pt x="26" y="133"/>
                </a:lnTo>
                <a:close/>
                <a:moveTo>
                  <a:pt x="77" y="85"/>
                </a:moveTo>
                <a:cubicBezTo>
                  <a:pt x="69" y="93"/>
                  <a:pt x="65" y="103"/>
                  <a:pt x="65" y="114"/>
                </a:cubicBezTo>
                <a:cubicBezTo>
                  <a:pt x="65" y="126"/>
                  <a:pt x="69" y="135"/>
                  <a:pt x="77" y="143"/>
                </a:cubicBezTo>
                <a:cubicBezTo>
                  <a:pt x="86" y="152"/>
                  <a:pt x="95" y="156"/>
                  <a:pt x="107" y="156"/>
                </a:cubicBezTo>
                <a:cubicBezTo>
                  <a:pt x="118" y="156"/>
                  <a:pt x="128" y="152"/>
                  <a:pt x="136" y="143"/>
                </a:cubicBezTo>
                <a:cubicBezTo>
                  <a:pt x="145" y="135"/>
                  <a:pt x="149" y="125"/>
                  <a:pt x="149" y="114"/>
                </a:cubicBezTo>
                <a:cubicBezTo>
                  <a:pt x="149" y="103"/>
                  <a:pt x="145" y="93"/>
                  <a:pt x="136" y="85"/>
                </a:cubicBezTo>
                <a:cubicBezTo>
                  <a:pt x="128" y="76"/>
                  <a:pt x="118" y="72"/>
                  <a:pt x="107" y="72"/>
                </a:cubicBezTo>
                <a:cubicBezTo>
                  <a:pt x="96" y="72"/>
                  <a:pt x="86" y="76"/>
                  <a:pt x="77" y="8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65" name="Freeform 74"/>
          <p:cNvSpPr>
            <a:spLocks noEditPoints="1"/>
          </p:cNvSpPr>
          <p:nvPr/>
        </p:nvSpPr>
        <p:spPr bwMode="auto">
          <a:xfrm>
            <a:off x="13173099" y="4702594"/>
            <a:ext cx="347472" cy="347472"/>
          </a:xfrm>
          <a:custGeom>
            <a:avLst/>
            <a:gdLst>
              <a:gd name="T0" fmla="*/ 239 w 239"/>
              <a:gd name="T1" fmla="*/ 53 h 239"/>
              <a:gd name="T2" fmla="*/ 239 w 239"/>
              <a:gd name="T3" fmla="*/ 212 h 239"/>
              <a:gd name="T4" fmla="*/ 213 w 239"/>
              <a:gd name="T5" fmla="*/ 239 h 239"/>
              <a:gd name="T6" fmla="*/ 27 w 239"/>
              <a:gd name="T7" fmla="*/ 239 h 239"/>
              <a:gd name="T8" fmla="*/ 0 w 239"/>
              <a:gd name="T9" fmla="*/ 212 h 239"/>
              <a:gd name="T10" fmla="*/ 0 w 239"/>
              <a:gd name="T11" fmla="*/ 53 h 239"/>
              <a:gd name="T12" fmla="*/ 27 w 239"/>
              <a:gd name="T13" fmla="*/ 26 h 239"/>
              <a:gd name="T14" fmla="*/ 39 w 239"/>
              <a:gd name="T15" fmla="*/ 26 h 239"/>
              <a:gd name="T16" fmla="*/ 39 w 239"/>
              <a:gd name="T17" fmla="*/ 53 h 239"/>
              <a:gd name="T18" fmla="*/ 81 w 239"/>
              <a:gd name="T19" fmla="*/ 53 h 239"/>
              <a:gd name="T20" fmla="*/ 81 w 239"/>
              <a:gd name="T21" fmla="*/ 26 h 239"/>
              <a:gd name="T22" fmla="*/ 158 w 239"/>
              <a:gd name="T23" fmla="*/ 26 h 239"/>
              <a:gd name="T24" fmla="*/ 158 w 239"/>
              <a:gd name="T25" fmla="*/ 53 h 239"/>
              <a:gd name="T26" fmla="*/ 201 w 239"/>
              <a:gd name="T27" fmla="*/ 53 h 239"/>
              <a:gd name="T28" fmla="*/ 201 w 239"/>
              <a:gd name="T29" fmla="*/ 26 h 239"/>
              <a:gd name="T30" fmla="*/ 213 w 239"/>
              <a:gd name="T31" fmla="*/ 26 h 239"/>
              <a:gd name="T32" fmla="*/ 239 w 239"/>
              <a:gd name="T33" fmla="*/ 53 h 239"/>
              <a:gd name="T34" fmla="*/ 213 w 239"/>
              <a:gd name="T35" fmla="*/ 106 h 239"/>
              <a:gd name="T36" fmla="*/ 27 w 239"/>
              <a:gd name="T37" fmla="*/ 106 h 239"/>
              <a:gd name="T38" fmla="*/ 27 w 239"/>
              <a:gd name="T39" fmla="*/ 212 h 239"/>
              <a:gd name="T40" fmla="*/ 213 w 239"/>
              <a:gd name="T41" fmla="*/ 212 h 239"/>
              <a:gd name="T42" fmla="*/ 213 w 239"/>
              <a:gd name="T43" fmla="*/ 106 h 239"/>
              <a:gd name="T44" fmla="*/ 69 w 239"/>
              <a:gd name="T45" fmla="*/ 45 h 239"/>
              <a:gd name="T46" fmla="*/ 51 w 239"/>
              <a:gd name="T47" fmla="*/ 45 h 239"/>
              <a:gd name="T48" fmla="*/ 51 w 239"/>
              <a:gd name="T49" fmla="*/ 0 h 239"/>
              <a:gd name="T50" fmla="*/ 69 w 239"/>
              <a:gd name="T51" fmla="*/ 0 h 239"/>
              <a:gd name="T52" fmla="*/ 69 w 239"/>
              <a:gd name="T53" fmla="*/ 45 h 239"/>
              <a:gd name="T54" fmla="*/ 189 w 239"/>
              <a:gd name="T55" fmla="*/ 45 h 239"/>
              <a:gd name="T56" fmla="*/ 170 w 239"/>
              <a:gd name="T57" fmla="*/ 45 h 239"/>
              <a:gd name="T58" fmla="*/ 170 w 239"/>
              <a:gd name="T59" fmla="*/ 0 h 239"/>
              <a:gd name="T60" fmla="*/ 189 w 239"/>
              <a:gd name="T61" fmla="*/ 0 h 239"/>
              <a:gd name="T62" fmla="*/ 189 w 239"/>
              <a:gd name="T63" fmla="*/ 45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39" h="239">
                <a:moveTo>
                  <a:pt x="239" y="53"/>
                </a:moveTo>
                <a:cubicBezTo>
                  <a:pt x="239" y="212"/>
                  <a:pt x="239" y="212"/>
                  <a:pt x="239" y="212"/>
                </a:cubicBezTo>
                <a:cubicBezTo>
                  <a:pt x="239" y="227"/>
                  <a:pt x="227" y="239"/>
                  <a:pt x="213" y="239"/>
                </a:cubicBezTo>
                <a:cubicBezTo>
                  <a:pt x="27" y="239"/>
                  <a:pt x="27" y="239"/>
                  <a:pt x="27" y="239"/>
                </a:cubicBezTo>
                <a:cubicBezTo>
                  <a:pt x="12" y="239"/>
                  <a:pt x="0" y="227"/>
                  <a:pt x="0" y="212"/>
                </a:cubicBezTo>
                <a:cubicBezTo>
                  <a:pt x="0" y="53"/>
                  <a:pt x="0" y="53"/>
                  <a:pt x="0" y="53"/>
                </a:cubicBezTo>
                <a:cubicBezTo>
                  <a:pt x="0" y="38"/>
                  <a:pt x="12" y="26"/>
                  <a:pt x="27" y="26"/>
                </a:cubicBezTo>
                <a:cubicBezTo>
                  <a:pt x="39" y="26"/>
                  <a:pt x="39" y="26"/>
                  <a:pt x="39" y="26"/>
                </a:cubicBezTo>
                <a:cubicBezTo>
                  <a:pt x="39" y="53"/>
                  <a:pt x="39" y="53"/>
                  <a:pt x="39" y="53"/>
                </a:cubicBezTo>
                <a:cubicBezTo>
                  <a:pt x="81" y="53"/>
                  <a:pt x="81" y="53"/>
                  <a:pt x="81" y="53"/>
                </a:cubicBezTo>
                <a:cubicBezTo>
                  <a:pt x="81" y="26"/>
                  <a:pt x="81" y="26"/>
                  <a:pt x="81" y="26"/>
                </a:cubicBezTo>
                <a:cubicBezTo>
                  <a:pt x="158" y="26"/>
                  <a:pt x="158" y="26"/>
                  <a:pt x="158" y="26"/>
                </a:cubicBezTo>
                <a:cubicBezTo>
                  <a:pt x="158" y="53"/>
                  <a:pt x="158" y="53"/>
                  <a:pt x="158" y="53"/>
                </a:cubicBezTo>
                <a:cubicBezTo>
                  <a:pt x="201" y="53"/>
                  <a:pt x="201" y="53"/>
                  <a:pt x="201" y="53"/>
                </a:cubicBezTo>
                <a:cubicBezTo>
                  <a:pt x="201" y="26"/>
                  <a:pt x="201" y="26"/>
                  <a:pt x="201" y="26"/>
                </a:cubicBezTo>
                <a:cubicBezTo>
                  <a:pt x="213" y="26"/>
                  <a:pt x="213" y="26"/>
                  <a:pt x="213" y="26"/>
                </a:cubicBezTo>
                <a:cubicBezTo>
                  <a:pt x="227" y="26"/>
                  <a:pt x="239" y="38"/>
                  <a:pt x="239" y="53"/>
                </a:cubicBezTo>
                <a:close/>
                <a:moveTo>
                  <a:pt x="213" y="106"/>
                </a:moveTo>
                <a:cubicBezTo>
                  <a:pt x="27" y="106"/>
                  <a:pt x="27" y="106"/>
                  <a:pt x="27" y="106"/>
                </a:cubicBezTo>
                <a:cubicBezTo>
                  <a:pt x="27" y="212"/>
                  <a:pt x="27" y="212"/>
                  <a:pt x="27" y="212"/>
                </a:cubicBezTo>
                <a:cubicBezTo>
                  <a:pt x="213" y="212"/>
                  <a:pt x="213" y="212"/>
                  <a:pt x="213" y="212"/>
                </a:cubicBezTo>
                <a:lnTo>
                  <a:pt x="213" y="106"/>
                </a:lnTo>
                <a:close/>
                <a:moveTo>
                  <a:pt x="69" y="45"/>
                </a:moveTo>
                <a:cubicBezTo>
                  <a:pt x="51" y="45"/>
                  <a:pt x="51" y="45"/>
                  <a:pt x="51" y="45"/>
                </a:cubicBezTo>
                <a:cubicBezTo>
                  <a:pt x="51" y="0"/>
                  <a:pt x="51" y="0"/>
                  <a:pt x="51" y="0"/>
                </a:cubicBezTo>
                <a:cubicBezTo>
                  <a:pt x="69" y="0"/>
                  <a:pt x="69" y="0"/>
                  <a:pt x="69" y="0"/>
                </a:cubicBezTo>
                <a:lnTo>
                  <a:pt x="69" y="45"/>
                </a:lnTo>
                <a:close/>
                <a:moveTo>
                  <a:pt x="189" y="45"/>
                </a:moveTo>
                <a:cubicBezTo>
                  <a:pt x="170" y="45"/>
                  <a:pt x="170" y="45"/>
                  <a:pt x="170" y="45"/>
                </a:cubicBezTo>
                <a:cubicBezTo>
                  <a:pt x="170" y="0"/>
                  <a:pt x="170" y="0"/>
                  <a:pt x="170" y="0"/>
                </a:cubicBezTo>
                <a:cubicBezTo>
                  <a:pt x="189" y="0"/>
                  <a:pt x="189" y="0"/>
                  <a:pt x="189" y="0"/>
                </a:cubicBezTo>
                <a:lnTo>
                  <a:pt x="189" y="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66" name="Google Shape;76;p7"/>
          <p:cNvSpPr/>
          <p:nvPr/>
        </p:nvSpPr>
        <p:spPr>
          <a:xfrm>
            <a:off x="13173099" y="6459283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5947" h="5929" extrusionOk="0">
                <a:moveTo>
                  <a:pt x="4567" y="933"/>
                </a:moveTo>
                <a:lnTo>
                  <a:pt x="4679" y="970"/>
                </a:lnTo>
                <a:lnTo>
                  <a:pt x="4772" y="1026"/>
                </a:lnTo>
                <a:lnTo>
                  <a:pt x="4847" y="1082"/>
                </a:lnTo>
                <a:lnTo>
                  <a:pt x="4921" y="1175"/>
                </a:lnTo>
                <a:lnTo>
                  <a:pt x="4977" y="1268"/>
                </a:lnTo>
                <a:lnTo>
                  <a:pt x="4996" y="1362"/>
                </a:lnTo>
                <a:lnTo>
                  <a:pt x="5015" y="1474"/>
                </a:lnTo>
                <a:lnTo>
                  <a:pt x="4996" y="1585"/>
                </a:lnTo>
                <a:lnTo>
                  <a:pt x="4977" y="1697"/>
                </a:lnTo>
                <a:lnTo>
                  <a:pt x="4921" y="1790"/>
                </a:lnTo>
                <a:lnTo>
                  <a:pt x="4847" y="1884"/>
                </a:lnTo>
                <a:lnTo>
                  <a:pt x="4772" y="1940"/>
                </a:lnTo>
                <a:lnTo>
                  <a:pt x="4679" y="1995"/>
                </a:lnTo>
                <a:lnTo>
                  <a:pt x="4567" y="2033"/>
                </a:lnTo>
                <a:lnTo>
                  <a:pt x="4344" y="2033"/>
                </a:lnTo>
                <a:lnTo>
                  <a:pt x="4250" y="1995"/>
                </a:lnTo>
                <a:lnTo>
                  <a:pt x="4139" y="1940"/>
                </a:lnTo>
                <a:lnTo>
                  <a:pt x="4064" y="1884"/>
                </a:lnTo>
                <a:lnTo>
                  <a:pt x="3989" y="1790"/>
                </a:lnTo>
                <a:lnTo>
                  <a:pt x="3952" y="1697"/>
                </a:lnTo>
                <a:lnTo>
                  <a:pt x="3915" y="1585"/>
                </a:lnTo>
                <a:lnTo>
                  <a:pt x="3896" y="1474"/>
                </a:lnTo>
                <a:lnTo>
                  <a:pt x="3915" y="1362"/>
                </a:lnTo>
                <a:lnTo>
                  <a:pt x="3952" y="1268"/>
                </a:lnTo>
                <a:lnTo>
                  <a:pt x="3989" y="1175"/>
                </a:lnTo>
                <a:lnTo>
                  <a:pt x="4064" y="1082"/>
                </a:lnTo>
                <a:lnTo>
                  <a:pt x="4139" y="1026"/>
                </a:lnTo>
                <a:lnTo>
                  <a:pt x="4250" y="970"/>
                </a:lnTo>
                <a:lnTo>
                  <a:pt x="4344" y="933"/>
                </a:lnTo>
                <a:close/>
                <a:moveTo>
                  <a:pt x="3710" y="1"/>
                </a:moveTo>
                <a:lnTo>
                  <a:pt x="3505" y="38"/>
                </a:lnTo>
                <a:lnTo>
                  <a:pt x="3318" y="76"/>
                </a:lnTo>
                <a:lnTo>
                  <a:pt x="3132" y="150"/>
                </a:lnTo>
                <a:lnTo>
                  <a:pt x="2946" y="225"/>
                </a:lnTo>
                <a:lnTo>
                  <a:pt x="2778" y="336"/>
                </a:lnTo>
                <a:lnTo>
                  <a:pt x="2610" y="448"/>
                </a:lnTo>
                <a:lnTo>
                  <a:pt x="2461" y="579"/>
                </a:lnTo>
                <a:lnTo>
                  <a:pt x="2331" y="728"/>
                </a:lnTo>
                <a:lnTo>
                  <a:pt x="2219" y="877"/>
                </a:lnTo>
                <a:lnTo>
                  <a:pt x="2107" y="1045"/>
                </a:lnTo>
                <a:lnTo>
                  <a:pt x="2032" y="1231"/>
                </a:lnTo>
                <a:lnTo>
                  <a:pt x="1958" y="1418"/>
                </a:lnTo>
                <a:lnTo>
                  <a:pt x="1902" y="1604"/>
                </a:lnTo>
                <a:lnTo>
                  <a:pt x="1865" y="1809"/>
                </a:lnTo>
                <a:lnTo>
                  <a:pt x="1865" y="2014"/>
                </a:lnTo>
                <a:lnTo>
                  <a:pt x="1865" y="2182"/>
                </a:lnTo>
                <a:lnTo>
                  <a:pt x="1883" y="2350"/>
                </a:lnTo>
                <a:lnTo>
                  <a:pt x="1920" y="2517"/>
                </a:lnTo>
                <a:lnTo>
                  <a:pt x="1958" y="2666"/>
                </a:lnTo>
                <a:lnTo>
                  <a:pt x="94" y="4549"/>
                </a:lnTo>
                <a:lnTo>
                  <a:pt x="19" y="4642"/>
                </a:lnTo>
                <a:lnTo>
                  <a:pt x="1" y="4754"/>
                </a:lnTo>
                <a:lnTo>
                  <a:pt x="1" y="5649"/>
                </a:lnTo>
                <a:lnTo>
                  <a:pt x="1" y="5705"/>
                </a:lnTo>
                <a:lnTo>
                  <a:pt x="19" y="5761"/>
                </a:lnTo>
                <a:lnTo>
                  <a:pt x="94" y="5854"/>
                </a:lnTo>
                <a:lnTo>
                  <a:pt x="168" y="5910"/>
                </a:lnTo>
                <a:lnTo>
                  <a:pt x="224" y="5928"/>
                </a:lnTo>
                <a:lnTo>
                  <a:pt x="1641" y="5928"/>
                </a:lnTo>
                <a:lnTo>
                  <a:pt x="1697" y="5910"/>
                </a:lnTo>
                <a:lnTo>
                  <a:pt x="1771" y="5854"/>
                </a:lnTo>
                <a:lnTo>
                  <a:pt x="1846" y="5761"/>
                </a:lnTo>
                <a:lnTo>
                  <a:pt x="1846" y="5705"/>
                </a:lnTo>
                <a:lnTo>
                  <a:pt x="1865" y="5649"/>
                </a:lnTo>
                <a:lnTo>
                  <a:pt x="1865" y="5183"/>
                </a:lnTo>
                <a:lnTo>
                  <a:pt x="2386" y="5183"/>
                </a:lnTo>
                <a:lnTo>
                  <a:pt x="2424" y="5164"/>
                </a:lnTo>
                <a:lnTo>
                  <a:pt x="2517" y="5108"/>
                </a:lnTo>
                <a:lnTo>
                  <a:pt x="2573" y="5015"/>
                </a:lnTo>
                <a:lnTo>
                  <a:pt x="2592" y="4959"/>
                </a:lnTo>
                <a:lnTo>
                  <a:pt x="2610" y="4903"/>
                </a:lnTo>
                <a:lnTo>
                  <a:pt x="2610" y="4437"/>
                </a:lnTo>
                <a:lnTo>
                  <a:pt x="3095" y="4437"/>
                </a:lnTo>
                <a:lnTo>
                  <a:pt x="3151" y="4419"/>
                </a:lnTo>
                <a:lnTo>
                  <a:pt x="3207" y="4400"/>
                </a:lnTo>
                <a:lnTo>
                  <a:pt x="3244" y="4344"/>
                </a:lnTo>
                <a:lnTo>
                  <a:pt x="3523" y="4046"/>
                </a:lnTo>
                <a:lnTo>
                  <a:pt x="3710" y="4064"/>
                </a:lnTo>
                <a:lnTo>
                  <a:pt x="3896" y="4083"/>
                </a:lnTo>
                <a:lnTo>
                  <a:pt x="4101" y="4064"/>
                </a:lnTo>
                <a:lnTo>
                  <a:pt x="4306" y="4027"/>
                </a:lnTo>
                <a:lnTo>
                  <a:pt x="4511" y="3990"/>
                </a:lnTo>
                <a:lnTo>
                  <a:pt x="4698" y="3915"/>
                </a:lnTo>
                <a:lnTo>
                  <a:pt x="4884" y="3822"/>
                </a:lnTo>
                <a:lnTo>
                  <a:pt x="5052" y="3729"/>
                </a:lnTo>
                <a:lnTo>
                  <a:pt x="5201" y="3617"/>
                </a:lnTo>
                <a:lnTo>
                  <a:pt x="5350" y="3468"/>
                </a:lnTo>
                <a:lnTo>
                  <a:pt x="5481" y="3338"/>
                </a:lnTo>
                <a:lnTo>
                  <a:pt x="5593" y="3170"/>
                </a:lnTo>
                <a:lnTo>
                  <a:pt x="5704" y="3002"/>
                </a:lnTo>
                <a:lnTo>
                  <a:pt x="5779" y="2834"/>
                </a:lnTo>
                <a:lnTo>
                  <a:pt x="5853" y="2648"/>
                </a:lnTo>
                <a:lnTo>
                  <a:pt x="5909" y="2443"/>
                </a:lnTo>
                <a:lnTo>
                  <a:pt x="5928" y="2238"/>
                </a:lnTo>
                <a:lnTo>
                  <a:pt x="5947" y="2033"/>
                </a:lnTo>
                <a:lnTo>
                  <a:pt x="5928" y="1828"/>
                </a:lnTo>
                <a:lnTo>
                  <a:pt x="5909" y="1623"/>
                </a:lnTo>
                <a:lnTo>
                  <a:pt x="5853" y="1436"/>
                </a:lnTo>
                <a:lnTo>
                  <a:pt x="5779" y="1250"/>
                </a:lnTo>
                <a:lnTo>
                  <a:pt x="5704" y="1063"/>
                </a:lnTo>
                <a:lnTo>
                  <a:pt x="5593" y="896"/>
                </a:lnTo>
                <a:lnTo>
                  <a:pt x="5481" y="747"/>
                </a:lnTo>
                <a:lnTo>
                  <a:pt x="5350" y="597"/>
                </a:lnTo>
                <a:lnTo>
                  <a:pt x="5201" y="467"/>
                </a:lnTo>
                <a:lnTo>
                  <a:pt x="5052" y="336"/>
                </a:lnTo>
                <a:lnTo>
                  <a:pt x="4884" y="243"/>
                </a:lnTo>
                <a:lnTo>
                  <a:pt x="4716" y="150"/>
                </a:lnTo>
                <a:lnTo>
                  <a:pt x="4530" y="94"/>
                </a:lnTo>
                <a:lnTo>
                  <a:pt x="4325" y="38"/>
                </a:lnTo>
                <a:lnTo>
                  <a:pt x="412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238;p8"/>
          <p:cNvSpPr/>
          <p:nvPr/>
        </p:nvSpPr>
        <p:spPr>
          <a:xfrm>
            <a:off x="13173099" y="8215970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5947" h="5947" extrusionOk="0">
                <a:moveTo>
                  <a:pt x="1305" y="746"/>
                </a:moveTo>
                <a:lnTo>
                  <a:pt x="1417" y="764"/>
                </a:lnTo>
                <a:lnTo>
                  <a:pt x="1529" y="802"/>
                </a:lnTo>
                <a:lnTo>
                  <a:pt x="1622" y="858"/>
                </a:lnTo>
                <a:lnTo>
                  <a:pt x="1697" y="913"/>
                </a:lnTo>
                <a:lnTo>
                  <a:pt x="1771" y="1007"/>
                </a:lnTo>
                <a:lnTo>
                  <a:pt x="1808" y="1100"/>
                </a:lnTo>
                <a:lnTo>
                  <a:pt x="1846" y="1193"/>
                </a:lnTo>
                <a:lnTo>
                  <a:pt x="1864" y="1305"/>
                </a:lnTo>
                <a:lnTo>
                  <a:pt x="1846" y="1417"/>
                </a:lnTo>
                <a:lnTo>
                  <a:pt x="1808" y="1529"/>
                </a:lnTo>
                <a:lnTo>
                  <a:pt x="1771" y="1622"/>
                </a:lnTo>
                <a:lnTo>
                  <a:pt x="1697" y="1696"/>
                </a:lnTo>
                <a:lnTo>
                  <a:pt x="1622" y="1771"/>
                </a:lnTo>
                <a:lnTo>
                  <a:pt x="1529" y="1827"/>
                </a:lnTo>
                <a:lnTo>
                  <a:pt x="1417" y="1864"/>
                </a:lnTo>
                <a:lnTo>
                  <a:pt x="1193" y="1864"/>
                </a:lnTo>
                <a:lnTo>
                  <a:pt x="1081" y="1827"/>
                </a:lnTo>
                <a:lnTo>
                  <a:pt x="988" y="1771"/>
                </a:lnTo>
                <a:lnTo>
                  <a:pt x="914" y="1696"/>
                </a:lnTo>
                <a:lnTo>
                  <a:pt x="839" y="1622"/>
                </a:lnTo>
                <a:lnTo>
                  <a:pt x="783" y="1529"/>
                </a:lnTo>
                <a:lnTo>
                  <a:pt x="765" y="1417"/>
                </a:lnTo>
                <a:lnTo>
                  <a:pt x="746" y="1305"/>
                </a:lnTo>
                <a:lnTo>
                  <a:pt x="765" y="1193"/>
                </a:lnTo>
                <a:lnTo>
                  <a:pt x="783" y="1100"/>
                </a:lnTo>
                <a:lnTo>
                  <a:pt x="839" y="1007"/>
                </a:lnTo>
                <a:lnTo>
                  <a:pt x="914" y="913"/>
                </a:lnTo>
                <a:lnTo>
                  <a:pt x="988" y="858"/>
                </a:lnTo>
                <a:lnTo>
                  <a:pt x="1081" y="802"/>
                </a:lnTo>
                <a:lnTo>
                  <a:pt x="1193" y="764"/>
                </a:lnTo>
                <a:lnTo>
                  <a:pt x="1305" y="746"/>
                </a:lnTo>
                <a:close/>
                <a:moveTo>
                  <a:pt x="560" y="0"/>
                </a:moveTo>
                <a:lnTo>
                  <a:pt x="448" y="19"/>
                </a:lnTo>
                <a:lnTo>
                  <a:pt x="336" y="56"/>
                </a:lnTo>
                <a:lnTo>
                  <a:pt x="243" y="93"/>
                </a:lnTo>
                <a:lnTo>
                  <a:pt x="168" y="168"/>
                </a:lnTo>
                <a:lnTo>
                  <a:pt x="94" y="261"/>
                </a:lnTo>
                <a:lnTo>
                  <a:pt x="56" y="354"/>
                </a:lnTo>
                <a:lnTo>
                  <a:pt x="19" y="447"/>
                </a:lnTo>
                <a:lnTo>
                  <a:pt x="0" y="559"/>
                </a:lnTo>
                <a:lnTo>
                  <a:pt x="0" y="2927"/>
                </a:lnTo>
                <a:lnTo>
                  <a:pt x="19" y="3038"/>
                </a:lnTo>
                <a:lnTo>
                  <a:pt x="38" y="3150"/>
                </a:lnTo>
                <a:lnTo>
                  <a:pt x="94" y="3243"/>
                </a:lnTo>
                <a:lnTo>
                  <a:pt x="168" y="3318"/>
                </a:lnTo>
                <a:lnTo>
                  <a:pt x="2629" y="5779"/>
                </a:lnTo>
                <a:lnTo>
                  <a:pt x="2703" y="5853"/>
                </a:lnTo>
                <a:lnTo>
                  <a:pt x="2815" y="5909"/>
                </a:lnTo>
                <a:lnTo>
                  <a:pt x="2908" y="5928"/>
                </a:lnTo>
                <a:lnTo>
                  <a:pt x="3020" y="5946"/>
                </a:lnTo>
                <a:lnTo>
                  <a:pt x="3132" y="5928"/>
                </a:lnTo>
                <a:lnTo>
                  <a:pt x="3225" y="5909"/>
                </a:lnTo>
                <a:lnTo>
                  <a:pt x="3318" y="5853"/>
                </a:lnTo>
                <a:lnTo>
                  <a:pt x="3411" y="5779"/>
                </a:lnTo>
                <a:lnTo>
                  <a:pt x="5779" y="3411"/>
                </a:lnTo>
                <a:lnTo>
                  <a:pt x="5853" y="3337"/>
                </a:lnTo>
                <a:lnTo>
                  <a:pt x="5909" y="3225"/>
                </a:lnTo>
                <a:lnTo>
                  <a:pt x="5928" y="3132"/>
                </a:lnTo>
                <a:lnTo>
                  <a:pt x="5946" y="3020"/>
                </a:lnTo>
                <a:lnTo>
                  <a:pt x="5928" y="2908"/>
                </a:lnTo>
                <a:lnTo>
                  <a:pt x="5909" y="2815"/>
                </a:lnTo>
                <a:lnTo>
                  <a:pt x="5853" y="2722"/>
                </a:lnTo>
                <a:lnTo>
                  <a:pt x="5779" y="2628"/>
                </a:lnTo>
                <a:lnTo>
                  <a:pt x="3318" y="168"/>
                </a:lnTo>
                <a:lnTo>
                  <a:pt x="3244" y="93"/>
                </a:lnTo>
                <a:lnTo>
                  <a:pt x="3150" y="56"/>
                </a:lnTo>
                <a:lnTo>
                  <a:pt x="3039" y="19"/>
                </a:lnTo>
                <a:lnTo>
                  <a:pt x="2927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97280" y="3395864"/>
            <a:ext cx="3188693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About</a:t>
            </a:r>
            <a:endParaRPr lang="en-US" sz="3200" b="1">
              <a:latin typeface="Titillium Web Light" panose="000004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Infographic.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097279" y="5072064"/>
            <a:ext cx="3930583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80" y="1315070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3" name="Google Shape;93;p7"/>
          <p:cNvSpPr/>
          <p:nvPr/>
        </p:nvSpPr>
        <p:spPr>
          <a:xfrm>
            <a:off x="1332860" y="1550649"/>
            <a:ext cx="347472" cy="347472"/>
          </a:xfrm>
          <a:custGeom>
            <a:avLst/>
            <a:gdLst/>
            <a:ahLst/>
            <a:cxnLst/>
            <a:rect l="l" t="t" r="r" b="b"/>
            <a:pathLst>
              <a:path w="5928" h="5947" extrusionOk="0">
                <a:moveTo>
                  <a:pt x="3038" y="764"/>
                </a:moveTo>
                <a:lnTo>
                  <a:pt x="3113" y="783"/>
                </a:lnTo>
                <a:lnTo>
                  <a:pt x="3169" y="820"/>
                </a:lnTo>
                <a:lnTo>
                  <a:pt x="3225" y="858"/>
                </a:lnTo>
                <a:lnTo>
                  <a:pt x="3281" y="914"/>
                </a:lnTo>
                <a:lnTo>
                  <a:pt x="3299" y="988"/>
                </a:lnTo>
                <a:lnTo>
                  <a:pt x="3337" y="1044"/>
                </a:lnTo>
                <a:lnTo>
                  <a:pt x="3337" y="1119"/>
                </a:lnTo>
                <a:lnTo>
                  <a:pt x="3337" y="1193"/>
                </a:lnTo>
                <a:lnTo>
                  <a:pt x="3299" y="1268"/>
                </a:lnTo>
                <a:lnTo>
                  <a:pt x="3281" y="1342"/>
                </a:lnTo>
                <a:lnTo>
                  <a:pt x="3225" y="1398"/>
                </a:lnTo>
                <a:lnTo>
                  <a:pt x="3169" y="1435"/>
                </a:lnTo>
                <a:lnTo>
                  <a:pt x="3113" y="1473"/>
                </a:lnTo>
                <a:lnTo>
                  <a:pt x="3038" y="1491"/>
                </a:lnTo>
                <a:lnTo>
                  <a:pt x="2889" y="1491"/>
                </a:lnTo>
                <a:lnTo>
                  <a:pt x="2815" y="1473"/>
                </a:lnTo>
                <a:lnTo>
                  <a:pt x="2759" y="1435"/>
                </a:lnTo>
                <a:lnTo>
                  <a:pt x="2703" y="1398"/>
                </a:lnTo>
                <a:lnTo>
                  <a:pt x="2666" y="1342"/>
                </a:lnTo>
                <a:lnTo>
                  <a:pt x="2628" y="1268"/>
                </a:lnTo>
                <a:lnTo>
                  <a:pt x="2610" y="1193"/>
                </a:lnTo>
                <a:lnTo>
                  <a:pt x="2591" y="1119"/>
                </a:lnTo>
                <a:lnTo>
                  <a:pt x="2610" y="1044"/>
                </a:lnTo>
                <a:lnTo>
                  <a:pt x="2628" y="988"/>
                </a:lnTo>
                <a:lnTo>
                  <a:pt x="2666" y="914"/>
                </a:lnTo>
                <a:lnTo>
                  <a:pt x="2703" y="858"/>
                </a:lnTo>
                <a:lnTo>
                  <a:pt x="2759" y="820"/>
                </a:lnTo>
                <a:lnTo>
                  <a:pt x="2815" y="783"/>
                </a:lnTo>
                <a:lnTo>
                  <a:pt x="2889" y="764"/>
                </a:lnTo>
                <a:close/>
                <a:moveTo>
                  <a:pt x="1473" y="1491"/>
                </a:moveTo>
                <a:lnTo>
                  <a:pt x="1547" y="1510"/>
                </a:lnTo>
                <a:lnTo>
                  <a:pt x="1622" y="1529"/>
                </a:lnTo>
                <a:lnTo>
                  <a:pt x="1696" y="1566"/>
                </a:lnTo>
                <a:lnTo>
                  <a:pt x="1734" y="1603"/>
                </a:lnTo>
                <a:lnTo>
                  <a:pt x="1789" y="1659"/>
                </a:lnTo>
                <a:lnTo>
                  <a:pt x="1827" y="1734"/>
                </a:lnTo>
                <a:lnTo>
                  <a:pt x="1845" y="1790"/>
                </a:lnTo>
                <a:lnTo>
                  <a:pt x="1845" y="1864"/>
                </a:lnTo>
                <a:lnTo>
                  <a:pt x="1845" y="1939"/>
                </a:lnTo>
                <a:lnTo>
                  <a:pt x="1827" y="2013"/>
                </a:lnTo>
                <a:lnTo>
                  <a:pt x="1789" y="2069"/>
                </a:lnTo>
                <a:lnTo>
                  <a:pt x="1734" y="2125"/>
                </a:lnTo>
                <a:lnTo>
                  <a:pt x="1696" y="2181"/>
                </a:lnTo>
                <a:lnTo>
                  <a:pt x="1622" y="2218"/>
                </a:lnTo>
                <a:lnTo>
                  <a:pt x="1547" y="2237"/>
                </a:lnTo>
                <a:lnTo>
                  <a:pt x="1398" y="2237"/>
                </a:lnTo>
                <a:lnTo>
                  <a:pt x="1342" y="2218"/>
                </a:lnTo>
                <a:lnTo>
                  <a:pt x="1268" y="2181"/>
                </a:lnTo>
                <a:lnTo>
                  <a:pt x="1212" y="2125"/>
                </a:lnTo>
                <a:lnTo>
                  <a:pt x="1174" y="2069"/>
                </a:lnTo>
                <a:lnTo>
                  <a:pt x="1137" y="2013"/>
                </a:lnTo>
                <a:lnTo>
                  <a:pt x="1118" y="1939"/>
                </a:lnTo>
                <a:lnTo>
                  <a:pt x="1100" y="1864"/>
                </a:lnTo>
                <a:lnTo>
                  <a:pt x="1118" y="1790"/>
                </a:lnTo>
                <a:lnTo>
                  <a:pt x="1137" y="1734"/>
                </a:lnTo>
                <a:lnTo>
                  <a:pt x="1174" y="1659"/>
                </a:lnTo>
                <a:lnTo>
                  <a:pt x="1212" y="1603"/>
                </a:lnTo>
                <a:lnTo>
                  <a:pt x="1268" y="1566"/>
                </a:lnTo>
                <a:lnTo>
                  <a:pt x="1342" y="1529"/>
                </a:lnTo>
                <a:lnTo>
                  <a:pt x="1398" y="1510"/>
                </a:lnTo>
                <a:lnTo>
                  <a:pt x="1473" y="1491"/>
                </a:lnTo>
                <a:close/>
                <a:moveTo>
                  <a:pt x="4455" y="1491"/>
                </a:moveTo>
                <a:lnTo>
                  <a:pt x="4530" y="1510"/>
                </a:lnTo>
                <a:lnTo>
                  <a:pt x="4585" y="1529"/>
                </a:lnTo>
                <a:lnTo>
                  <a:pt x="4660" y="1566"/>
                </a:lnTo>
                <a:lnTo>
                  <a:pt x="4716" y="1603"/>
                </a:lnTo>
                <a:lnTo>
                  <a:pt x="4753" y="1659"/>
                </a:lnTo>
                <a:lnTo>
                  <a:pt x="4790" y="1734"/>
                </a:lnTo>
                <a:lnTo>
                  <a:pt x="4809" y="1790"/>
                </a:lnTo>
                <a:lnTo>
                  <a:pt x="4828" y="1864"/>
                </a:lnTo>
                <a:lnTo>
                  <a:pt x="4809" y="1939"/>
                </a:lnTo>
                <a:lnTo>
                  <a:pt x="4790" y="2013"/>
                </a:lnTo>
                <a:lnTo>
                  <a:pt x="4753" y="2069"/>
                </a:lnTo>
                <a:lnTo>
                  <a:pt x="4716" y="2125"/>
                </a:lnTo>
                <a:lnTo>
                  <a:pt x="4660" y="2181"/>
                </a:lnTo>
                <a:lnTo>
                  <a:pt x="4585" y="2218"/>
                </a:lnTo>
                <a:lnTo>
                  <a:pt x="4530" y="2237"/>
                </a:lnTo>
                <a:lnTo>
                  <a:pt x="4380" y="2237"/>
                </a:lnTo>
                <a:lnTo>
                  <a:pt x="4306" y="2218"/>
                </a:lnTo>
                <a:lnTo>
                  <a:pt x="4250" y="2181"/>
                </a:lnTo>
                <a:lnTo>
                  <a:pt x="4194" y="2125"/>
                </a:lnTo>
                <a:lnTo>
                  <a:pt x="4138" y="2069"/>
                </a:lnTo>
                <a:lnTo>
                  <a:pt x="4101" y="2013"/>
                </a:lnTo>
                <a:lnTo>
                  <a:pt x="4082" y="1939"/>
                </a:lnTo>
                <a:lnTo>
                  <a:pt x="4082" y="1864"/>
                </a:lnTo>
                <a:lnTo>
                  <a:pt x="4082" y="1790"/>
                </a:lnTo>
                <a:lnTo>
                  <a:pt x="4101" y="1734"/>
                </a:lnTo>
                <a:lnTo>
                  <a:pt x="4138" y="1659"/>
                </a:lnTo>
                <a:lnTo>
                  <a:pt x="4194" y="1603"/>
                </a:lnTo>
                <a:lnTo>
                  <a:pt x="4250" y="1566"/>
                </a:lnTo>
                <a:lnTo>
                  <a:pt x="4306" y="1529"/>
                </a:lnTo>
                <a:lnTo>
                  <a:pt x="4380" y="1510"/>
                </a:lnTo>
                <a:lnTo>
                  <a:pt x="4455" y="1491"/>
                </a:lnTo>
                <a:close/>
                <a:moveTo>
                  <a:pt x="1193" y="2983"/>
                </a:moveTo>
                <a:lnTo>
                  <a:pt x="1249" y="3020"/>
                </a:lnTo>
                <a:lnTo>
                  <a:pt x="1323" y="3039"/>
                </a:lnTo>
                <a:lnTo>
                  <a:pt x="1379" y="3094"/>
                </a:lnTo>
                <a:lnTo>
                  <a:pt x="1417" y="3150"/>
                </a:lnTo>
                <a:lnTo>
                  <a:pt x="1454" y="3206"/>
                </a:lnTo>
                <a:lnTo>
                  <a:pt x="1473" y="3281"/>
                </a:lnTo>
                <a:lnTo>
                  <a:pt x="1473" y="3355"/>
                </a:lnTo>
                <a:lnTo>
                  <a:pt x="1473" y="3430"/>
                </a:lnTo>
                <a:lnTo>
                  <a:pt x="1454" y="3505"/>
                </a:lnTo>
                <a:lnTo>
                  <a:pt x="1417" y="3560"/>
                </a:lnTo>
                <a:lnTo>
                  <a:pt x="1379" y="3616"/>
                </a:lnTo>
                <a:lnTo>
                  <a:pt x="1323" y="3654"/>
                </a:lnTo>
                <a:lnTo>
                  <a:pt x="1249" y="3691"/>
                </a:lnTo>
                <a:lnTo>
                  <a:pt x="1193" y="3710"/>
                </a:lnTo>
                <a:lnTo>
                  <a:pt x="1100" y="3728"/>
                </a:lnTo>
                <a:lnTo>
                  <a:pt x="1025" y="3710"/>
                </a:lnTo>
                <a:lnTo>
                  <a:pt x="969" y="3691"/>
                </a:lnTo>
                <a:lnTo>
                  <a:pt x="895" y="3654"/>
                </a:lnTo>
                <a:lnTo>
                  <a:pt x="839" y="3616"/>
                </a:lnTo>
                <a:lnTo>
                  <a:pt x="802" y="3560"/>
                </a:lnTo>
                <a:lnTo>
                  <a:pt x="764" y="3505"/>
                </a:lnTo>
                <a:lnTo>
                  <a:pt x="746" y="3430"/>
                </a:lnTo>
                <a:lnTo>
                  <a:pt x="746" y="3355"/>
                </a:lnTo>
                <a:lnTo>
                  <a:pt x="746" y="3281"/>
                </a:lnTo>
                <a:lnTo>
                  <a:pt x="764" y="3206"/>
                </a:lnTo>
                <a:lnTo>
                  <a:pt x="802" y="3150"/>
                </a:lnTo>
                <a:lnTo>
                  <a:pt x="839" y="3094"/>
                </a:lnTo>
                <a:lnTo>
                  <a:pt x="895" y="3039"/>
                </a:lnTo>
                <a:lnTo>
                  <a:pt x="969" y="3020"/>
                </a:lnTo>
                <a:lnTo>
                  <a:pt x="1025" y="2983"/>
                </a:lnTo>
                <a:close/>
                <a:moveTo>
                  <a:pt x="3057" y="0"/>
                </a:moveTo>
                <a:lnTo>
                  <a:pt x="2721" y="19"/>
                </a:lnTo>
                <a:lnTo>
                  <a:pt x="2367" y="75"/>
                </a:lnTo>
                <a:lnTo>
                  <a:pt x="2144" y="112"/>
                </a:lnTo>
                <a:lnTo>
                  <a:pt x="1939" y="187"/>
                </a:lnTo>
                <a:lnTo>
                  <a:pt x="1752" y="261"/>
                </a:lnTo>
                <a:lnTo>
                  <a:pt x="1547" y="354"/>
                </a:lnTo>
                <a:lnTo>
                  <a:pt x="1361" y="466"/>
                </a:lnTo>
                <a:lnTo>
                  <a:pt x="1193" y="597"/>
                </a:lnTo>
                <a:lnTo>
                  <a:pt x="1025" y="727"/>
                </a:lnTo>
                <a:lnTo>
                  <a:pt x="857" y="876"/>
                </a:lnTo>
                <a:lnTo>
                  <a:pt x="708" y="1025"/>
                </a:lnTo>
                <a:lnTo>
                  <a:pt x="578" y="1193"/>
                </a:lnTo>
                <a:lnTo>
                  <a:pt x="466" y="1361"/>
                </a:lnTo>
                <a:lnTo>
                  <a:pt x="354" y="1547"/>
                </a:lnTo>
                <a:lnTo>
                  <a:pt x="261" y="1752"/>
                </a:lnTo>
                <a:lnTo>
                  <a:pt x="168" y="1939"/>
                </a:lnTo>
                <a:lnTo>
                  <a:pt x="112" y="2162"/>
                </a:lnTo>
                <a:lnTo>
                  <a:pt x="56" y="2367"/>
                </a:lnTo>
                <a:lnTo>
                  <a:pt x="19" y="2573"/>
                </a:lnTo>
                <a:lnTo>
                  <a:pt x="0" y="2759"/>
                </a:lnTo>
                <a:lnTo>
                  <a:pt x="0" y="2964"/>
                </a:lnTo>
                <a:lnTo>
                  <a:pt x="0" y="3150"/>
                </a:lnTo>
                <a:lnTo>
                  <a:pt x="19" y="3337"/>
                </a:lnTo>
                <a:lnTo>
                  <a:pt x="56" y="3523"/>
                </a:lnTo>
                <a:lnTo>
                  <a:pt x="93" y="3691"/>
                </a:lnTo>
                <a:lnTo>
                  <a:pt x="131" y="3877"/>
                </a:lnTo>
                <a:lnTo>
                  <a:pt x="261" y="4194"/>
                </a:lnTo>
                <a:lnTo>
                  <a:pt x="429" y="4511"/>
                </a:lnTo>
                <a:lnTo>
                  <a:pt x="615" y="4791"/>
                </a:lnTo>
                <a:lnTo>
                  <a:pt x="839" y="5052"/>
                </a:lnTo>
                <a:lnTo>
                  <a:pt x="1081" y="5275"/>
                </a:lnTo>
                <a:lnTo>
                  <a:pt x="1342" y="5480"/>
                </a:lnTo>
                <a:lnTo>
                  <a:pt x="1622" y="5629"/>
                </a:lnTo>
                <a:lnTo>
                  <a:pt x="1901" y="5779"/>
                </a:lnTo>
                <a:lnTo>
                  <a:pt x="2200" y="5872"/>
                </a:lnTo>
                <a:lnTo>
                  <a:pt x="2479" y="5928"/>
                </a:lnTo>
                <a:lnTo>
                  <a:pt x="2777" y="5946"/>
                </a:lnTo>
                <a:lnTo>
                  <a:pt x="3057" y="5928"/>
                </a:lnTo>
                <a:lnTo>
                  <a:pt x="3150" y="5909"/>
                </a:lnTo>
                <a:lnTo>
                  <a:pt x="3225" y="5872"/>
                </a:lnTo>
                <a:lnTo>
                  <a:pt x="3374" y="5797"/>
                </a:lnTo>
                <a:lnTo>
                  <a:pt x="3486" y="5667"/>
                </a:lnTo>
                <a:lnTo>
                  <a:pt x="3560" y="5536"/>
                </a:lnTo>
                <a:lnTo>
                  <a:pt x="3616" y="5368"/>
                </a:lnTo>
                <a:lnTo>
                  <a:pt x="3635" y="5201"/>
                </a:lnTo>
                <a:lnTo>
                  <a:pt x="3616" y="5033"/>
                </a:lnTo>
                <a:lnTo>
                  <a:pt x="3560" y="4865"/>
                </a:lnTo>
                <a:lnTo>
                  <a:pt x="3504" y="4753"/>
                </a:lnTo>
                <a:lnTo>
                  <a:pt x="3486" y="4660"/>
                </a:lnTo>
                <a:lnTo>
                  <a:pt x="3467" y="4567"/>
                </a:lnTo>
                <a:lnTo>
                  <a:pt x="3467" y="4455"/>
                </a:lnTo>
                <a:lnTo>
                  <a:pt x="3486" y="4362"/>
                </a:lnTo>
                <a:lnTo>
                  <a:pt x="3504" y="4269"/>
                </a:lnTo>
                <a:lnTo>
                  <a:pt x="3542" y="4176"/>
                </a:lnTo>
                <a:lnTo>
                  <a:pt x="3579" y="4101"/>
                </a:lnTo>
                <a:lnTo>
                  <a:pt x="3635" y="4008"/>
                </a:lnTo>
                <a:lnTo>
                  <a:pt x="3709" y="3933"/>
                </a:lnTo>
                <a:lnTo>
                  <a:pt x="3784" y="3877"/>
                </a:lnTo>
                <a:lnTo>
                  <a:pt x="3858" y="3821"/>
                </a:lnTo>
                <a:lnTo>
                  <a:pt x="3952" y="3784"/>
                </a:lnTo>
                <a:lnTo>
                  <a:pt x="4045" y="3747"/>
                </a:lnTo>
                <a:lnTo>
                  <a:pt x="4157" y="3728"/>
                </a:lnTo>
                <a:lnTo>
                  <a:pt x="5182" y="3728"/>
                </a:lnTo>
                <a:lnTo>
                  <a:pt x="5331" y="3710"/>
                </a:lnTo>
                <a:lnTo>
                  <a:pt x="5480" y="3654"/>
                </a:lnTo>
                <a:lnTo>
                  <a:pt x="5611" y="3598"/>
                </a:lnTo>
                <a:lnTo>
                  <a:pt x="5722" y="3505"/>
                </a:lnTo>
                <a:lnTo>
                  <a:pt x="5797" y="3393"/>
                </a:lnTo>
                <a:lnTo>
                  <a:pt x="5872" y="3262"/>
                </a:lnTo>
                <a:lnTo>
                  <a:pt x="5928" y="3113"/>
                </a:lnTo>
                <a:lnTo>
                  <a:pt x="5928" y="2964"/>
                </a:lnTo>
                <a:lnTo>
                  <a:pt x="5909" y="2628"/>
                </a:lnTo>
                <a:lnTo>
                  <a:pt x="5853" y="2293"/>
                </a:lnTo>
                <a:lnTo>
                  <a:pt x="5760" y="1976"/>
                </a:lnTo>
                <a:lnTo>
                  <a:pt x="5648" y="1678"/>
                </a:lnTo>
                <a:lnTo>
                  <a:pt x="5480" y="1398"/>
                </a:lnTo>
                <a:lnTo>
                  <a:pt x="5312" y="1137"/>
                </a:lnTo>
                <a:lnTo>
                  <a:pt x="5089" y="914"/>
                </a:lnTo>
                <a:lnTo>
                  <a:pt x="4865" y="690"/>
                </a:lnTo>
                <a:lnTo>
                  <a:pt x="4604" y="503"/>
                </a:lnTo>
                <a:lnTo>
                  <a:pt x="4324" y="336"/>
                </a:lnTo>
                <a:lnTo>
                  <a:pt x="4026" y="205"/>
                </a:lnTo>
                <a:lnTo>
                  <a:pt x="3728" y="112"/>
                </a:lnTo>
                <a:lnTo>
                  <a:pt x="3392" y="37"/>
                </a:lnTo>
                <a:lnTo>
                  <a:pt x="305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1097281" y="7883374"/>
            <a:ext cx="1760219" cy="49893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4"/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</a:gradFill>
          <a:ln>
            <a:noFill/>
          </a:ln>
          <a:effectLst>
            <a:outerShdw blurRad="355600" dist="266700" dir="5400000" sx="88000" sy="88000" algn="t" rotWithShape="0">
              <a:schemeClr val="accent4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/>
          <p:cNvSpPr txBox="1"/>
          <p:nvPr/>
        </p:nvSpPr>
        <p:spPr>
          <a:xfrm>
            <a:off x="1368089" y="7963565"/>
            <a:ext cx="1218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MORE INFO</a:t>
            </a:r>
            <a:endParaRPr lang="en-US" sz="160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7095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03C1A3F6-41E5-4A00-8502-98977A8EB9DD}"/>
              </a:ext>
            </a:extLst>
          </p:cNvPr>
          <p:cNvSpPr>
            <a:spLocks/>
          </p:cNvSpPr>
          <p:nvPr/>
        </p:nvSpPr>
        <p:spPr bwMode="auto">
          <a:xfrm>
            <a:off x="9876990" y="530950"/>
            <a:ext cx="7229333" cy="9225100"/>
          </a:xfrm>
          <a:custGeom>
            <a:avLst/>
            <a:gdLst>
              <a:gd name="T0" fmla="*/ 1274 w 1968"/>
              <a:gd name="T1" fmla="*/ 218 h 2511"/>
              <a:gd name="T2" fmla="*/ 1773 w 1968"/>
              <a:gd name="T3" fmla="*/ 1244 h 2511"/>
              <a:gd name="T4" fmla="*/ 1724 w 1968"/>
              <a:gd name="T5" fmla="*/ 2198 h 2511"/>
              <a:gd name="T6" fmla="*/ 559 w 1968"/>
              <a:gd name="T7" fmla="*/ 2215 h 2511"/>
              <a:gd name="T8" fmla="*/ 31 w 1968"/>
              <a:gd name="T9" fmla="*/ 1267 h 2511"/>
              <a:gd name="T10" fmla="*/ 1274 w 1968"/>
              <a:gd name="T11" fmla="*/ 218 h 2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68" h="2511">
                <a:moveTo>
                  <a:pt x="1274" y="218"/>
                </a:moveTo>
                <a:cubicBezTo>
                  <a:pt x="1664" y="404"/>
                  <a:pt x="1579" y="853"/>
                  <a:pt x="1773" y="1244"/>
                </a:cubicBezTo>
                <a:cubicBezTo>
                  <a:pt x="1968" y="1636"/>
                  <a:pt x="1925" y="1977"/>
                  <a:pt x="1724" y="2198"/>
                </a:cubicBezTo>
                <a:cubicBezTo>
                  <a:pt x="1523" y="2419"/>
                  <a:pt x="1023" y="2511"/>
                  <a:pt x="559" y="2215"/>
                </a:cubicBezTo>
                <a:cubicBezTo>
                  <a:pt x="324" y="2066"/>
                  <a:pt x="0" y="1828"/>
                  <a:pt x="31" y="1267"/>
                </a:cubicBezTo>
                <a:cubicBezTo>
                  <a:pt x="67" y="642"/>
                  <a:pt x="819" y="0"/>
                  <a:pt x="1274" y="218"/>
                </a:cubicBezTo>
                <a:close/>
              </a:path>
            </a:pathLst>
          </a:custGeom>
          <a:gradFill>
            <a:gsLst>
              <a:gs pos="100000">
                <a:srgbClr val="00CCFF"/>
              </a:gs>
              <a:gs pos="5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l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79" y="7804725"/>
            <a:ext cx="64207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79" y="7473620"/>
            <a:ext cx="226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Let’s talk to business</a:t>
            </a:r>
            <a:endParaRPr lang="en-US" sz="1800" b="1">
              <a:solidFill>
                <a:schemeClr val="tx1">
                  <a:lumMod val="50000"/>
                  <a:lumOff val="50000"/>
                </a:schemeClr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4120170"/>
            <a:ext cx="671209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6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Minimalism Is The Pursuit</a:t>
            </a: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Of The Essence Of Things,</a:t>
            </a: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Not The Apperance.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80" y="2081908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Google Shape;132;p7"/>
          <p:cNvSpPr/>
          <p:nvPr/>
        </p:nvSpPr>
        <p:spPr>
          <a:xfrm>
            <a:off x="1332312" y="2335924"/>
            <a:ext cx="348568" cy="310598"/>
          </a:xfrm>
          <a:custGeom>
            <a:avLst/>
            <a:gdLst/>
            <a:ahLst/>
            <a:cxnLst/>
            <a:rect l="l" t="t" r="r" b="b"/>
            <a:pathLst>
              <a:path w="6674" h="5947" extrusionOk="0">
                <a:moveTo>
                  <a:pt x="1491" y="1491"/>
                </a:moveTo>
                <a:lnTo>
                  <a:pt x="1510" y="1771"/>
                </a:lnTo>
                <a:lnTo>
                  <a:pt x="1529" y="2032"/>
                </a:lnTo>
                <a:lnTo>
                  <a:pt x="1585" y="2274"/>
                </a:lnTo>
                <a:lnTo>
                  <a:pt x="1641" y="2498"/>
                </a:lnTo>
                <a:lnTo>
                  <a:pt x="1380" y="2386"/>
                </a:lnTo>
                <a:lnTo>
                  <a:pt x="1156" y="2237"/>
                </a:lnTo>
                <a:lnTo>
                  <a:pt x="970" y="2088"/>
                </a:lnTo>
                <a:lnTo>
                  <a:pt x="839" y="1939"/>
                </a:lnTo>
                <a:lnTo>
                  <a:pt x="764" y="1790"/>
                </a:lnTo>
                <a:lnTo>
                  <a:pt x="746" y="1678"/>
                </a:lnTo>
                <a:lnTo>
                  <a:pt x="746" y="1491"/>
                </a:lnTo>
                <a:close/>
                <a:moveTo>
                  <a:pt x="5928" y="1491"/>
                </a:moveTo>
                <a:lnTo>
                  <a:pt x="5928" y="1678"/>
                </a:lnTo>
                <a:lnTo>
                  <a:pt x="5928" y="1752"/>
                </a:lnTo>
                <a:lnTo>
                  <a:pt x="5909" y="1827"/>
                </a:lnTo>
                <a:lnTo>
                  <a:pt x="5816" y="1976"/>
                </a:lnTo>
                <a:lnTo>
                  <a:pt x="5685" y="2125"/>
                </a:lnTo>
                <a:lnTo>
                  <a:pt x="5536" y="2237"/>
                </a:lnTo>
                <a:lnTo>
                  <a:pt x="5294" y="2386"/>
                </a:lnTo>
                <a:lnTo>
                  <a:pt x="5052" y="2498"/>
                </a:lnTo>
                <a:lnTo>
                  <a:pt x="5089" y="2274"/>
                </a:lnTo>
                <a:lnTo>
                  <a:pt x="5145" y="2032"/>
                </a:lnTo>
                <a:lnTo>
                  <a:pt x="5182" y="1771"/>
                </a:lnTo>
                <a:lnTo>
                  <a:pt x="5182" y="1491"/>
                </a:lnTo>
                <a:close/>
                <a:moveTo>
                  <a:pt x="1752" y="0"/>
                </a:moveTo>
                <a:lnTo>
                  <a:pt x="1696" y="19"/>
                </a:lnTo>
                <a:lnTo>
                  <a:pt x="1659" y="37"/>
                </a:lnTo>
                <a:lnTo>
                  <a:pt x="1566" y="93"/>
                </a:lnTo>
                <a:lnTo>
                  <a:pt x="1510" y="168"/>
                </a:lnTo>
                <a:lnTo>
                  <a:pt x="1491" y="224"/>
                </a:lnTo>
                <a:lnTo>
                  <a:pt x="1473" y="280"/>
                </a:lnTo>
                <a:lnTo>
                  <a:pt x="1473" y="746"/>
                </a:lnTo>
                <a:lnTo>
                  <a:pt x="280" y="746"/>
                </a:lnTo>
                <a:lnTo>
                  <a:pt x="224" y="764"/>
                </a:lnTo>
                <a:lnTo>
                  <a:pt x="168" y="764"/>
                </a:lnTo>
                <a:lnTo>
                  <a:pt x="75" y="839"/>
                </a:lnTo>
                <a:lnTo>
                  <a:pt x="19" y="913"/>
                </a:lnTo>
                <a:lnTo>
                  <a:pt x="0" y="969"/>
                </a:lnTo>
                <a:lnTo>
                  <a:pt x="0" y="1025"/>
                </a:lnTo>
                <a:lnTo>
                  <a:pt x="0" y="1678"/>
                </a:lnTo>
                <a:lnTo>
                  <a:pt x="0" y="1827"/>
                </a:lnTo>
                <a:lnTo>
                  <a:pt x="38" y="1995"/>
                </a:lnTo>
                <a:lnTo>
                  <a:pt x="112" y="2144"/>
                </a:lnTo>
                <a:lnTo>
                  <a:pt x="187" y="2293"/>
                </a:lnTo>
                <a:lnTo>
                  <a:pt x="280" y="2442"/>
                </a:lnTo>
                <a:lnTo>
                  <a:pt x="410" y="2591"/>
                </a:lnTo>
                <a:lnTo>
                  <a:pt x="559" y="2722"/>
                </a:lnTo>
                <a:lnTo>
                  <a:pt x="709" y="2852"/>
                </a:lnTo>
                <a:lnTo>
                  <a:pt x="858" y="2945"/>
                </a:lnTo>
                <a:lnTo>
                  <a:pt x="1007" y="3020"/>
                </a:lnTo>
                <a:lnTo>
                  <a:pt x="1324" y="3169"/>
                </a:lnTo>
                <a:lnTo>
                  <a:pt x="1641" y="3262"/>
                </a:lnTo>
                <a:lnTo>
                  <a:pt x="1995" y="3337"/>
                </a:lnTo>
                <a:lnTo>
                  <a:pt x="2125" y="3542"/>
                </a:lnTo>
                <a:lnTo>
                  <a:pt x="2274" y="3709"/>
                </a:lnTo>
                <a:lnTo>
                  <a:pt x="2405" y="3859"/>
                </a:lnTo>
                <a:lnTo>
                  <a:pt x="2517" y="3989"/>
                </a:lnTo>
                <a:lnTo>
                  <a:pt x="2703" y="4138"/>
                </a:lnTo>
                <a:lnTo>
                  <a:pt x="2778" y="4175"/>
                </a:lnTo>
                <a:lnTo>
                  <a:pt x="2778" y="5014"/>
                </a:lnTo>
                <a:lnTo>
                  <a:pt x="2218" y="5014"/>
                </a:lnTo>
                <a:lnTo>
                  <a:pt x="2069" y="5033"/>
                </a:lnTo>
                <a:lnTo>
                  <a:pt x="1939" y="5070"/>
                </a:lnTo>
                <a:lnTo>
                  <a:pt x="1808" y="5107"/>
                </a:lnTo>
                <a:lnTo>
                  <a:pt x="1696" y="5182"/>
                </a:lnTo>
                <a:lnTo>
                  <a:pt x="1603" y="5275"/>
                </a:lnTo>
                <a:lnTo>
                  <a:pt x="1547" y="5387"/>
                </a:lnTo>
                <a:lnTo>
                  <a:pt x="1491" y="5518"/>
                </a:lnTo>
                <a:lnTo>
                  <a:pt x="1473" y="5667"/>
                </a:lnTo>
                <a:lnTo>
                  <a:pt x="1473" y="5816"/>
                </a:lnTo>
                <a:lnTo>
                  <a:pt x="1491" y="5853"/>
                </a:lnTo>
                <a:lnTo>
                  <a:pt x="1529" y="5909"/>
                </a:lnTo>
                <a:lnTo>
                  <a:pt x="1566" y="5928"/>
                </a:lnTo>
                <a:lnTo>
                  <a:pt x="1622" y="5946"/>
                </a:lnTo>
                <a:lnTo>
                  <a:pt x="5052" y="5946"/>
                </a:lnTo>
                <a:lnTo>
                  <a:pt x="5108" y="5928"/>
                </a:lnTo>
                <a:lnTo>
                  <a:pt x="5145" y="5909"/>
                </a:lnTo>
                <a:lnTo>
                  <a:pt x="5182" y="5853"/>
                </a:lnTo>
                <a:lnTo>
                  <a:pt x="5201" y="5816"/>
                </a:lnTo>
                <a:lnTo>
                  <a:pt x="5201" y="5667"/>
                </a:lnTo>
                <a:lnTo>
                  <a:pt x="5182" y="5518"/>
                </a:lnTo>
                <a:lnTo>
                  <a:pt x="5145" y="5387"/>
                </a:lnTo>
                <a:lnTo>
                  <a:pt x="5070" y="5275"/>
                </a:lnTo>
                <a:lnTo>
                  <a:pt x="4977" y="5182"/>
                </a:lnTo>
                <a:lnTo>
                  <a:pt x="4865" y="5107"/>
                </a:lnTo>
                <a:lnTo>
                  <a:pt x="4735" y="5070"/>
                </a:lnTo>
                <a:lnTo>
                  <a:pt x="4604" y="5033"/>
                </a:lnTo>
                <a:lnTo>
                  <a:pt x="4455" y="5014"/>
                </a:lnTo>
                <a:lnTo>
                  <a:pt x="3896" y="5014"/>
                </a:lnTo>
                <a:lnTo>
                  <a:pt x="3896" y="4175"/>
                </a:lnTo>
                <a:lnTo>
                  <a:pt x="3971" y="4138"/>
                </a:lnTo>
                <a:lnTo>
                  <a:pt x="4157" y="3989"/>
                </a:lnTo>
                <a:lnTo>
                  <a:pt x="4269" y="3859"/>
                </a:lnTo>
                <a:lnTo>
                  <a:pt x="4399" y="3709"/>
                </a:lnTo>
                <a:lnTo>
                  <a:pt x="4548" y="3542"/>
                </a:lnTo>
                <a:lnTo>
                  <a:pt x="4679" y="3337"/>
                </a:lnTo>
                <a:lnTo>
                  <a:pt x="5033" y="3262"/>
                </a:lnTo>
                <a:lnTo>
                  <a:pt x="5369" y="3169"/>
                </a:lnTo>
                <a:lnTo>
                  <a:pt x="5667" y="3020"/>
                </a:lnTo>
                <a:lnTo>
                  <a:pt x="5816" y="2945"/>
                </a:lnTo>
                <a:lnTo>
                  <a:pt x="5965" y="2852"/>
                </a:lnTo>
                <a:lnTo>
                  <a:pt x="6114" y="2722"/>
                </a:lnTo>
                <a:lnTo>
                  <a:pt x="6263" y="2591"/>
                </a:lnTo>
                <a:lnTo>
                  <a:pt x="6394" y="2442"/>
                </a:lnTo>
                <a:lnTo>
                  <a:pt x="6487" y="2293"/>
                </a:lnTo>
                <a:lnTo>
                  <a:pt x="6580" y="2144"/>
                </a:lnTo>
                <a:lnTo>
                  <a:pt x="6636" y="1995"/>
                </a:lnTo>
                <a:lnTo>
                  <a:pt x="6673" y="1827"/>
                </a:lnTo>
                <a:lnTo>
                  <a:pt x="6673" y="1678"/>
                </a:lnTo>
                <a:lnTo>
                  <a:pt x="6673" y="1025"/>
                </a:lnTo>
                <a:lnTo>
                  <a:pt x="6673" y="969"/>
                </a:lnTo>
                <a:lnTo>
                  <a:pt x="6655" y="913"/>
                </a:lnTo>
                <a:lnTo>
                  <a:pt x="6599" y="839"/>
                </a:lnTo>
                <a:lnTo>
                  <a:pt x="6506" y="764"/>
                </a:lnTo>
                <a:lnTo>
                  <a:pt x="6450" y="764"/>
                </a:lnTo>
                <a:lnTo>
                  <a:pt x="6394" y="746"/>
                </a:lnTo>
                <a:lnTo>
                  <a:pt x="5201" y="746"/>
                </a:lnTo>
                <a:lnTo>
                  <a:pt x="5201" y="280"/>
                </a:lnTo>
                <a:lnTo>
                  <a:pt x="5182" y="224"/>
                </a:lnTo>
                <a:lnTo>
                  <a:pt x="5163" y="168"/>
                </a:lnTo>
                <a:lnTo>
                  <a:pt x="5108" y="93"/>
                </a:lnTo>
                <a:lnTo>
                  <a:pt x="5033" y="37"/>
                </a:lnTo>
                <a:lnTo>
                  <a:pt x="4977" y="19"/>
                </a:lnTo>
                <a:lnTo>
                  <a:pt x="492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07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03C1A3F6-41E5-4A00-8502-98977A8EB9DD}"/>
              </a:ext>
            </a:extLst>
          </p:cNvPr>
          <p:cNvSpPr>
            <a:spLocks/>
          </p:cNvSpPr>
          <p:nvPr/>
        </p:nvSpPr>
        <p:spPr bwMode="auto">
          <a:xfrm rot="4500000">
            <a:off x="739388" y="-1"/>
            <a:ext cx="8061501" cy="10287001"/>
          </a:xfrm>
          <a:custGeom>
            <a:avLst/>
            <a:gdLst>
              <a:gd name="T0" fmla="*/ 1274 w 1968"/>
              <a:gd name="T1" fmla="*/ 218 h 2511"/>
              <a:gd name="T2" fmla="*/ 1773 w 1968"/>
              <a:gd name="T3" fmla="*/ 1244 h 2511"/>
              <a:gd name="T4" fmla="*/ 1724 w 1968"/>
              <a:gd name="T5" fmla="*/ 2198 h 2511"/>
              <a:gd name="T6" fmla="*/ 559 w 1968"/>
              <a:gd name="T7" fmla="*/ 2215 h 2511"/>
              <a:gd name="T8" fmla="*/ 31 w 1968"/>
              <a:gd name="T9" fmla="*/ 1267 h 2511"/>
              <a:gd name="T10" fmla="*/ 1274 w 1968"/>
              <a:gd name="T11" fmla="*/ 218 h 2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68" h="2511">
                <a:moveTo>
                  <a:pt x="1274" y="218"/>
                </a:moveTo>
                <a:cubicBezTo>
                  <a:pt x="1664" y="404"/>
                  <a:pt x="1579" y="853"/>
                  <a:pt x="1773" y="1244"/>
                </a:cubicBezTo>
                <a:cubicBezTo>
                  <a:pt x="1968" y="1636"/>
                  <a:pt x="1925" y="1977"/>
                  <a:pt x="1724" y="2198"/>
                </a:cubicBezTo>
                <a:cubicBezTo>
                  <a:pt x="1523" y="2419"/>
                  <a:pt x="1023" y="2511"/>
                  <a:pt x="559" y="2215"/>
                </a:cubicBezTo>
                <a:cubicBezTo>
                  <a:pt x="324" y="2066"/>
                  <a:pt x="0" y="1828"/>
                  <a:pt x="31" y="1267"/>
                </a:cubicBezTo>
                <a:cubicBezTo>
                  <a:pt x="67" y="642"/>
                  <a:pt x="819" y="0"/>
                  <a:pt x="1274" y="218"/>
                </a:cubicBezTo>
                <a:close/>
              </a:path>
            </a:pathLst>
          </a:custGeom>
          <a:gradFill>
            <a:gsLst>
              <a:gs pos="100000">
                <a:srgbClr val="00CCFF"/>
              </a:gs>
              <a:gs pos="5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l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78625" y="7028891"/>
            <a:ext cx="64207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400">
                <a:solidFill>
                  <a:schemeClr val="bg1">
                    <a:lumMod val="65000"/>
                  </a:schemeClr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8625" y="6697786"/>
            <a:ext cx="226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Let’s talk to business</a:t>
            </a:r>
            <a:endParaRPr lang="en-US" sz="1800" b="1">
              <a:solidFill>
                <a:schemeClr val="tx1">
                  <a:lumMod val="50000"/>
                  <a:lumOff val="50000"/>
                </a:schemeClr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78626" y="3344336"/>
            <a:ext cx="671209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6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Minimalism Is The Pursuit</a:t>
            </a: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Of The Essence Of Things,</a:t>
            </a: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Not The Apperance.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6372088" y="898733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132;p7"/>
          <p:cNvSpPr/>
          <p:nvPr/>
        </p:nvSpPr>
        <p:spPr>
          <a:xfrm>
            <a:off x="16607120" y="1152749"/>
            <a:ext cx="348568" cy="310598"/>
          </a:xfrm>
          <a:custGeom>
            <a:avLst/>
            <a:gdLst/>
            <a:ahLst/>
            <a:cxnLst/>
            <a:rect l="l" t="t" r="r" b="b"/>
            <a:pathLst>
              <a:path w="6674" h="5947" extrusionOk="0">
                <a:moveTo>
                  <a:pt x="1491" y="1491"/>
                </a:moveTo>
                <a:lnTo>
                  <a:pt x="1510" y="1771"/>
                </a:lnTo>
                <a:lnTo>
                  <a:pt x="1529" y="2032"/>
                </a:lnTo>
                <a:lnTo>
                  <a:pt x="1585" y="2274"/>
                </a:lnTo>
                <a:lnTo>
                  <a:pt x="1641" y="2498"/>
                </a:lnTo>
                <a:lnTo>
                  <a:pt x="1380" y="2386"/>
                </a:lnTo>
                <a:lnTo>
                  <a:pt x="1156" y="2237"/>
                </a:lnTo>
                <a:lnTo>
                  <a:pt x="970" y="2088"/>
                </a:lnTo>
                <a:lnTo>
                  <a:pt x="839" y="1939"/>
                </a:lnTo>
                <a:lnTo>
                  <a:pt x="764" y="1790"/>
                </a:lnTo>
                <a:lnTo>
                  <a:pt x="746" y="1678"/>
                </a:lnTo>
                <a:lnTo>
                  <a:pt x="746" y="1491"/>
                </a:lnTo>
                <a:close/>
                <a:moveTo>
                  <a:pt x="5928" y="1491"/>
                </a:moveTo>
                <a:lnTo>
                  <a:pt x="5928" y="1678"/>
                </a:lnTo>
                <a:lnTo>
                  <a:pt x="5928" y="1752"/>
                </a:lnTo>
                <a:lnTo>
                  <a:pt x="5909" y="1827"/>
                </a:lnTo>
                <a:lnTo>
                  <a:pt x="5816" y="1976"/>
                </a:lnTo>
                <a:lnTo>
                  <a:pt x="5685" y="2125"/>
                </a:lnTo>
                <a:lnTo>
                  <a:pt x="5536" y="2237"/>
                </a:lnTo>
                <a:lnTo>
                  <a:pt x="5294" y="2386"/>
                </a:lnTo>
                <a:lnTo>
                  <a:pt x="5052" y="2498"/>
                </a:lnTo>
                <a:lnTo>
                  <a:pt x="5089" y="2274"/>
                </a:lnTo>
                <a:lnTo>
                  <a:pt x="5145" y="2032"/>
                </a:lnTo>
                <a:lnTo>
                  <a:pt x="5182" y="1771"/>
                </a:lnTo>
                <a:lnTo>
                  <a:pt x="5182" y="1491"/>
                </a:lnTo>
                <a:close/>
                <a:moveTo>
                  <a:pt x="1752" y="0"/>
                </a:moveTo>
                <a:lnTo>
                  <a:pt x="1696" y="19"/>
                </a:lnTo>
                <a:lnTo>
                  <a:pt x="1659" y="37"/>
                </a:lnTo>
                <a:lnTo>
                  <a:pt x="1566" y="93"/>
                </a:lnTo>
                <a:lnTo>
                  <a:pt x="1510" y="168"/>
                </a:lnTo>
                <a:lnTo>
                  <a:pt x="1491" y="224"/>
                </a:lnTo>
                <a:lnTo>
                  <a:pt x="1473" y="280"/>
                </a:lnTo>
                <a:lnTo>
                  <a:pt x="1473" y="746"/>
                </a:lnTo>
                <a:lnTo>
                  <a:pt x="280" y="746"/>
                </a:lnTo>
                <a:lnTo>
                  <a:pt x="224" y="764"/>
                </a:lnTo>
                <a:lnTo>
                  <a:pt x="168" y="764"/>
                </a:lnTo>
                <a:lnTo>
                  <a:pt x="75" y="839"/>
                </a:lnTo>
                <a:lnTo>
                  <a:pt x="19" y="913"/>
                </a:lnTo>
                <a:lnTo>
                  <a:pt x="0" y="969"/>
                </a:lnTo>
                <a:lnTo>
                  <a:pt x="0" y="1025"/>
                </a:lnTo>
                <a:lnTo>
                  <a:pt x="0" y="1678"/>
                </a:lnTo>
                <a:lnTo>
                  <a:pt x="0" y="1827"/>
                </a:lnTo>
                <a:lnTo>
                  <a:pt x="38" y="1995"/>
                </a:lnTo>
                <a:lnTo>
                  <a:pt x="112" y="2144"/>
                </a:lnTo>
                <a:lnTo>
                  <a:pt x="187" y="2293"/>
                </a:lnTo>
                <a:lnTo>
                  <a:pt x="280" y="2442"/>
                </a:lnTo>
                <a:lnTo>
                  <a:pt x="410" y="2591"/>
                </a:lnTo>
                <a:lnTo>
                  <a:pt x="559" y="2722"/>
                </a:lnTo>
                <a:lnTo>
                  <a:pt x="709" y="2852"/>
                </a:lnTo>
                <a:lnTo>
                  <a:pt x="858" y="2945"/>
                </a:lnTo>
                <a:lnTo>
                  <a:pt x="1007" y="3020"/>
                </a:lnTo>
                <a:lnTo>
                  <a:pt x="1324" y="3169"/>
                </a:lnTo>
                <a:lnTo>
                  <a:pt x="1641" y="3262"/>
                </a:lnTo>
                <a:lnTo>
                  <a:pt x="1995" y="3337"/>
                </a:lnTo>
                <a:lnTo>
                  <a:pt x="2125" y="3542"/>
                </a:lnTo>
                <a:lnTo>
                  <a:pt x="2274" y="3709"/>
                </a:lnTo>
                <a:lnTo>
                  <a:pt x="2405" y="3859"/>
                </a:lnTo>
                <a:lnTo>
                  <a:pt x="2517" y="3989"/>
                </a:lnTo>
                <a:lnTo>
                  <a:pt x="2703" y="4138"/>
                </a:lnTo>
                <a:lnTo>
                  <a:pt x="2778" y="4175"/>
                </a:lnTo>
                <a:lnTo>
                  <a:pt x="2778" y="5014"/>
                </a:lnTo>
                <a:lnTo>
                  <a:pt x="2218" y="5014"/>
                </a:lnTo>
                <a:lnTo>
                  <a:pt x="2069" y="5033"/>
                </a:lnTo>
                <a:lnTo>
                  <a:pt x="1939" y="5070"/>
                </a:lnTo>
                <a:lnTo>
                  <a:pt x="1808" y="5107"/>
                </a:lnTo>
                <a:lnTo>
                  <a:pt x="1696" y="5182"/>
                </a:lnTo>
                <a:lnTo>
                  <a:pt x="1603" y="5275"/>
                </a:lnTo>
                <a:lnTo>
                  <a:pt x="1547" y="5387"/>
                </a:lnTo>
                <a:lnTo>
                  <a:pt x="1491" y="5518"/>
                </a:lnTo>
                <a:lnTo>
                  <a:pt x="1473" y="5667"/>
                </a:lnTo>
                <a:lnTo>
                  <a:pt x="1473" y="5816"/>
                </a:lnTo>
                <a:lnTo>
                  <a:pt x="1491" y="5853"/>
                </a:lnTo>
                <a:lnTo>
                  <a:pt x="1529" y="5909"/>
                </a:lnTo>
                <a:lnTo>
                  <a:pt x="1566" y="5928"/>
                </a:lnTo>
                <a:lnTo>
                  <a:pt x="1622" y="5946"/>
                </a:lnTo>
                <a:lnTo>
                  <a:pt x="5052" y="5946"/>
                </a:lnTo>
                <a:lnTo>
                  <a:pt x="5108" y="5928"/>
                </a:lnTo>
                <a:lnTo>
                  <a:pt x="5145" y="5909"/>
                </a:lnTo>
                <a:lnTo>
                  <a:pt x="5182" y="5853"/>
                </a:lnTo>
                <a:lnTo>
                  <a:pt x="5201" y="5816"/>
                </a:lnTo>
                <a:lnTo>
                  <a:pt x="5201" y="5667"/>
                </a:lnTo>
                <a:lnTo>
                  <a:pt x="5182" y="5518"/>
                </a:lnTo>
                <a:lnTo>
                  <a:pt x="5145" y="5387"/>
                </a:lnTo>
                <a:lnTo>
                  <a:pt x="5070" y="5275"/>
                </a:lnTo>
                <a:lnTo>
                  <a:pt x="4977" y="5182"/>
                </a:lnTo>
                <a:lnTo>
                  <a:pt x="4865" y="5107"/>
                </a:lnTo>
                <a:lnTo>
                  <a:pt x="4735" y="5070"/>
                </a:lnTo>
                <a:lnTo>
                  <a:pt x="4604" y="5033"/>
                </a:lnTo>
                <a:lnTo>
                  <a:pt x="4455" y="5014"/>
                </a:lnTo>
                <a:lnTo>
                  <a:pt x="3896" y="5014"/>
                </a:lnTo>
                <a:lnTo>
                  <a:pt x="3896" y="4175"/>
                </a:lnTo>
                <a:lnTo>
                  <a:pt x="3971" y="4138"/>
                </a:lnTo>
                <a:lnTo>
                  <a:pt x="4157" y="3989"/>
                </a:lnTo>
                <a:lnTo>
                  <a:pt x="4269" y="3859"/>
                </a:lnTo>
                <a:lnTo>
                  <a:pt x="4399" y="3709"/>
                </a:lnTo>
                <a:lnTo>
                  <a:pt x="4548" y="3542"/>
                </a:lnTo>
                <a:lnTo>
                  <a:pt x="4679" y="3337"/>
                </a:lnTo>
                <a:lnTo>
                  <a:pt x="5033" y="3262"/>
                </a:lnTo>
                <a:lnTo>
                  <a:pt x="5369" y="3169"/>
                </a:lnTo>
                <a:lnTo>
                  <a:pt x="5667" y="3020"/>
                </a:lnTo>
                <a:lnTo>
                  <a:pt x="5816" y="2945"/>
                </a:lnTo>
                <a:lnTo>
                  <a:pt x="5965" y="2852"/>
                </a:lnTo>
                <a:lnTo>
                  <a:pt x="6114" y="2722"/>
                </a:lnTo>
                <a:lnTo>
                  <a:pt x="6263" y="2591"/>
                </a:lnTo>
                <a:lnTo>
                  <a:pt x="6394" y="2442"/>
                </a:lnTo>
                <a:lnTo>
                  <a:pt x="6487" y="2293"/>
                </a:lnTo>
                <a:lnTo>
                  <a:pt x="6580" y="2144"/>
                </a:lnTo>
                <a:lnTo>
                  <a:pt x="6636" y="1995"/>
                </a:lnTo>
                <a:lnTo>
                  <a:pt x="6673" y="1827"/>
                </a:lnTo>
                <a:lnTo>
                  <a:pt x="6673" y="1678"/>
                </a:lnTo>
                <a:lnTo>
                  <a:pt x="6673" y="1025"/>
                </a:lnTo>
                <a:lnTo>
                  <a:pt x="6673" y="969"/>
                </a:lnTo>
                <a:lnTo>
                  <a:pt x="6655" y="913"/>
                </a:lnTo>
                <a:lnTo>
                  <a:pt x="6599" y="839"/>
                </a:lnTo>
                <a:lnTo>
                  <a:pt x="6506" y="764"/>
                </a:lnTo>
                <a:lnTo>
                  <a:pt x="6450" y="764"/>
                </a:lnTo>
                <a:lnTo>
                  <a:pt x="6394" y="746"/>
                </a:lnTo>
                <a:lnTo>
                  <a:pt x="5201" y="746"/>
                </a:lnTo>
                <a:lnTo>
                  <a:pt x="5201" y="280"/>
                </a:lnTo>
                <a:lnTo>
                  <a:pt x="5182" y="224"/>
                </a:lnTo>
                <a:lnTo>
                  <a:pt x="5163" y="168"/>
                </a:lnTo>
                <a:lnTo>
                  <a:pt x="5108" y="93"/>
                </a:lnTo>
                <a:lnTo>
                  <a:pt x="5033" y="37"/>
                </a:lnTo>
                <a:lnTo>
                  <a:pt x="4977" y="19"/>
                </a:lnTo>
                <a:lnTo>
                  <a:pt x="492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roup 30"/>
          <p:cNvGrpSpPr/>
          <p:nvPr/>
        </p:nvGrpSpPr>
        <p:grpSpPr>
          <a:xfrm>
            <a:off x="7406010" y="6388661"/>
            <a:ext cx="2220479" cy="2220482"/>
            <a:chOff x="9373906" y="986529"/>
            <a:chExt cx="1570320" cy="157032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5EF3771-26C0-4B0F-B501-E7BC6FB628A5}"/>
                </a:ext>
              </a:extLst>
            </p:cNvPr>
            <p:cNvSpPr/>
            <p:nvPr/>
          </p:nvSpPr>
          <p:spPr>
            <a:xfrm>
              <a:off x="9373906" y="986529"/>
              <a:ext cx="1570320" cy="1570322"/>
            </a:xfrm>
            <a:prstGeom prst="ellipse">
              <a:avLst/>
            </a:prstGeom>
            <a:gradFill>
              <a:gsLst>
                <a:gs pos="0">
                  <a:srgbClr val="E5FAFF"/>
                </a:gs>
                <a:gs pos="84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outerShdw blurRad="355600" dist="38100" dir="5400000" algn="t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5EF3771-26C0-4B0F-B501-E7BC6FB628A5}"/>
                </a:ext>
              </a:extLst>
            </p:cNvPr>
            <p:cNvSpPr/>
            <p:nvPr/>
          </p:nvSpPr>
          <p:spPr>
            <a:xfrm>
              <a:off x="9600626" y="1213249"/>
              <a:ext cx="1116879" cy="1116881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sp>
          <p:nvSpPr>
            <p:cNvPr id="23" name="Partial Circle 152">
              <a:extLst>
                <a:ext uri="{FF2B5EF4-FFF2-40B4-BE49-F238E27FC236}">
                  <a16:creationId xmlns:a16="http://schemas.microsoft.com/office/drawing/2014/main" id="{AC4D425F-333F-4824-8722-C9FCAB3ECAB6}"/>
                </a:ext>
              </a:extLst>
            </p:cNvPr>
            <p:cNvSpPr/>
            <p:nvPr/>
          </p:nvSpPr>
          <p:spPr>
            <a:xfrm>
              <a:off x="9600624" y="1213251"/>
              <a:ext cx="1116881" cy="1116878"/>
            </a:xfrm>
            <a:prstGeom prst="pie">
              <a:avLst>
                <a:gd name="adj1" fmla="val 1743233"/>
                <a:gd name="adj2" fmla="val 1620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0138C56-2E34-4276-94D4-BF924CACFBE8}"/>
                </a:ext>
              </a:extLst>
            </p:cNvPr>
            <p:cNvSpPr/>
            <p:nvPr/>
          </p:nvSpPr>
          <p:spPr>
            <a:xfrm>
              <a:off x="9764742" y="1377368"/>
              <a:ext cx="788643" cy="7886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schemeClr val="tx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+mj-lt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F5E3139-3F2D-4E31-B2D5-8E2C011F9035}"/>
                </a:ext>
              </a:extLst>
            </p:cNvPr>
            <p:cNvSpPr txBox="1"/>
            <p:nvPr/>
          </p:nvSpPr>
          <p:spPr>
            <a:xfrm>
              <a:off x="9820601" y="1540971"/>
              <a:ext cx="676925" cy="461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just">
                <a:lnSpc>
                  <a:spcPct val="130000"/>
                </a:lnSpc>
                <a:spcAft>
                  <a:spcPts val="600"/>
                </a:spcAft>
                <a:defRPr sz="1000">
                  <a:solidFill>
                    <a:schemeClr val="bg1">
                      <a:lumMod val="65000"/>
                    </a:schemeClr>
                  </a:solidFill>
                  <a:latin typeface="Open Sans Light" panose="020B0306030504020204" pitchFamily="34" charset="0"/>
                  <a:ea typeface="Open Sans Light" panose="020B0306030504020204" pitchFamily="34" charset="0"/>
                  <a:cs typeface="Open Sans Light" panose="020B0306030504020204" pitchFamily="34" charset="0"/>
                </a:defRPr>
              </a:lvl1pPr>
            </a:lstStyle>
            <a:p>
              <a:pPr algn="ctr"/>
              <a:r>
                <a:rPr lang="en-US" sz="28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40</a:t>
              </a:r>
              <a:r>
                <a:rPr lang="id-ID" sz="1600">
                  <a:solidFill>
                    <a:schemeClr val="tx1"/>
                  </a:solidFill>
                  <a:latin typeface="Titillium Web SemiBold" panose="00000700000000000000" pitchFamily="2" charset="0"/>
                </a:rPr>
                <a:t>%</a:t>
              </a:r>
              <a:endParaRPr lang="id-ID" sz="1600" dirty="0">
                <a:solidFill>
                  <a:schemeClr val="tx1"/>
                </a:solidFill>
                <a:latin typeface="Titillium Web SemiBold" panose="000007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38682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" y="2145128"/>
            <a:ext cx="4025461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Get In Touch</a:t>
            </a:r>
            <a:r>
              <a:rPr lang="en-US" sz="3200" b="1">
                <a:latin typeface="Titillium Web Light" panose="000004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 </a:t>
            </a:r>
          </a:p>
          <a:p>
            <a:r>
              <a:rPr lang="en-US" sz="4600" b="1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With Company.</a:t>
            </a:r>
            <a:endParaRPr lang="en-US" sz="4600" b="1" dirty="0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22208C-813E-4314-AFCF-BE0F4B346AF3}"/>
              </a:ext>
            </a:extLst>
          </p:cNvPr>
          <p:cNvSpPr txBox="1"/>
          <p:nvPr/>
        </p:nvSpPr>
        <p:spPr>
          <a:xfrm>
            <a:off x="2122519" y="6885167"/>
            <a:ext cx="3968205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spc="100">
                <a:latin typeface="Titillium Web SemiBold" panose="00000700000000000000" pitchFamily="2" charset="0"/>
              </a:rPr>
              <a:t>+62 234 567 890</a:t>
            </a:r>
            <a:endParaRPr lang="id-ID" sz="3200" spc="100" dirty="0">
              <a:latin typeface="Titillium Web SemiBold" panose="000007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42DF5-45D3-4902-8954-9C2328F99912}"/>
              </a:ext>
            </a:extLst>
          </p:cNvPr>
          <p:cNvSpPr txBox="1"/>
          <p:nvPr/>
        </p:nvSpPr>
        <p:spPr>
          <a:xfrm>
            <a:off x="2122519" y="6528341"/>
            <a:ext cx="101309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id-ID"/>
            </a:defPPr>
            <a:lvl1pPr>
              <a:defRPr sz="1200" spc="100">
                <a:solidFill>
                  <a:schemeClr val="bg1">
                    <a:lumMod val="75000"/>
                  </a:schemeClr>
                </a:solidFill>
                <a:latin typeface="Titillium Web ExtraLight" panose="00000300000000000000" pitchFamily="2" charset="0"/>
              </a:defRPr>
            </a:lvl1pPr>
          </a:lstStyle>
          <a:p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Titillium Web SemiBold" panose="00000700000000000000" pitchFamily="2" charset="0"/>
              </a:rPr>
              <a:t>Call Us</a:t>
            </a:r>
            <a:endParaRPr lang="id-ID" sz="1800" dirty="0">
              <a:solidFill>
                <a:schemeClr val="tx1">
                  <a:lumMod val="50000"/>
                  <a:lumOff val="50000"/>
                </a:schemeClr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B6F36A-5681-455D-ABC7-DE2371E2058D}"/>
              </a:ext>
            </a:extLst>
          </p:cNvPr>
          <p:cNvSpPr/>
          <p:nvPr/>
        </p:nvSpPr>
        <p:spPr>
          <a:xfrm>
            <a:off x="1097280" y="6566441"/>
            <a:ext cx="818632" cy="818630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1"/>
            <a:tileRect/>
          </a:gradFill>
          <a:ln cap="rnd">
            <a:noFill/>
            <a:round/>
          </a:ln>
          <a:effectLst>
            <a:outerShdw blurRad="355600" dist="266700" dir="5400000" sx="88000" sy="88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3"/>
          <p:cNvSpPr>
            <a:spLocks/>
          </p:cNvSpPr>
          <p:nvPr/>
        </p:nvSpPr>
        <p:spPr bwMode="auto">
          <a:xfrm>
            <a:off x="1332860" y="6802020"/>
            <a:ext cx="347472" cy="347472"/>
          </a:xfrm>
          <a:custGeom>
            <a:avLst/>
            <a:gdLst>
              <a:gd name="T0" fmla="*/ 159 w 222"/>
              <a:gd name="T1" fmla="*/ 78 h 223"/>
              <a:gd name="T2" fmla="*/ 157 w 222"/>
              <a:gd name="T3" fmla="*/ 29 h 223"/>
              <a:gd name="T4" fmla="*/ 208 w 222"/>
              <a:gd name="T5" fmla="*/ 35 h 223"/>
              <a:gd name="T6" fmla="*/ 156 w 222"/>
              <a:gd name="T7" fmla="*/ 156 h 223"/>
              <a:gd name="T8" fmla="*/ 34 w 222"/>
              <a:gd name="T9" fmla="*/ 208 h 223"/>
              <a:gd name="T10" fmla="*/ 28 w 222"/>
              <a:gd name="T11" fmla="*/ 158 h 223"/>
              <a:gd name="T12" fmla="*/ 78 w 222"/>
              <a:gd name="T13" fmla="*/ 159 h 223"/>
              <a:gd name="T14" fmla="*/ 129 w 222"/>
              <a:gd name="T15" fmla="*/ 130 h 223"/>
              <a:gd name="T16" fmla="*/ 159 w 222"/>
              <a:gd name="T17" fmla="*/ 78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2" h="223">
                <a:moveTo>
                  <a:pt x="159" y="78"/>
                </a:moveTo>
                <a:cubicBezTo>
                  <a:pt x="146" y="65"/>
                  <a:pt x="134" y="57"/>
                  <a:pt x="157" y="29"/>
                </a:cubicBezTo>
                <a:cubicBezTo>
                  <a:pt x="181" y="0"/>
                  <a:pt x="195" y="22"/>
                  <a:pt x="208" y="35"/>
                </a:cubicBezTo>
                <a:cubicBezTo>
                  <a:pt x="222" y="49"/>
                  <a:pt x="209" y="103"/>
                  <a:pt x="156" y="156"/>
                </a:cubicBezTo>
                <a:cubicBezTo>
                  <a:pt x="102" y="209"/>
                  <a:pt x="49" y="223"/>
                  <a:pt x="34" y="208"/>
                </a:cubicBezTo>
                <a:cubicBezTo>
                  <a:pt x="22" y="196"/>
                  <a:pt x="0" y="181"/>
                  <a:pt x="28" y="158"/>
                </a:cubicBezTo>
                <a:cubicBezTo>
                  <a:pt x="57" y="135"/>
                  <a:pt x="65" y="146"/>
                  <a:pt x="78" y="159"/>
                </a:cubicBezTo>
                <a:cubicBezTo>
                  <a:pt x="87" y="168"/>
                  <a:pt x="109" y="149"/>
                  <a:pt x="129" y="130"/>
                </a:cubicBezTo>
                <a:cubicBezTo>
                  <a:pt x="149" y="110"/>
                  <a:pt x="168" y="87"/>
                  <a:pt x="159" y="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9060" tIns="49530" rIns="99060" bIns="49530" numCol="1" anchor="t" anchorCtr="0" compatLnSpc="1">
            <a:prstTxWarp prst="textNoShape">
              <a:avLst/>
            </a:prstTxWarp>
          </a:bodyPr>
          <a:lstStyle/>
          <a:p>
            <a:endParaRPr lang="en-US" sz="171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42DF5-45D3-4902-8954-9C2328F99912}"/>
              </a:ext>
            </a:extLst>
          </p:cNvPr>
          <p:cNvSpPr txBox="1"/>
          <p:nvPr/>
        </p:nvSpPr>
        <p:spPr>
          <a:xfrm>
            <a:off x="2122519" y="8060061"/>
            <a:ext cx="13817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id-ID"/>
            </a:defPPr>
            <a:lvl1pPr>
              <a:defRPr sz="1200" spc="100">
                <a:solidFill>
                  <a:schemeClr val="bg1">
                    <a:lumMod val="75000"/>
                  </a:schemeClr>
                </a:solidFill>
                <a:latin typeface="Titillium Web ExtraLight" panose="00000300000000000000" pitchFamily="2" charset="0"/>
              </a:defRPr>
            </a:lvl1pPr>
          </a:lstStyle>
          <a:p>
            <a:r>
              <a:rPr lang="en-US" sz="1800">
                <a:solidFill>
                  <a:schemeClr val="tx1">
                    <a:lumMod val="50000"/>
                    <a:lumOff val="50000"/>
                  </a:schemeClr>
                </a:solidFill>
                <a:latin typeface="Titillium Web SemiBold" panose="00000700000000000000" pitchFamily="2" charset="0"/>
              </a:rPr>
              <a:t>Address.</a:t>
            </a:r>
            <a:endParaRPr lang="id-ID" sz="1800" dirty="0">
              <a:solidFill>
                <a:schemeClr val="tx1">
                  <a:lumMod val="50000"/>
                  <a:lumOff val="50000"/>
                </a:schemeClr>
              </a:solidFill>
              <a:latin typeface="Titillium Web SemiBold" panose="000007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22519" y="8420279"/>
            <a:ext cx="40254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Company Street 179, Indonesia.</a:t>
            </a:r>
          </a:p>
          <a:p>
            <a:r>
              <a:rPr lang="en-US" sz="2200" b="1"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09123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45581" y="8820388"/>
            <a:ext cx="2145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>
                <a:solidFill>
                  <a:schemeClr val="accent2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www.company.com</a:t>
            </a:r>
            <a:endParaRPr lang="en-US" sz="1800" b="1">
              <a:solidFill>
                <a:schemeClr val="accent2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699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0CCFF"/>
              </a:gs>
              <a:gs pos="100000">
                <a:schemeClr val="accent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/>
          <p:cNvGrpSpPr/>
          <p:nvPr/>
        </p:nvGrpSpPr>
        <p:grpSpPr>
          <a:xfrm>
            <a:off x="-1" y="5866545"/>
            <a:ext cx="5965130" cy="4420455"/>
            <a:chOff x="-1" y="5866545"/>
            <a:chExt cx="5965130" cy="4420455"/>
          </a:xfrm>
        </p:grpSpPr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5B020AAB-555D-9644-8170-D2D22604071C}"/>
                </a:ext>
              </a:extLst>
            </p:cNvPr>
            <p:cNvSpPr>
              <a:spLocks/>
            </p:cNvSpPr>
            <p:nvPr/>
          </p:nvSpPr>
          <p:spPr bwMode="auto">
            <a:xfrm rot="10800000" flipH="1">
              <a:off x="-1" y="5866545"/>
              <a:ext cx="5965130" cy="4420454"/>
            </a:xfrm>
            <a:custGeom>
              <a:avLst/>
              <a:gdLst>
                <a:gd name="connsiteX0" fmla="*/ 2194460 w 5965130"/>
                <a:gd name="connsiteY0" fmla="*/ 4419083 h 4420454"/>
                <a:gd name="connsiteX1" fmla="*/ 4598537 w 5965130"/>
                <a:gd name="connsiteY1" fmla="*/ 2044380 h 4420454"/>
                <a:gd name="connsiteX2" fmla="*/ 4598537 w 5965130"/>
                <a:gd name="connsiteY2" fmla="*/ 2019814 h 4420454"/>
                <a:gd name="connsiteX3" fmla="*/ 5394426 w 5965130"/>
                <a:gd name="connsiteY3" fmla="*/ 562238 h 4420454"/>
                <a:gd name="connsiteX4" fmla="*/ 5959084 w 5965130"/>
                <a:gd name="connsiteY4" fmla="*/ 9937 h 4420454"/>
                <a:gd name="connsiteX5" fmla="*/ 5965130 w 5965130"/>
                <a:gd name="connsiteY5" fmla="*/ 0 h 4420454"/>
                <a:gd name="connsiteX6" fmla="*/ 0 w 5965130"/>
                <a:gd name="connsiteY6" fmla="*/ 0 h 4420454"/>
                <a:gd name="connsiteX7" fmla="*/ 0 w 5965130"/>
                <a:gd name="connsiteY7" fmla="*/ 3810735 h 4420454"/>
                <a:gd name="connsiteX8" fmla="*/ 70379 w 5965130"/>
                <a:gd name="connsiteY8" fmla="*/ 3814148 h 4420454"/>
                <a:gd name="connsiteX9" fmla="*/ 824218 w 5965130"/>
                <a:gd name="connsiteY9" fmla="*/ 4066971 h 4420454"/>
                <a:gd name="connsiteX10" fmla="*/ 2194460 w 5965130"/>
                <a:gd name="connsiteY10" fmla="*/ 4419083 h 4420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965130" h="4420454">
                  <a:moveTo>
                    <a:pt x="2194460" y="4419083"/>
                  </a:moveTo>
                  <a:cubicBezTo>
                    <a:pt x="3482651" y="4378139"/>
                    <a:pt x="4541102" y="3338183"/>
                    <a:pt x="4598537" y="2044380"/>
                  </a:cubicBezTo>
                  <a:cubicBezTo>
                    <a:pt x="4598537" y="2036191"/>
                    <a:pt x="4598537" y="2028002"/>
                    <a:pt x="4598537" y="2019814"/>
                  </a:cubicBezTo>
                  <a:cubicBezTo>
                    <a:pt x="4614947" y="1430232"/>
                    <a:pt x="4910329" y="881594"/>
                    <a:pt x="5394426" y="562238"/>
                  </a:cubicBezTo>
                  <a:cubicBezTo>
                    <a:pt x="5615962" y="414842"/>
                    <a:pt x="5807499" y="227143"/>
                    <a:pt x="5959084" y="9937"/>
                  </a:cubicBezTo>
                  <a:lnTo>
                    <a:pt x="5965130" y="0"/>
                  </a:lnTo>
                  <a:lnTo>
                    <a:pt x="0" y="0"/>
                  </a:lnTo>
                  <a:lnTo>
                    <a:pt x="0" y="3810735"/>
                  </a:lnTo>
                  <a:lnTo>
                    <a:pt x="70379" y="3814148"/>
                  </a:lnTo>
                  <a:cubicBezTo>
                    <a:pt x="336018" y="3841784"/>
                    <a:pt x="594476" y="3927765"/>
                    <a:pt x="824218" y="4066971"/>
                  </a:cubicBezTo>
                  <a:cubicBezTo>
                    <a:pt x="1226265" y="4304442"/>
                    <a:pt x="1693952" y="4435460"/>
                    <a:pt x="2194460" y="4419083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20000"/>
                  </a:schemeClr>
                </a:gs>
                <a:gs pos="5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5B020AAB-555D-9644-8170-D2D22604071C}"/>
                </a:ext>
              </a:extLst>
            </p:cNvPr>
            <p:cNvSpPr>
              <a:spLocks/>
            </p:cNvSpPr>
            <p:nvPr/>
          </p:nvSpPr>
          <p:spPr bwMode="auto">
            <a:xfrm rot="10800000" flipH="1">
              <a:off x="0" y="7084715"/>
              <a:ext cx="4570195" cy="3202284"/>
            </a:xfrm>
            <a:custGeom>
              <a:avLst/>
              <a:gdLst>
                <a:gd name="connsiteX0" fmla="*/ 1885537 w 4570195"/>
                <a:gd name="connsiteY0" fmla="*/ 3201345 h 3202284"/>
                <a:gd name="connsiteX1" fmla="*/ 3532173 w 4570195"/>
                <a:gd name="connsiteY1" fmla="*/ 1574828 h 3202284"/>
                <a:gd name="connsiteX2" fmla="*/ 3532173 w 4570195"/>
                <a:gd name="connsiteY2" fmla="*/ 1558002 h 3202284"/>
                <a:gd name="connsiteX3" fmla="*/ 4077305 w 4570195"/>
                <a:gd name="connsiteY3" fmla="*/ 559658 h 3202284"/>
                <a:gd name="connsiteX4" fmla="*/ 4558511 w 4570195"/>
                <a:gd name="connsiteY4" fmla="*/ 26133 h 3202284"/>
                <a:gd name="connsiteX5" fmla="*/ 4570195 w 4570195"/>
                <a:gd name="connsiteY5" fmla="*/ 0 h 3202284"/>
                <a:gd name="connsiteX6" fmla="*/ 0 w 4570195"/>
                <a:gd name="connsiteY6" fmla="*/ 0 h 3202284"/>
                <a:gd name="connsiteX7" fmla="*/ 0 w 4570195"/>
                <a:gd name="connsiteY7" fmla="*/ 2819091 h 3202284"/>
                <a:gd name="connsiteX8" fmla="*/ 19231 w 4570195"/>
                <a:gd name="connsiteY8" fmla="*/ 2813327 h 3202284"/>
                <a:gd name="connsiteX9" fmla="*/ 947011 w 4570195"/>
                <a:gd name="connsiteY9" fmla="*/ 2960172 h 3202284"/>
                <a:gd name="connsiteX10" fmla="*/ 1885537 w 4570195"/>
                <a:gd name="connsiteY10" fmla="*/ 3201345 h 3202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70195" h="3202284">
                  <a:moveTo>
                    <a:pt x="1885537" y="3201345"/>
                  </a:moveTo>
                  <a:cubicBezTo>
                    <a:pt x="2767864" y="3173301"/>
                    <a:pt x="3492834" y="2461000"/>
                    <a:pt x="3532173" y="1574828"/>
                  </a:cubicBezTo>
                  <a:cubicBezTo>
                    <a:pt x="3532173" y="1569220"/>
                    <a:pt x="3532173" y="1563611"/>
                    <a:pt x="3532173" y="1558002"/>
                  </a:cubicBezTo>
                  <a:cubicBezTo>
                    <a:pt x="3543413" y="1154178"/>
                    <a:pt x="3745730" y="778396"/>
                    <a:pt x="4077305" y="559658"/>
                  </a:cubicBezTo>
                  <a:cubicBezTo>
                    <a:pt x="4279623" y="425050"/>
                    <a:pt x="4445410" y="241366"/>
                    <a:pt x="4558511" y="26133"/>
                  </a:cubicBezTo>
                  <a:lnTo>
                    <a:pt x="4570195" y="0"/>
                  </a:lnTo>
                  <a:lnTo>
                    <a:pt x="0" y="0"/>
                  </a:lnTo>
                  <a:lnTo>
                    <a:pt x="0" y="2819091"/>
                  </a:lnTo>
                  <a:lnTo>
                    <a:pt x="19231" y="2813327"/>
                  </a:lnTo>
                  <a:cubicBezTo>
                    <a:pt x="336021" y="2738103"/>
                    <a:pt x="671635" y="2793313"/>
                    <a:pt x="947011" y="2960172"/>
                  </a:cubicBezTo>
                  <a:cubicBezTo>
                    <a:pt x="1222387" y="3122823"/>
                    <a:pt x="1542722" y="3212562"/>
                    <a:pt x="1885537" y="3201345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20000"/>
                  </a:schemeClr>
                </a:gs>
                <a:gs pos="5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5B020AAB-555D-9644-8170-D2D22604071C}"/>
                </a:ext>
              </a:extLst>
            </p:cNvPr>
            <p:cNvSpPr>
              <a:spLocks/>
            </p:cNvSpPr>
            <p:nvPr/>
          </p:nvSpPr>
          <p:spPr bwMode="auto">
            <a:xfrm rot="10800000" flipH="1">
              <a:off x="0" y="8069003"/>
              <a:ext cx="3396502" cy="2217997"/>
            </a:xfrm>
            <a:custGeom>
              <a:avLst/>
              <a:gdLst>
                <a:gd name="connsiteX0" fmla="*/ 1635926 w 3396502"/>
                <a:gd name="connsiteY0" fmla="*/ 2217407 h 2217997"/>
                <a:gd name="connsiteX1" fmla="*/ 2670546 w 3396502"/>
                <a:gd name="connsiteY1" fmla="*/ 1195429 h 2217997"/>
                <a:gd name="connsiteX2" fmla="*/ 2670546 w 3396502"/>
                <a:gd name="connsiteY2" fmla="*/ 1184857 h 2217997"/>
                <a:gd name="connsiteX3" fmla="*/ 3013065 w 3396502"/>
                <a:gd name="connsiteY3" fmla="*/ 557575 h 2217997"/>
                <a:gd name="connsiteX4" fmla="*/ 3395916 w 3396502"/>
                <a:gd name="connsiteY4" fmla="*/ 6004 h 2217997"/>
                <a:gd name="connsiteX5" fmla="*/ 3396502 w 3396502"/>
                <a:gd name="connsiteY5" fmla="*/ 0 h 2217997"/>
                <a:gd name="connsiteX6" fmla="*/ 0 w 3396502"/>
                <a:gd name="connsiteY6" fmla="*/ 0 h 2217997"/>
                <a:gd name="connsiteX7" fmla="*/ 0 w 3396502"/>
                <a:gd name="connsiteY7" fmla="*/ 2056287 h 2217997"/>
                <a:gd name="connsiteX8" fmla="*/ 22203 w 3396502"/>
                <a:gd name="connsiteY8" fmla="*/ 2058824 h 2217997"/>
                <a:gd name="connsiteX9" fmla="*/ 378846 w 3396502"/>
                <a:gd name="connsiteY9" fmla="*/ 1998915 h 2217997"/>
                <a:gd name="connsiteX10" fmla="*/ 1046229 w 3396502"/>
                <a:gd name="connsiteY10" fmla="*/ 2065872 h 2217997"/>
                <a:gd name="connsiteX11" fmla="*/ 1635926 w 3396502"/>
                <a:gd name="connsiteY11" fmla="*/ 2217407 h 221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96502" h="2217997">
                  <a:moveTo>
                    <a:pt x="1635926" y="2217407"/>
                  </a:moveTo>
                  <a:cubicBezTo>
                    <a:pt x="2190313" y="2199787"/>
                    <a:pt x="2645828" y="1752231"/>
                    <a:pt x="2670546" y="1195429"/>
                  </a:cubicBezTo>
                  <a:cubicBezTo>
                    <a:pt x="2670546" y="1191905"/>
                    <a:pt x="2670546" y="1188381"/>
                    <a:pt x="2670546" y="1184857"/>
                  </a:cubicBezTo>
                  <a:cubicBezTo>
                    <a:pt x="2677608" y="931125"/>
                    <a:pt x="2804728" y="695013"/>
                    <a:pt x="3013065" y="557575"/>
                  </a:cubicBezTo>
                  <a:cubicBezTo>
                    <a:pt x="3203746" y="430709"/>
                    <a:pt x="3342783" y="234463"/>
                    <a:pt x="3395916" y="6004"/>
                  </a:cubicBezTo>
                  <a:lnTo>
                    <a:pt x="3396502" y="0"/>
                  </a:lnTo>
                  <a:lnTo>
                    <a:pt x="0" y="0"/>
                  </a:lnTo>
                  <a:lnTo>
                    <a:pt x="0" y="2056287"/>
                  </a:lnTo>
                  <a:lnTo>
                    <a:pt x="22203" y="2058824"/>
                  </a:lnTo>
                  <a:cubicBezTo>
                    <a:pt x="149323" y="2058824"/>
                    <a:pt x="269381" y="2037680"/>
                    <a:pt x="378846" y="1998915"/>
                  </a:cubicBezTo>
                  <a:cubicBezTo>
                    <a:pt x="601307" y="1917862"/>
                    <a:pt x="848486" y="1946054"/>
                    <a:pt x="1046229" y="2065872"/>
                  </a:cubicBezTo>
                  <a:cubicBezTo>
                    <a:pt x="1219254" y="2168070"/>
                    <a:pt x="1420528" y="2224455"/>
                    <a:pt x="1635926" y="2217407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20000"/>
                  </a:schemeClr>
                </a:gs>
                <a:gs pos="5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265557" y="0"/>
            <a:ext cx="11022444" cy="8535292"/>
            <a:chOff x="7265557" y="0"/>
            <a:chExt cx="11022444" cy="8535292"/>
          </a:xfrm>
        </p:grpSpPr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5B020AAB-555D-9644-8170-D2D22604071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265557" y="1"/>
              <a:ext cx="11022443" cy="8535291"/>
            </a:xfrm>
            <a:custGeom>
              <a:avLst/>
              <a:gdLst>
                <a:gd name="connsiteX0" fmla="*/ 11022443 w 11022443"/>
                <a:gd name="connsiteY0" fmla="*/ 0 h 8535291"/>
                <a:gd name="connsiteX1" fmla="*/ 0 w 11022443"/>
                <a:gd name="connsiteY1" fmla="*/ 0 h 8535291"/>
                <a:gd name="connsiteX2" fmla="*/ 0 w 11022443"/>
                <a:gd name="connsiteY2" fmla="*/ 7323393 h 8535291"/>
                <a:gd name="connsiteX3" fmla="*/ 127258 w 11022443"/>
                <a:gd name="connsiteY3" fmla="*/ 7362138 h 8535291"/>
                <a:gd name="connsiteX4" fmla="*/ 944516 w 11022443"/>
                <a:gd name="connsiteY4" fmla="*/ 7740461 h 8535291"/>
                <a:gd name="connsiteX5" fmla="*/ 4025600 w 11022443"/>
                <a:gd name="connsiteY5" fmla="*/ 8532207 h 8535291"/>
                <a:gd name="connsiteX6" fmla="*/ 9431335 w 11022443"/>
                <a:gd name="connsiteY6" fmla="*/ 3192524 h 8535291"/>
                <a:gd name="connsiteX7" fmla="*/ 9431335 w 11022443"/>
                <a:gd name="connsiteY7" fmla="*/ 3137286 h 8535291"/>
                <a:gd name="connsiteX8" fmla="*/ 11021867 w 11022443"/>
                <a:gd name="connsiteY8" fmla="*/ 407 h 853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22443" h="8535291">
                  <a:moveTo>
                    <a:pt x="11022443" y="0"/>
                  </a:moveTo>
                  <a:lnTo>
                    <a:pt x="0" y="0"/>
                  </a:lnTo>
                  <a:lnTo>
                    <a:pt x="0" y="7323393"/>
                  </a:lnTo>
                  <a:lnTo>
                    <a:pt x="127258" y="7362138"/>
                  </a:lnTo>
                  <a:cubicBezTo>
                    <a:pt x="411784" y="7457366"/>
                    <a:pt x="686222" y="7583953"/>
                    <a:pt x="944516" y="7740461"/>
                  </a:cubicBezTo>
                  <a:cubicBezTo>
                    <a:pt x="1848547" y="8274429"/>
                    <a:pt x="2900174" y="8569033"/>
                    <a:pt x="4025600" y="8532207"/>
                  </a:cubicBezTo>
                  <a:cubicBezTo>
                    <a:pt x="6922187" y="8440145"/>
                    <a:pt x="9302187" y="6101731"/>
                    <a:pt x="9431335" y="3192524"/>
                  </a:cubicBezTo>
                  <a:cubicBezTo>
                    <a:pt x="9431335" y="3174112"/>
                    <a:pt x="9431335" y="3155699"/>
                    <a:pt x="9431335" y="3137286"/>
                  </a:cubicBezTo>
                  <a:cubicBezTo>
                    <a:pt x="9465927" y="1894429"/>
                    <a:pt x="10051847" y="732487"/>
                    <a:pt x="11021867" y="407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25000"/>
                  </a:schemeClr>
                </a:gs>
                <a:gs pos="5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5B020AAB-555D-9644-8170-D2D22604071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0226756" y="1"/>
              <a:ext cx="8061245" cy="5796151"/>
            </a:xfrm>
            <a:custGeom>
              <a:avLst/>
              <a:gdLst>
                <a:gd name="connsiteX0" fmla="*/ 8061245 w 8061245"/>
                <a:gd name="connsiteY0" fmla="*/ 0 h 5796151"/>
                <a:gd name="connsiteX1" fmla="*/ 0 w 8061245"/>
                <a:gd name="connsiteY1" fmla="*/ 0 h 5796151"/>
                <a:gd name="connsiteX2" fmla="*/ 0 w 8061245"/>
                <a:gd name="connsiteY2" fmla="*/ 4857818 h 5796151"/>
                <a:gd name="connsiteX3" fmla="*/ 59624 w 8061245"/>
                <a:gd name="connsiteY3" fmla="*/ 4862365 h 5796151"/>
                <a:gd name="connsiteX4" fmla="*/ 1220628 w 8061245"/>
                <a:gd name="connsiteY4" fmla="*/ 5251745 h 5796151"/>
                <a:gd name="connsiteX5" fmla="*/ 3330967 w 8061245"/>
                <a:gd name="connsiteY5" fmla="*/ 5794039 h 5796151"/>
                <a:gd name="connsiteX6" fmla="*/ 7033541 w 8061245"/>
                <a:gd name="connsiteY6" fmla="*/ 2136705 h 5796151"/>
                <a:gd name="connsiteX7" fmla="*/ 7033541 w 8061245"/>
                <a:gd name="connsiteY7" fmla="*/ 2098871 h 5796151"/>
                <a:gd name="connsiteX8" fmla="*/ 7993615 w 8061245"/>
                <a:gd name="connsiteY8" fmla="*/ 54454 h 579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61245" h="5796151">
                  <a:moveTo>
                    <a:pt x="8061245" y="0"/>
                  </a:moveTo>
                  <a:lnTo>
                    <a:pt x="0" y="0"/>
                  </a:lnTo>
                  <a:lnTo>
                    <a:pt x="0" y="4857818"/>
                  </a:lnTo>
                  <a:lnTo>
                    <a:pt x="59624" y="4862365"/>
                  </a:lnTo>
                  <a:cubicBezTo>
                    <a:pt x="468740" y="4904929"/>
                    <a:pt x="866798" y="5037350"/>
                    <a:pt x="1220628" y="5251745"/>
                  </a:cubicBezTo>
                  <a:cubicBezTo>
                    <a:pt x="1839829" y="5617478"/>
                    <a:pt x="2560124" y="5819262"/>
                    <a:pt x="3330967" y="5794039"/>
                  </a:cubicBezTo>
                  <a:cubicBezTo>
                    <a:pt x="5314940" y="5730982"/>
                    <a:pt x="6945085" y="4129322"/>
                    <a:pt x="7033541" y="2136705"/>
                  </a:cubicBezTo>
                  <a:cubicBezTo>
                    <a:pt x="7033541" y="2124094"/>
                    <a:pt x="7033541" y="2111482"/>
                    <a:pt x="7033541" y="2098871"/>
                  </a:cubicBezTo>
                  <a:cubicBezTo>
                    <a:pt x="7055656" y="1304346"/>
                    <a:pt x="7406721" y="558101"/>
                    <a:pt x="7993615" y="54454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25000"/>
                  </a:schemeClr>
                </a:gs>
                <a:gs pos="5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5B020AAB-555D-9644-8170-D2D22604071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2614098" y="0"/>
              <a:ext cx="5673902" cy="3582912"/>
            </a:xfrm>
            <a:custGeom>
              <a:avLst/>
              <a:gdLst>
                <a:gd name="connsiteX0" fmla="*/ 5673902 w 5673902"/>
                <a:gd name="connsiteY0" fmla="*/ 0 h 3582912"/>
                <a:gd name="connsiteX1" fmla="*/ 0 w 5673902"/>
                <a:gd name="connsiteY1" fmla="*/ 0 h 3582912"/>
                <a:gd name="connsiteX2" fmla="*/ 0 w 5673902"/>
                <a:gd name="connsiteY2" fmla="*/ 3073227 h 3582912"/>
                <a:gd name="connsiteX3" fmla="*/ 132930 w 5673902"/>
                <a:gd name="connsiteY3" fmla="*/ 3033383 h 3582912"/>
                <a:gd name="connsiteX4" fmla="*/ 1443724 w 5673902"/>
                <a:gd name="connsiteY4" fmla="*/ 3240849 h 3582912"/>
                <a:gd name="connsiteX5" fmla="*/ 2769699 w 5673902"/>
                <a:gd name="connsiteY5" fmla="*/ 3581585 h 3582912"/>
                <a:gd name="connsiteX6" fmla="*/ 5096112 w 5673902"/>
                <a:gd name="connsiteY6" fmla="*/ 1283598 h 3582912"/>
                <a:gd name="connsiteX7" fmla="*/ 5096112 w 5673902"/>
                <a:gd name="connsiteY7" fmla="*/ 1259826 h 3582912"/>
                <a:gd name="connsiteX8" fmla="*/ 5550552 w 5673902"/>
                <a:gd name="connsiteY8" fmla="*/ 119871 h 3582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73902" h="3582912">
                  <a:moveTo>
                    <a:pt x="5673902" y="0"/>
                  </a:moveTo>
                  <a:lnTo>
                    <a:pt x="0" y="0"/>
                  </a:lnTo>
                  <a:lnTo>
                    <a:pt x="0" y="3073227"/>
                  </a:lnTo>
                  <a:lnTo>
                    <a:pt x="132930" y="3033383"/>
                  </a:lnTo>
                  <a:cubicBezTo>
                    <a:pt x="580500" y="2927105"/>
                    <a:pt x="1054664" y="3005108"/>
                    <a:pt x="1443724" y="3240849"/>
                  </a:cubicBezTo>
                  <a:cubicBezTo>
                    <a:pt x="1832782" y="3470648"/>
                    <a:pt x="2285360" y="3597433"/>
                    <a:pt x="2769699" y="3581585"/>
                  </a:cubicBezTo>
                  <a:cubicBezTo>
                    <a:pt x="4016275" y="3541965"/>
                    <a:pt x="5040532" y="2535605"/>
                    <a:pt x="5096112" y="1283598"/>
                  </a:cubicBezTo>
                  <a:cubicBezTo>
                    <a:pt x="5096112" y="1275674"/>
                    <a:pt x="5096112" y="1267750"/>
                    <a:pt x="5096112" y="1259826"/>
                  </a:cubicBezTo>
                  <a:cubicBezTo>
                    <a:pt x="5108022" y="831925"/>
                    <a:pt x="5271784" y="426310"/>
                    <a:pt x="5550552" y="119871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25000"/>
                  </a:schemeClr>
                </a:gs>
                <a:gs pos="5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/>
            </a:p>
          </p:txBody>
        </p:sp>
      </p:grpSp>
      <p:sp>
        <p:nvSpPr>
          <p:cNvPr id="2" name="Rounded Rectangle 1"/>
          <p:cNvSpPr/>
          <p:nvPr/>
        </p:nvSpPr>
        <p:spPr>
          <a:xfrm>
            <a:off x="6824515" y="5692676"/>
            <a:ext cx="4638970" cy="515414"/>
          </a:xfrm>
          <a:prstGeom prst="roundRect">
            <a:avLst>
              <a:gd name="adj" fmla="val 50000"/>
            </a:avLst>
          </a:prstGeom>
          <a:solidFill>
            <a:srgbClr val="056A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57265" y="4292827"/>
            <a:ext cx="61734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0" b="1">
                <a:solidFill>
                  <a:schemeClr val="bg1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THANK YOU</a:t>
            </a:r>
            <a:endParaRPr lang="en-US" sz="8000" b="1" dirty="0">
              <a:solidFill>
                <a:srgbClr val="05A0FF"/>
              </a:solidFill>
              <a:latin typeface="Poppins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32027" y="5719551"/>
            <a:ext cx="3223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latin typeface="Titillium Web SemiBold" panose="000007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For Your Valuable Time</a:t>
            </a:r>
            <a:endParaRPr lang="en-US" sz="2400" dirty="0">
              <a:solidFill>
                <a:schemeClr val="bg1"/>
              </a:solidFill>
              <a:latin typeface="Titillium Web SemiBold" panose="000007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97280" y="1097280"/>
            <a:ext cx="1757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rPr>
              <a:t>California, USA</a:t>
            </a:r>
            <a:endParaRPr lang="en-US" sz="1800" b="1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726856" y="1097280"/>
            <a:ext cx="1274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b="1">
                <a:solidFill>
                  <a:schemeClr val="bg1"/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rPr>
              <a:t>Copyright.</a:t>
            </a:r>
            <a:endParaRPr lang="en-US" sz="1800" b="1" dirty="0">
              <a:solidFill>
                <a:schemeClr val="bg1"/>
              </a:solidFill>
              <a:latin typeface="Lato" panose="020F0502020204030203" pitchFamily="34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329039" y="1468513"/>
            <a:ext cx="267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800" b="1">
                <a:solidFill>
                  <a:schemeClr val="bg1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Corporate Team 2021</a:t>
            </a:r>
            <a:endParaRPr lang="en-US" sz="1800" b="1" dirty="0">
              <a:solidFill>
                <a:schemeClr val="bg1"/>
              </a:solidFill>
              <a:latin typeface="Poppins" panose="00000500000000000000" pitchFamily="2" charset="0"/>
              <a:ea typeface="Roboto" panose="020000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2753799" y="8839447"/>
            <a:ext cx="12780403" cy="338554"/>
            <a:chOff x="3396502" y="8420279"/>
            <a:chExt cx="12780403" cy="338554"/>
          </a:xfrm>
        </p:grpSpPr>
        <p:grpSp>
          <p:nvGrpSpPr>
            <p:cNvPr id="9" name="Group 8"/>
            <p:cNvGrpSpPr/>
            <p:nvPr/>
          </p:nvGrpSpPr>
          <p:grpSpPr>
            <a:xfrm>
              <a:off x="3396502" y="8420279"/>
              <a:ext cx="2236066" cy="338554"/>
              <a:chOff x="1294865" y="8420279"/>
              <a:chExt cx="2236066" cy="338554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1547696" y="8420279"/>
                <a:ext cx="198323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solidFill>
                      <a:schemeClr val="bg1"/>
                    </a:solidFill>
                    <a:latin typeface="Titillium Web SemiBold" panose="00000700000000000000" pitchFamily="2" charset="0"/>
                    <a:ea typeface="Roboto" panose="02000000000000000000" pitchFamily="2" charset="0"/>
                    <a:cs typeface="Poppins" panose="00000500000000000000" pitchFamily="2" charset="0"/>
                  </a:rPr>
                  <a:t>Company Street 179</a:t>
                </a:r>
              </a:p>
            </p:txBody>
          </p:sp>
          <p:sp>
            <p:nvSpPr>
              <p:cNvPr id="35" name="Freeform 25"/>
              <p:cNvSpPr>
                <a:spLocks noEditPoints="1"/>
              </p:cNvSpPr>
              <p:nvPr/>
            </p:nvSpPr>
            <p:spPr bwMode="auto">
              <a:xfrm>
                <a:off x="1294865" y="8468244"/>
                <a:ext cx="209242" cy="167808"/>
              </a:xfrm>
              <a:custGeom>
                <a:avLst/>
                <a:gdLst>
                  <a:gd name="T0" fmla="*/ 151 w 152"/>
                  <a:gd name="T1" fmla="*/ 64 h 121"/>
                  <a:gd name="T2" fmla="*/ 145 w 152"/>
                  <a:gd name="T3" fmla="*/ 71 h 121"/>
                  <a:gd name="T4" fmla="*/ 144 w 152"/>
                  <a:gd name="T5" fmla="*/ 72 h 121"/>
                  <a:gd name="T6" fmla="*/ 143 w 152"/>
                  <a:gd name="T7" fmla="*/ 72 h 121"/>
                  <a:gd name="T8" fmla="*/ 141 w 152"/>
                  <a:gd name="T9" fmla="*/ 71 h 121"/>
                  <a:gd name="T10" fmla="*/ 76 w 152"/>
                  <a:gd name="T11" fmla="*/ 16 h 121"/>
                  <a:gd name="T12" fmla="*/ 10 w 152"/>
                  <a:gd name="T13" fmla="*/ 71 h 121"/>
                  <a:gd name="T14" fmla="*/ 8 w 152"/>
                  <a:gd name="T15" fmla="*/ 72 h 121"/>
                  <a:gd name="T16" fmla="*/ 6 w 152"/>
                  <a:gd name="T17" fmla="*/ 71 h 121"/>
                  <a:gd name="T18" fmla="*/ 0 w 152"/>
                  <a:gd name="T19" fmla="*/ 64 h 121"/>
                  <a:gd name="T20" fmla="*/ 0 w 152"/>
                  <a:gd name="T21" fmla="*/ 61 h 121"/>
                  <a:gd name="T22" fmla="*/ 1 w 152"/>
                  <a:gd name="T23" fmla="*/ 59 h 121"/>
                  <a:gd name="T24" fmla="*/ 69 w 152"/>
                  <a:gd name="T25" fmla="*/ 3 h 121"/>
                  <a:gd name="T26" fmla="*/ 76 w 152"/>
                  <a:gd name="T27" fmla="*/ 0 h 121"/>
                  <a:gd name="T28" fmla="*/ 83 w 152"/>
                  <a:gd name="T29" fmla="*/ 3 h 121"/>
                  <a:gd name="T30" fmla="*/ 106 w 152"/>
                  <a:gd name="T31" fmla="*/ 22 h 121"/>
                  <a:gd name="T32" fmla="*/ 106 w 152"/>
                  <a:gd name="T33" fmla="*/ 3 h 121"/>
                  <a:gd name="T34" fmla="*/ 107 w 152"/>
                  <a:gd name="T35" fmla="*/ 1 h 121"/>
                  <a:gd name="T36" fmla="*/ 109 w 152"/>
                  <a:gd name="T37" fmla="*/ 0 h 121"/>
                  <a:gd name="T38" fmla="*/ 127 w 152"/>
                  <a:gd name="T39" fmla="*/ 0 h 121"/>
                  <a:gd name="T40" fmla="*/ 129 w 152"/>
                  <a:gd name="T41" fmla="*/ 1 h 121"/>
                  <a:gd name="T42" fmla="*/ 130 w 152"/>
                  <a:gd name="T43" fmla="*/ 3 h 121"/>
                  <a:gd name="T44" fmla="*/ 130 w 152"/>
                  <a:gd name="T45" fmla="*/ 42 h 121"/>
                  <a:gd name="T46" fmla="*/ 151 w 152"/>
                  <a:gd name="T47" fmla="*/ 59 h 121"/>
                  <a:gd name="T48" fmla="*/ 152 w 152"/>
                  <a:gd name="T49" fmla="*/ 61 h 121"/>
                  <a:gd name="T50" fmla="*/ 151 w 152"/>
                  <a:gd name="T51" fmla="*/ 64 h 121"/>
                  <a:gd name="T52" fmla="*/ 130 w 152"/>
                  <a:gd name="T53" fmla="*/ 70 h 121"/>
                  <a:gd name="T54" fmla="*/ 130 w 152"/>
                  <a:gd name="T55" fmla="*/ 115 h 121"/>
                  <a:gd name="T56" fmla="*/ 128 w 152"/>
                  <a:gd name="T57" fmla="*/ 120 h 121"/>
                  <a:gd name="T58" fmla="*/ 124 w 152"/>
                  <a:gd name="T59" fmla="*/ 121 h 121"/>
                  <a:gd name="T60" fmla="*/ 88 w 152"/>
                  <a:gd name="T61" fmla="*/ 121 h 121"/>
                  <a:gd name="T62" fmla="*/ 88 w 152"/>
                  <a:gd name="T63" fmla="*/ 85 h 121"/>
                  <a:gd name="T64" fmla="*/ 64 w 152"/>
                  <a:gd name="T65" fmla="*/ 85 h 121"/>
                  <a:gd name="T66" fmla="*/ 64 w 152"/>
                  <a:gd name="T67" fmla="*/ 121 h 121"/>
                  <a:gd name="T68" fmla="*/ 27 w 152"/>
                  <a:gd name="T69" fmla="*/ 121 h 121"/>
                  <a:gd name="T70" fmla="*/ 23 w 152"/>
                  <a:gd name="T71" fmla="*/ 120 h 121"/>
                  <a:gd name="T72" fmla="*/ 21 w 152"/>
                  <a:gd name="T73" fmla="*/ 115 h 121"/>
                  <a:gd name="T74" fmla="*/ 21 w 152"/>
                  <a:gd name="T75" fmla="*/ 70 h 121"/>
                  <a:gd name="T76" fmla="*/ 21 w 152"/>
                  <a:gd name="T77" fmla="*/ 70 h 121"/>
                  <a:gd name="T78" fmla="*/ 21 w 152"/>
                  <a:gd name="T79" fmla="*/ 69 h 121"/>
                  <a:gd name="T80" fmla="*/ 76 w 152"/>
                  <a:gd name="T81" fmla="*/ 25 h 121"/>
                  <a:gd name="T82" fmla="*/ 130 w 152"/>
                  <a:gd name="T83" fmla="*/ 69 h 121"/>
                  <a:gd name="T84" fmla="*/ 130 w 152"/>
                  <a:gd name="T85" fmla="*/ 7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52" h="121">
                    <a:moveTo>
                      <a:pt x="151" y="64"/>
                    </a:moveTo>
                    <a:cubicBezTo>
                      <a:pt x="145" y="71"/>
                      <a:pt x="145" y="71"/>
                      <a:pt x="145" y="71"/>
                    </a:cubicBezTo>
                    <a:cubicBezTo>
                      <a:pt x="145" y="71"/>
                      <a:pt x="144" y="71"/>
                      <a:pt x="144" y="72"/>
                    </a:cubicBezTo>
                    <a:cubicBezTo>
                      <a:pt x="143" y="72"/>
                      <a:pt x="143" y="72"/>
                      <a:pt x="143" y="72"/>
                    </a:cubicBezTo>
                    <a:cubicBezTo>
                      <a:pt x="142" y="72"/>
                      <a:pt x="142" y="71"/>
                      <a:pt x="141" y="71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10" y="71"/>
                      <a:pt x="10" y="71"/>
                      <a:pt x="10" y="71"/>
                    </a:cubicBezTo>
                    <a:cubicBezTo>
                      <a:pt x="10" y="71"/>
                      <a:pt x="9" y="72"/>
                      <a:pt x="8" y="72"/>
                    </a:cubicBezTo>
                    <a:cubicBezTo>
                      <a:pt x="7" y="71"/>
                      <a:pt x="7" y="71"/>
                      <a:pt x="6" y="71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3"/>
                      <a:pt x="0" y="62"/>
                      <a:pt x="0" y="61"/>
                    </a:cubicBezTo>
                    <a:cubicBezTo>
                      <a:pt x="0" y="60"/>
                      <a:pt x="0" y="60"/>
                      <a:pt x="1" y="59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71" y="1"/>
                      <a:pt x="73" y="0"/>
                      <a:pt x="76" y="0"/>
                    </a:cubicBezTo>
                    <a:cubicBezTo>
                      <a:pt x="79" y="0"/>
                      <a:pt x="81" y="1"/>
                      <a:pt x="83" y="3"/>
                    </a:cubicBezTo>
                    <a:cubicBezTo>
                      <a:pt x="106" y="22"/>
                      <a:pt x="106" y="22"/>
                      <a:pt x="106" y="22"/>
                    </a:cubicBezTo>
                    <a:cubicBezTo>
                      <a:pt x="106" y="3"/>
                      <a:pt x="106" y="3"/>
                      <a:pt x="106" y="3"/>
                    </a:cubicBezTo>
                    <a:cubicBezTo>
                      <a:pt x="106" y="3"/>
                      <a:pt x="106" y="2"/>
                      <a:pt x="107" y="1"/>
                    </a:cubicBezTo>
                    <a:cubicBezTo>
                      <a:pt x="107" y="1"/>
                      <a:pt x="108" y="0"/>
                      <a:pt x="109" y="0"/>
                    </a:cubicBezTo>
                    <a:cubicBezTo>
                      <a:pt x="127" y="0"/>
                      <a:pt x="127" y="0"/>
                      <a:pt x="127" y="0"/>
                    </a:cubicBezTo>
                    <a:cubicBezTo>
                      <a:pt x="128" y="0"/>
                      <a:pt x="129" y="1"/>
                      <a:pt x="129" y="1"/>
                    </a:cubicBezTo>
                    <a:cubicBezTo>
                      <a:pt x="130" y="2"/>
                      <a:pt x="130" y="3"/>
                      <a:pt x="130" y="3"/>
                    </a:cubicBezTo>
                    <a:cubicBezTo>
                      <a:pt x="130" y="42"/>
                      <a:pt x="130" y="42"/>
                      <a:pt x="130" y="42"/>
                    </a:cubicBezTo>
                    <a:cubicBezTo>
                      <a:pt x="151" y="59"/>
                      <a:pt x="151" y="59"/>
                      <a:pt x="151" y="59"/>
                    </a:cubicBezTo>
                    <a:cubicBezTo>
                      <a:pt x="152" y="60"/>
                      <a:pt x="152" y="60"/>
                      <a:pt x="152" y="61"/>
                    </a:cubicBezTo>
                    <a:cubicBezTo>
                      <a:pt x="152" y="62"/>
                      <a:pt x="152" y="63"/>
                      <a:pt x="151" y="64"/>
                    </a:cubicBezTo>
                    <a:close/>
                    <a:moveTo>
                      <a:pt x="130" y="70"/>
                    </a:moveTo>
                    <a:cubicBezTo>
                      <a:pt x="130" y="115"/>
                      <a:pt x="130" y="115"/>
                      <a:pt x="130" y="115"/>
                    </a:cubicBezTo>
                    <a:cubicBezTo>
                      <a:pt x="130" y="117"/>
                      <a:pt x="130" y="118"/>
                      <a:pt x="128" y="120"/>
                    </a:cubicBezTo>
                    <a:cubicBezTo>
                      <a:pt x="127" y="121"/>
                      <a:pt x="126" y="121"/>
                      <a:pt x="124" y="121"/>
                    </a:cubicBezTo>
                    <a:cubicBezTo>
                      <a:pt x="88" y="121"/>
                      <a:pt x="88" y="121"/>
                      <a:pt x="88" y="121"/>
                    </a:cubicBezTo>
                    <a:cubicBezTo>
                      <a:pt x="88" y="85"/>
                      <a:pt x="88" y="85"/>
                      <a:pt x="88" y="85"/>
                    </a:cubicBezTo>
                    <a:cubicBezTo>
                      <a:pt x="64" y="85"/>
                      <a:pt x="64" y="85"/>
                      <a:pt x="64" y="85"/>
                    </a:cubicBezTo>
                    <a:cubicBezTo>
                      <a:pt x="64" y="121"/>
                      <a:pt x="64" y="121"/>
                      <a:pt x="64" y="121"/>
                    </a:cubicBezTo>
                    <a:cubicBezTo>
                      <a:pt x="27" y="121"/>
                      <a:pt x="27" y="121"/>
                      <a:pt x="27" y="121"/>
                    </a:cubicBezTo>
                    <a:cubicBezTo>
                      <a:pt x="26" y="121"/>
                      <a:pt x="24" y="121"/>
                      <a:pt x="23" y="120"/>
                    </a:cubicBezTo>
                    <a:cubicBezTo>
                      <a:pt x="22" y="118"/>
                      <a:pt x="21" y="117"/>
                      <a:pt x="21" y="115"/>
                    </a:cubicBezTo>
                    <a:cubicBezTo>
                      <a:pt x="21" y="70"/>
                      <a:pt x="21" y="70"/>
                      <a:pt x="21" y="70"/>
                    </a:cubicBezTo>
                    <a:cubicBezTo>
                      <a:pt x="21" y="70"/>
                      <a:pt x="21" y="70"/>
                      <a:pt x="21" y="70"/>
                    </a:cubicBezTo>
                    <a:cubicBezTo>
                      <a:pt x="21" y="70"/>
                      <a:pt x="21" y="70"/>
                      <a:pt x="21" y="69"/>
                    </a:cubicBezTo>
                    <a:cubicBezTo>
                      <a:pt x="76" y="25"/>
                      <a:pt x="76" y="25"/>
                      <a:pt x="76" y="25"/>
                    </a:cubicBezTo>
                    <a:cubicBezTo>
                      <a:pt x="130" y="69"/>
                      <a:pt x="130" y="69"/>
                      <a:pt x="130" y="69"/>
                    </a:cubicBezTo>
                    <a:cubicBezTo>
                      <a:pt x="130" y="70"/>
                      <a:pt x="130" y="70"/>
                      <a:pt x="130" y="7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9060" tIns="49530" rIns="99060" bIns="4953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716"/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7122284" y="8420279"/>
              <a:ext cx="1906447" cy="338554"/>
              <a:chOff x="6046453" y="8420279"/>
              <a:chExt cx="1906447" cy="338554"/>
            </a:xfrm>
          </p:grpSpPr>
          <p:sp>
            <p:nvSpPr>
              <p:cNvPr id="43" name="Freeform 53"/>
              <p:cNvSpPr>
                <a:spLocks/>
              </p:cNvSpPr>
              <p:nvPr/>
            </p:nvSpPr>
            <p:spPr bwMode="auto">
              <a:xfrm>
                <a:off x="6046453" y="8432400"/>
                <a:ext cx="210538" cy="210538"/>
              </a:xfrm>
              <a:custGeom>
                <a:avLst/>
                <a:gdLst>
                  <a:gd name="T0" fmla="*/ 159 w 222"/>
                  <a:gd name="T1" fmla="*/ 78 h 223"/>
                  <a:gd name="T2" fmla="*/ 157 w 222"/>
                  <a:gd name="T3" fmla="*/ 29 h 223"/>
                  <a:gd name="T4" fmla="*/ 208 w 222"/>
                  <a:gd name="T5" fmla="*/ 35 h 223"/>
                  <a:gd name="T6" fmla="*/ 156 w 222"/>
                  <a:gd name="T7" fmla="*/ 156 h 223"/>
                  <a:gd name="T8" fmla="*/ 34 w 222"/>
                  <a:gd name="T9" fmla="*/ 208 h 223"/>
                  <a:gd name="T10" fmla="*/ 28 w 222"/>
                  <a:gd name="T11" fmla="*/ 158 h 223"/>
                  <a:gd name="T12" fmla="*/ 78 w 222"/>
                  <a:gd name="T13" fmla="*/ 159 h 223"/>
                  <a:gd name="T14" fmla="*/ 129 w 222"/>
                  <a:gd name="T15" fmla="*/ 130 h 223"/>
                  <a:gd name="T16" fmla="*/ 159 w 222"/>
                  <a:gd name="T17" fmla="*/ 78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2" h="223">
                    <a:moveTo>
                      <a:pt x="159" y="78"/>
                    </a:moveTo>
                    <a:cubicBezTo>
                      <a:pt x="146" y="65"/>
                      <a:pt x="134" y="57"/>
                      <a:pt x="157" y="29"/>
                    </a:cubicBezTo>
                    <a:cubicBezTo>
                      <a:pt x="181" y="0"/>
                      <a:pt x="195" y="22"/>
                      <a:pt x="208" y="35"/>
                    </a:cubicBezTo>
                    <a:cubicBezTo>
                      <a:pt x="222" y="49"/>
                      <a:pt x="209" y="103"/>
                      <a:pt x="156" y="156"/>
                    </a:cubicBezTo>
                    <a:cubicBezTo>
                      <a:pt x="102" y="209"/>
                      <a:pt x="49" y="223"/>
                      <a:pt x="34" y="208"/>
                    </a:cubicBezTo>
                    <a:cubicBezTo>
                      <a:pt x="22" y="196"/>
                      <a:pt x="0" y="181"/>
                      <a:pt x="28" y="158"/>
                    </a:cubicBezTo>
                    <a:cubicBezTo>
                      <a:pt x="57" y="135"/>
                      <a:pt x="65" y="146"/>
                      <a:pt x="78" y="159"/>
                    </a:cubicBezTo>
                    <a:cubicBezTo>
                      <a:pt x="87" y="168"/>
                      <a:pt x="109" y="149"/>
                      <a:pt x="129" y="130"/>
                    </a:cubicBezTo>
                    <a:cubicBezTo>
                      <a:pt x="149" y="110"/>
                      <a:pt x="168" y="87"/>
                      <a:pt x="159" y="7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9060" tIns="49530" rIns="99060" bIns="4953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716"/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6248587" y="8420279"/>
                <a:ext cx="170431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solidFill>
                      <a:schemeClr val="bg1"/>
                    </a:solidFill>
                    <a:latin typeface="Titillium Web SemiBold" panose="00000700000000000000" pitchFamily="2" charset="0"/>
                    <a:ea typeface="Roboto" panose="02000000000000000000" pitchFamily="2" charset="0"/>
                    <a:cs typeface="Poppins" panose="00000500000000000000" pitchFamily="2" charset="0"/>
                  </a:rPr>
                  <a:t>+62 234 567 890</a:t>
                </a: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10518447" y="8420279"/>
              <a:ext cx="1994450" cy="338554"/>
              <a:chOff x="10468356" y="8420279"/>
              <a:chExt cx="1994450" cy="338554"/>
            </a:xfrm>
          </p:grpSpPr>
          <p:sp>
            <p:nvSpPr>
              <p:cNvPr id="49" name="TextBox 48"/>
              <p:cNvSpPr txBox="1"/>
              <p:nvPr/>
            </p:nvSpPr>
            <p:spPr>
              <a:xfrm>
                <a:off x="10753684" y="8420279"/>
                <a:ext cx="17091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solidFill>
                      <a:schemeClr val="bg1"/>
                    </a:solidFill>
                    <a:latin typeface="Titillium Web SemiBold" panose="00000700000000000000" pitchFamily="2" charset="0"/>
                    <a:ea typeface="Roboto" panose="02000000000000000000" pitchFamily="2" charset="0"/>
                    <a:cs typeface="Poppins" panose="00000500000000000000" pitchFamily="2" charset="0"/>
                  </a:rPr>
                  <a:t>collab@annual.id</a:t>
                </a:r>
              </a:p>
            </p:txBody>
          </p:sp>
          <p:sp>
            <p:nvSpPr>
              <p:cNvPr id="50" name="Google Shape;231;p8"/>
              <p:cNvSpPr/>
              <p:nvPr/>
            </p:nvSpPr>
            <p:spPr>
              <a:xfrm>
                <a:off x="10468356" y="8502552"/>
                <a:ext cx="210338" cy="157602"/>
              </a:xfrm>
              <a:custGeom>
                <a:avLst/>
                <a:gdLst/>
                <a:ahLst/>
                <a:cxnLst/>
                <a:rect l="l" t="t" r="r" b="b"/>
                <a:pathLst>
                  <a:path w="5947" h="4456" extrusionOk="0">
                    <a:moveTo>
                      <a:pt x="560" y="1"/>
                    </a:moveTo>
                    <a:lnTo>
                      <a:pt x="448" y="19"/>
                    </a:lnTo>
                    <a:lnTo>
                      <a:pt x="336" y="38"/>
                    </a:lnTo>
                    <a:lnTo>
                      <a:pt x="243" y="94"/>
                    </a:lnTo>
                    <a:lnTo>
                      <a:pt x="168" y="168"/>
                    </a:lnTo>
                    <a:lnTo>
                      <a:pt x="94" y="243"/>
                    </a:lnTo>
                    <a:lnTo>
                      <a:pt x="56" y="336"/>
                    </a:lnTo>
                    <a:lnTo>
                      <a:pt x="19" y="448"/>
                    </a:lnTo>
                    <a:lnTo>
                      <a:pt x="1" y="560"/>
                    </a:lnTo>
                    <a:lnTo>
                      <a:pt x="1" y="783"/>
                    </a:lnTo>
                    <a:lnTo>
                      <a:pt x="19" y="839"/>
                    </a:lnTo>
                    <a:lnTo>
                      <a:pt x="38" y="895"/>
                    </a:lnTo>
                    <a:lnTo>
                      <a:pt x="75" y="951"/>
                    </a:lnTo>
                    <a:lnTo>
                      <a:pt x="112" y="1007"/>
                    </a:lnTo>
                    <a:lnTo>
                      <a:pt x="672" y="1436"/>
                    </a:lnTo>
                    <a:lnTo>
                      <a:pt x="2126" y="2498"/>
                    </a:lnTo>
                    <a:lnTo>
                      <a:pt x="2293" y="2629"/>
                    </a:lnTo>
                    <a:lnTo>
                      <a:pt x="2517" y="2778"/>
                    </a:lnTo>
                    <a:lnTo>
                      <a:pt x="2647" y="2852"/>
                    </a:lnTo>
                    <a:lnTo>
                      <a:pt x="2759" y="2927"/>
                    </a:lnTo>
                    <a:lnTo>
                      <a:pt x="2871" y="2964"/>
                    </a:lnTo>
                    <a:lnTo>
                      <a:pt x="3076" y="2964"/>
                    </a:lnTo>
                    <a:lnTo>
                      <a:pt x="3188" y="2927"/>
                    </a:lnTo>
                    <a:lnTo>
                      <a:pt x="3318" y="2852"/>
                    </a:lnTo>
                    <a:lnTo>
                      <a:pt x="3430" y="2778"/>
                    </a:lnTo>
                    <a:lnTo>
                      <a:pt x="3654" y="2629"/>
                    </a:lnTo>
                    <a:lnTo>
                      <a:pt x="3822" y="2498"/>
                    </a:lnTo>
                    <a:lnTo>
                      <a:pt x="5276" y="1436"/>
                    </a:lnTo>
                    <a:lnTo>
                      <a:pt x="5835" y="1007"/>
                    </a:lnTo>
                    <a:lnTo>
                      <a:pt x="5891" y="951"/>
                    </a:lnTo>
                    <a:lnTo>
                      <a:pt x="5909" y="895"/>
                    </a:lnTo>
                    <a:lnTo>
                      <a:pt x="5947" y="839"/>
                    </a:lnTo>
                    <a:lnTo>
                      <a:pt x="5947" y="783"/>
                    </a:lnTo>
                    <a:lnTo>
                      <a:pt x="5947" y="560"/>
                    </a:lnTo>
                    <a:lnTo>
                      <a:pt x="5928" y="448"/>
                    </a:lnTo>
                    <a:lnTo>
                      <a:pt x="5909" y="336"/>
                    </a:lnTo>
                    <a:lnTo>
                      <a:pt x="5853" y="243"/>
                    </a:lnTo>
                    <a:lnTo>
                      <a:pt x="5779" y="168"/>
                    </a:lnTo>
                    <a:lnTo>
                      <a:pt x="5704" y="94"/>
                    </a:lnTo>
                    <a:lnTo>
                      <a:pt x="5611" y="38"/>
                    </a:lnTo>
                    <a:lnTo>
                      <a:pt x="5499" y="19"/>
                    </a:lnTo>
                    <a:lnTo>
                      <a:pt x="5387" y="1"/>
                    </a:lnTo>
                    <a:close/>
                    <a:moveTo>
                      <a:pt x="75" y="1454"/>
                    </a:moveTo>
                    <a:lnTo>
                      <a:pt x="38" y="1473"/>
                    </a:lnTo>
                    <a:lnTo>
                      <a:pt x="19" y="1492"/>
                    </a:lnTo>
                    <a:lnTo>
                      <a:pt x="1" y="1529"/>
                    </a:lnTo>
                    <a:lnTo>
                      <a:pt x="1" y="3896"/>
                    </a:lnTo>
                    <a:lnTo>
                      <a:pt x="19" y="4008"/>
                    </a:lnTo>
                    <a:lnTo>
                      <a:pt x="56" y="4120"/>
                    </a:lnTo>
                    <a:lnTo>
                      <a:pt x="94" y="4213"/>
                    </a:lnTo>
                    <a:lnTo>
                      <a:pt x="168" y="4288"/>
                    </a:lnTo>
                    <a:lnTo>
                      <a:pt x="243" y="4362"/>
                    </a:lnTo>
                    <a:lnTo>
                      <a:pt x="336" y="4418"/>
                    </a:lnTo>
                    <a:lnTo>
                      <a:pt x="448" y="4437"/>
                    </a:lnTo>
                    <a:lnTo>
                      <a:pt x="560" y="4455"/>
                    </a:lnTo>
                    <a:lnTo>
                      <a:pt x="5387" y="4455"/>
                    </a:lnTo>
                    <a:lnTo>
                      <a:pt x="5499" y="4437"/>
                    </a:lnTo>
                    <a:lnTo>
                      <a:pt x="5611" y="4418"/>
                    </a:lnTo>
                    <a:lnTo>
                      <a:pt x="5704" y="4362"/>
                    </a:lnTo>
                    <a:lnTo>
                      <a:pt x="5779" y="4288"/>
                    </a:lnTo>
                    <a:lnTo>
                      <a:pt x="5853" y="4213"/>
                    </a:lnTo>
                    <a:lnTo>
                      <a:pt x="5909" y="4120"/>
                    </a:lnTo>
                    <a:lnTo>
                      <a:pt x="5928" y="4008"/>
                    </a:lnTo>
                    <a:lnTo>
                      <a:pt x="5947" y="3896"/>
                    </a:lnTo>
                    <a:lnTo>
                      <a:pt x="5947" y="1529"/>
                    </a:lnTo>
                    <a:lnTo>
                      <a:pt x="5928" y="1492"/>
                    </a:lnTo>
                    <a:lnTo>
                      <a:pt x="5909" y="1473"/>
                    </a:lnTo>
                    <a:lnTo>
                      <a:pt x="5872" y="1454"/>
                    </a:lnTo>
                    <a:lnTo>
                      <a:pt x="5835" y="1473"/>
                    </a:lnTo>
                    <a:lnTo>
                      <a:pt x="5294" y="1883"/>
                    </a:lnTo>
                    <a:lnTo>
                      <a:pt x="4045" y="2797"/>
                    </a:lnTo>
                    <a:lnTo>
                      <a:pt x="3840" y="2946"/>
                    </a:lnTo>
                    <a:lnTo>
                      <a:pt x="3579" y="3132"/>
                    </a:lnTo>
                    <a:lnTo>
                      <a:pt x="3430" y="3207"/>
                    </a:lnTo>
                    <a:lnTo>
                      <a:pt x="3281" y="3281"/>
                    </a:lnTo>
                    <a:lnTo>
                      <a:pt x="3132" y="3337"/>
                    </a:lnTo>
                    <a:lnTo>
                      <a:pt x="2815" y="3337"/>
                    </a:lnTo>
                    <a:lnTo>
                      <a:pt x="2666" y="3281"/>
                    </a:lnTo>
                    <a:lnTo>
                      <a:pt x="2517" y="3225"/>
                    </a:lnTo>
                    <a:lnTo>
                      <a:pt x="2386" y="3132"/>
                    </a:lnTo>
                    <a:lnTo>
                      <a:pt x="2126" y="2946"/>
                    </a:lnTo>
                    <a:lnTo>
                      <a:pt x="1902" y="2797"/>
                    </a:lnTo>
                    <a:lnTo>
                      <a:pt x="672" y="1883"/>
                    </a:lnTo>
                    <a:lnTo>
                      <a:pt x="112" y="1473"/>
                    </a:lnTo>
                    <a:lnTo>
                      <a:pt x="75" y="145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14002612" y="8420279"/>
              <a:ext cx="2174293" cy="338554"/>
              <a:chOff x="15016427" y="8420279"/>
              <a:chExt cx="2174293" cy="338554"/>
            </a:xfrm>
          </p:grpSpPr>
          <p:sp>
            <p:nvSpPr>
              <p:cNvPr id="54" name="TextBox 53"/>
              <p:cNvSpPr txBox="1"/>
              <p:nvPr/>
            </p:nvSpPr>
            <p:spPr>
              <a:xfrm>
                <a:off x="15263589" y="8420279"/>
                <a:ext cx="192713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solidFill>
                      <a:schemeClr val="bg1"/>
                    </a:solidFill>
                    <a:latin typeface="Titillium Web SemiBold" panose="00000700000000000000" pitchFamily="2" charset="0"/>
                    <a:ea typeface="Roboto" panose="02000000000000000000" pitchFamily="2" charset="0"/>
                    <a:cs typeface="Poppins" panose="00000500000000000000" pitchFamily="2" charset="0"/>
                  </a:rPr>
                  <a:t>www.company.com</a:t>
                </a:r>
              </a:p>
            </p:txBody>
          </p:sp>
          <p:sp>
            <p:nvSpPr>
              <p:cNvPr id="59" name="Google Shape;51;p7"/>
              <p:cNvSpPr/>
              <p:nvPr/>
            </p:nvSpPr>
            <p:spPr>
              <a:xfrm>
                <a:off x="15016427" y="8470500"/>
                <a:ext cx="210538" cy="210538"/>
              </a:xfrm>
              <a:custGeom>
                <a:avLst/>
                <a:gdLst/>
                <a:ahLst/>
                <a:cxnLst/>
                <a:rect l="l" t="t" r="r" b="b"/>
                <a:pathLst>
                  <a:path w="5742" h="5742" extrusionOk="0">
                    <a:moveTo>
                      <a:pt x="4940" y="1827"/>
                    </a:moveTo>
                    <a:lnTo>
                      <a:pt x="5052" y="2069"/>
                    </a:lnTo>
                    <a:lnTo>
                      <a:pt x="5126" y="2330"/>
                    </a:lnTo>
                    <a:lnTo>
                      <a:pt x="5182" y="2591"/>
                    </a:lnTo>
                    <a:lnTo>
                      <a:pt x="5182" y="2871"/>
                    </a:lnTo>
                    <a:lnTo>
                      <a:pt x="5163" y="3169"/>
                    </a:lnTo>
                    <a:lnTo>
                      <a:pt x="4828" y="3076"/>
                    </a:lnTo>
                    <a:lnTo>
                      <a:pt x="4735" y="3039"/>
                    </a:lnTo>
                    <a:lnTo>
                      <a:pt x="4660" y="2964"/>
                    </a:lnTo>
                    <a:lnTo>
                      <a:pt x="4455" y="2647"/>
                    </a:lnTo>
                    <a:lnTo>
                      <a:pt x="4418" y="2573"/>
                    </a:lnTo>
                    <a:lnTo>
                      <a:pt x="4418" y="2498"/>
                    </a:lnTo>
                    <a:lnTo>
                      <a:pt x="4418" y="2423"/>
                    </a:lnTo>
                    <a:lnTo>
                      <a:pt x="4455" y="2349"/>
                    </a:lnTo>
                    <a:lnTo>
                      <a:pt x="4679" y="1995"/>
                    </a:lnTo>
                    <a:lnTo>
                      <a:pt x="4735" y="1957"/>
                    </a:lnTo>
                    <a:lnTo>
                      <a:pt x="4791" y="1902"/>
                    </a:lnTo>
                    <a:lnTo>
                      <a:pt x="4940" y="1827"/>
                    </a:lnTo>
                    <a:close/>
                    <a:moveTo>
                      <a:pt x="2778" y="541"/>
                    </a:moveTo>
                    <a:lnTo>
                      <a:pt x="3113" y="876"/>
                    </a:lnTo>
                    <a:lnTo>
                      <a:pt x="3150" y="932"/>
                    </a:lnTo>
                    <a:lnTo>
                      <a:pt x="3169" y="1007"/>
                    </a:lnTo>
                    <a:lnTo>
                      <a:pt x="3150" y="1081"/>
                    </a:lnTo>
                    <a:lnTo>
                      <a:pt x="3113" y="1137"/>
                    </a:lnTo>
                    <a:lnTo>
                      <a:pt x="3057" y="1193"/>
                    </a:lnTo>
                    <a:lnTo>
                      <a:pt x="2945" y="1324"/>
                    </a:lnTo>
                    <a:lnTo>
                      <a:pt x="2908" y="1342"/>
                    </a:lnTo>
                    <a:lnTo>
                      <a:pt x="2908" y="1380"/>
                    </a:lnTo>
                    <a:lnTo>
                      <a:pt x="2908" y="1417"/>
                    </a:lnTo>
                    <a:lnTo>
                      <a:pt x="2945" y="1454"/>
                    </a:lnTo>
                    <a:lnTo>
                      <a:pt x="2983" y="1491"/>
                    </a:lnTo>
                    <a:lnTo>
                      <a:pt x="3020" y="1529"/>
                    </a:lnTo>
                    <a:lnTo>
                      <a:pt x="3020" y="1566"/>
                    </a:lnTo>
                    <a:lnTo>
                      <a:pt x="3020" y="1603"/>
                    </a:lnTo>
                    <a:lnTo>
                      <a:pt x="2983" y="1641"/>
                    </a:lnTo>
                    <a:lnTo>
                      <a:pt x="2889" y="1734"/>
                    </a:lnTo>
                    <a:lnTo>
                      <a:pt x="2871" y="1752"/>
                    </a:lnTo>
                    <a:lnTo>
                      <a:pt x="2684" y="1752"/>
                    </a:lnTo>
                    <a:lnTo>
                      <a:pt x="2666" y="1771"/>
                    </a:lnTo>
                    <a:lnTo>
                      <a:pt x="2554" y="1883"/>
                    </a:lnTo>
                    <a:lnTo>
                      <a:pt x="2517" y="1939"/>
                    </a:lnTo>
                    <a:lnTo>
                      <a:pt x="2535" y="1995"/>
                    </a:lnTo>
                    <a:lnTo>
                      <a:pt x="2703" y="2368"/>
                    </a:lnTo>
                    <a:lnTo>
                      <a:pt x="2722" y="2405"/>
                    </a:lnTo>
                    <a:lnTo>
                      <a:pt x="2703" y="2442"/>
                    </a:lnTo>
                    <a:lnTo>
                      <a:pt x="2666" y="2479"/>
                    </a:lnTo>
                    <a:lnTo>
                      <a:pt x="2628" y="2498"/>
                    </a:lnTo>
                    <a:lnTo>
                      <a:pt x="2554" y="2498"/>
                    </a:lnTo>
                    <a:lnTo>
                      <a:pt x="2535" y="2479"/>
                    </a:lnTo>
                    <a:lnTo>
                      <a:pt x="2498" y="2479"/>
                    </a:lnTo>
                    <a:lnTo>
                      <a:pt x="2386" y="2386"/>
                    </a:lnTo>
                    <a:lnTo>
                      <a:pt x="2349" y="2349"/>
                    </a:lnTo>
                    <a:lnTo>
                      <a:pt x="2312" y="2330"/>
                    </a:lnTo>
                    <a:lnTo>
                      <a:pt x="2256" y="2330"/>
                    </a:lnTo>
                    <a:lnTo>
                      <a:pt x="2218" y="2349"/>
                    </a:lnTo>
                    <a:lnTo>
                      <a:pt x="1846" y="2461"/>
                    </a:lnTo>
                    <a:lnTo>
                      <a:pt x="1808" y="2479"/>
                    </a:lnTo>
                    <a:lnTo>
                      <a:pt x="1790" y="2517"/>
                    </a:lnTo>
                    <a:lnTo>
                      <a:pt x="1771" y="2554"/>
                    </a:lnTo>
                    <a:lnTo>
                      <a:pt x="1752" y="2591"/>
                    </a:lnTo>
                    <a:lnTo>
                      <a:pt x="1771" y="2666"/>
                    </a:lnTo>
                    <a:lnTo>
                      <a:pt x="1827" y="2722"/>
                    </a:lnTo>
                    <a:lnTo>
                      <a:pt x="1957" y="2778"/>
                    </a:lnTo>
                    <a:lnTo>
                      <a:pt x="2125" y="2852"/>
                    </a:lnTo>
                    <a:lnTo>
                      <a:pt x="2312" y="2871"/>
                    </a:lnTo>
                    <a:lnTo>
                      <a:pt x="2367" y="2871"/>
                    </a:lnTo>
                    <a:lnTo>
                      <a:pt x="2405" y="2908"/>
                    </a:lnTo>
                    <a:lnTo>
                      <a:pt x="2498" y="3039"/>
                    </a:lnTo>
                    <a:lnTo>
                      <a:pt x="2591" y="3150"/>
                    </a:lnTo>
                    <a:lnTo>
                      <a:pt x="2647" y="3206"/>
                    </a:lnTo>
                    <a:lnTo>
                      <a:pt x="2684" y="3244"/>
                    </a:lnTo>
                    <a:lnTo>
                      <a:pt x="3523" y="3244"/>
                    </a:lnTo>
                    <a:lnTo>
                      <a:pt x="3598" y="3262"/>
                    </a:lnTo>
                    <a:lnTo>
                      <a:pt x="3672" y="3300"/>
                    </a:lnTo>
                    <a:lnTo>
                      <a:pt x="3728" y="3337"/>
                    </a:lnTo>
                    <a:lnTo>
                      <a:pt x="3877" y="3505"/>
                    </a:lnTo>
                    <a:lnTo>
                      <a:pt x="3933" y="3560"/>
                    </a:lnTo>
                    <a:lnTo>
                      <a:pt x="3952" y="3616"/>
                    </a:lnTo>
                    <a:lnTo>
                      <a:pt x="3970" y="3691"/>
                    </a:lnTo>
                    <a:lnTo>
                      <a:pt x="3989" y="3747"/>
                    </a:lnTo>
                    <a:lnTo>
                      <a:pt x="3970" y="3859"/>
                    </a:lnTo>
                    <a:lnTo>
                      <a:pt x="3952" y="3971"/>
                    </a:lnTo>
                    <a:lnTo>
                      <a:pt x="3896" y="4064"/>
                    </a:lnTo>
                    <a:lnTo>
                      <a:pt x="3821" y="4138"/>
                    </a:lnTo>
                    <a:lnTo>
                      <a:pt x="3691" y="4269"/>
                    </a:lnTo>
                    <a:lnTo>
                      <a:pt x="3654" y="4325"/>
                    </a:lnTo>
                    <a:lnTo>
                      <a:pt x="3616" y="4399"/>
                    </a:lnTo>
                    <a:lnTo>
                      <a:pt x="3560" y="4586"/>
                    </a:lnTo>
                    <a:lnTo>
                      <a:pt x="3374" y="5126"/>
                    </a:lnTo>
                    <a:lnTo>
                      <a:pt x="3113" y="5164"/>
                    </a:lnTo>
                    <a:lnTo>
                      <a:pt x="2871" y="5182"/>
                    </a:lnTo>
                    <a:lnTo>
                      <a:pt x="2871" y="4865"/>
                    </a:lnTo>
                    <a:lnTo>
                      <a:pt x="2871" y="4735"/>
                    </a:lnTo>
                    <a:lnTo>
                      <a:pt x="2815" y="4586"/>
                    </a:lnTo>
                    <a:lnTo>
                      <a:pt x="2722" y="4418"/>
                    </a:lnTo>
                    <a:lnTo>
                      <a:pt x="2610" y="4269"/>
                    </a:lnTo>
                    <a:lnTo>
                      <a:pt x="2554" y="4213"/>
                    </a:lnTo>
                    <a:lnTo>
                      <a:pt x="2535" y="4157"/>
                    </a:lnTo>
                    <a:lnTo>
                      <a:pt x="2498" y="4082"/>
                    </a:lnTo>
                    <a:lnTo>
                      <a:pt x="2498" y="4008"/>
                    </a:lnTo>
                    <a:lnTo>
                      <a:pt x="2498" y="3635"/>
                    </a:lnTo>
                    <a:lnTo>
                      <a:pt x="2479" y="3542"/>
                    </a:lnTo>
                    <a:lnTo>
                      <a:pt x="2442" y="3449"/>
                    </a:lnTo>
                    <a:lnTo>
                      <a:pt x="2386" y="3374"/>
                    </a:lnTo>
                    <a:lnTo>
                      <a:pt x="2312" y="3318"/>
                    </a:lnTo>
                    <a:lnTo>
                      <a:pt x="1734" y="3020"/>
                    </a:lnTo>
                    <a:lnTo>
                      <a:pt x="1547" y="2889"/>
                    </a:lnTo>
                    <a:lnTo>
                      <a:pt x="1380" y="2759"/>
                    </a:lnTo>
                    <a:lnTo>
                      <a:pt x="1361" y="2759"/>
                    </a:lnTo>
                    <a:lnTo>
                      <a:pt x="1249" y="2628"/>
                    </a:lnTo>
                    <a:lnTo>
                      <a:pt x="1156" y="2517"/>
                    </a:lnTo>
                    <a:lnTo>
                      <a:pt x="746" y="1920"/>
                    </a:lnTo>
                    <a:lnTo>
                      <a:pt x="858" y="1734"/>
                    </a:lnTo>
                    <a:lnTo>
                      <a:pt x="969" y="1547"/>
                    </a:lnTo>
                    <a:lnTo>
                      <a:pt x="1100" y="1380"/>
                    </a:lnTo>
                    <a:lnTo>
                      <a:pt x="1249" y="1212"/>
                    </a:lnTo>
                    <a:lnTo>
                      <a:pt x="1398" y="1063"/>
                    </a:lnTo>
                    <a:lnTo>
                      <a:pt x="1566" y="951"/>
                    </a:lnTo>
                    <a:lnTo>
                      <a:pt x="1752" y="839"/>
                    </a:lnTo>
                    <a:lnTo>
                      <a:pt x="1957" y="727"/>
                    </a:lnTo>
                    <a:lnTo>
                      <a:pt x="2237" y="876"/>
                    </a:lnTo>
                    <a:lnTo>
                      <a:pt x="2274" y="895"/>
                    </a:lnTo>
                    <a:lnTo>
                      <a:pt x="2367" y="895"/>
                    </a:lnTo>
                    <a:lnTo>
                      <a:pt x="2405" y="858"/>
                    </a:lnTo>
                    <a:lnTo>
                      <a:pt x="2442" y="839"/>
                    </a:lnTo>
                    <a:lnTo>
                      <a:pt x="2479" y="802"/>
                    </a:lnTo>
                    <a:lnTo>
                      <a:pt x="2498" y="764"/>
                    </a:lnTo>
                    <a:lnTo>
                      <a:pt x="2498" y="709"/>
                    </a:lnTo>
                    <a:lnTo>
                      <a:pt x="2498" y="578"/>
                    </a:lnTo>
                    <a:lnTo>
                      <a:pt x="2778" y="541"/>
                    </a:lnTo>
                    <a:close/>
                    <a:moveTo>
                      <a:pt x="2573" y="0"/>
                    </a:moveTo>
                    <a:lnTo>
                      <a:pt x="2293" y="56"/>
                    </a:lnTo>
                    <a:lnTo>
                      <a:pt x="2013" y="131"/>
                    </a:lnTo>
                    <a:lnTo>
                      <a:pt x="1752" y="224"/>
                    </a:lnTo>
                    <a:lnTo>
                      <a:pt x="1491" y="336"/>
                    </a:lnTo>
                    <a:lnTo>
                      <a:pt x="1268" y="485"/>
                    </a:lnTo>
                    <a:lnTo>
                      <a:pt x="1044" y="653"/>
                    </a:lnTo>
                    <a:lnTo>
                      <a:pt x="839" y="839"/>
                    </a:lnTo>
                    <a:lnTo>
                      <a:pt x="653" y="1044"/>
                    </a:lnTo>
                    <a:lnTo>
                      <a:pt x="485" y="1268"/>
                    </a:lnTo>
                    <a:lnTo>
                      <a:pt x="336" y="1491"/>
                    </a:lnTo>
                    <a:lnTo>
                      <a:pt x="224" y="1752"/>
                    </a:lnTo>
                    <a:lnTo>
                      <a:pt x="131" y="2013"/>
                    </a:lnTo>
                    <a:lnTo>
                      <a:pt x="56" y="2293"/>
                    </a:lnTo>
                    <a:lnTo>
                      <a:pt x="0" y="2573"/>
                    </a:lnTo>
                    <a:lnTo>
                      <a:pt x="0" y="2871"/>
                    </a:lnTo>
                    <a:lnTo>
                      <a:pt x="0" y="3169"/>
                    </a:lnTo>
                    <a:lnTo>
                      <a:pt x="56" y="3449"/>
                    </a:lnTo>
                    <a:lnTo>
                      <a:pt x="131" y="3728"/>
                    </a:lnTo>
                    <a:lnTo>
                      <a:pt x="224" y="3989"/>
                    </a:lnTo>
                    <a:lnTo>
                      <a:pt x="336" y="4250"/>
                    </a:lnTo>
                    <a:lnTo>
                      <a:pt x="485" y="4474"/>
                    </a:lnTo>
                    <a:lnTo>
                      <a:pt x="653" y="4698"/>
                    </a:lnTo>
                    <a:lnTo>
                      <a:pt x="839" y="4903"/>
                    </a:lnTo>
                    <a:lnTo>
                      <a:pt x="1044" y="5089"/>
                    </a:lnTo>
                    <a:lnTo>
                      <a:pt x="1268" y="5257"/>
                    </a:lnTo>
                    <a:lnTo>
                      <a:pt x="1491" y="5406"/>
                    </a:lnTo>
                    <a:lnTo>
                      <a:pt x="1752" y="5518"/>
                    </a:lnTo>
                    <a:lnTo>
                      <a:pt x="2013" y="5611"/>
                    </a:lnTo>
                    <a:lnTo>
                      <a:pt x="2293" y="5685"/>
                    </a:lnTo>
                    <a:lnTo>
                      <a:pt x="2573" y="5741"/>
                    </a:lnTo>
                    <a:lnTo>
                      <a:pt x="3169" y="5741"/>
                    </a:lnTo>
                    <a:lnTo>
                      <a:pt x="3449" y="5685"/>
                    </a:lnTo>
                    <a:lnTo>
                      <a:pt x="3728" y="5611"/>
                    </a:lnTo>
                    <a:lnTo>
                      <a:pt x="3989" y="5518"/>
                    </a:lnTo>
                    <a:lnTo>
                      <a:pt x="4250" y="5406"/>
                    </a:lnTo>
                    <a:lnTo>
                      <a:pt x="4474" y="5257"/>
                    </a:lnTo>
                    <a:lnTo>
                      <a:pt x="4697" y="5089"/>
                    </a:lnTo>
                    <a:lnTo>
                      <a:pt x="4902" y="4903"/>
                    </a:lnTo>
                    <a:lnTo>
                      <a:pt x="5089" y="4698"/>
                    </a:lnTo>
                    <a:lnTo>
                      <a:pt x="5257" y="4474"/>
                    </a:lnTo>
                    <a:lnTo>
                      <a:pt x="5406" y="4250"/>
                    </a:lnTo>
                    <a:lnTo>
                      <a:pt x="5518" y="3989"/>
                    </a:lnTo>
                    <a:lnTo>
                      <a:pt x="5611" y="3728"/>
                    </a:lnTo>
                    <a:lnTo>
                      <a:pt x="5685" y="3449"/>
                    </a:lnTo>
                    <a:lnTo>
                      <a:pt x="5741" y="3169"/>
                    </a:lnTo>
                    <a:lnTo>
                      <a:pt x="5741" y="2871"/>
                    </a:lnTo>
                    <a:lnTo>
                      <a:pt x="5741" y="2573"/>
                    </a:lnTo>
                    <a:lnTo>
                      <a:pt x="5685" y="2293"/>
                    </a:lnTo>
                    <a:lnTo>
                      <a:pt x="5611" y="2013"/>
                    </a:lnTo>
                    <a:lnTo>
                      <a:pt x="5518" y="1752"/>
                    </a:lnTo>
                    <a:lnTo>
                      <a:pt x="5406" y="1491"/>
                    </a:lnTo>
                    <a:lnTo>
                      <a:pt x="5257" y="1268"/>
                    </a:lnTo>
                    <a:lnTo>
                      <a:pt x="5089" y="1044"/>
                    </a:lnTo>
                    <a:lnTo>
                      <a:pt x="4902" y="839"/>
                    </a:lnTo>
                    <a:lnTo>
                      <a:pt x="4697" y="653"/>
                    </a:lnTo>
                    <a:lnTo>
                      <a:pt x="4474" y="485"/>
                    </a:lnTo>
                    <a:lnTo>
                      <a:pt x="4250" y="336"/>
                    </a:lnTo>
                    <a:lnTo>
                      <a:pt x="3989" y="224"/>
                    </a:lnTo>
                    <a:lnTo>
                      <a:pt x="3728" y="131"/>
                    </a:lnTo>
                    <a:lnTo>
                      <a:pt x="3449" y="56"/>
                    </a:lnTo>
                    <a:lnTo>
                      <a:pt x="3169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14810961"/>
      </p:ext>
    </p:extLst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3E6ED"/>
      </a:lt2>
      <a:accent1>
        <a:srgbClr val="00CCFF"/>
      </a:accent1>
      <a:accent2>
        <a:srgbClr val="00B0F0"/>
      </a:accent2>
      <a:accent3>
        <a:srgbClr val="056AFF"/>
      </a:accent3>
      <a:accent4>
        <a:srgbClr val="FFC000"/>
      </a:accent4>
      <a:accent5>
        <a:srgbClr val="03D393"/>
      </a:accent5>
      <a:accent6>
        <a:srgbClr val="E5FAE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ummy - Food Presentation Template" id="{B806F532-3A0E-4566-A9D6-2118FE2E8D59}" vid="{7964A84F-62B3-4F55-9A0E-1D4B12AF08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9597575</TotalTime>
  <Words>3456</Words>
  <Application>Microsoft Office PowerPoint</Application>
  <PresentationFormat>Custom</PresentationFormat>
  <Paragraphs>511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Arial</vt:lpstr>
      <vt:lpstr>Calibri</vt:lpstr>
      <vt:lpstr>Calibri Light</vt:lpstr>
      <vt:lpstr>Lato</vt:lpstr>
      <vt:lpstr>Poppins</vt:lpstr>
      <vt:lpstr>Raleway</vt:lpstr>
      <vt:lpstr>Roboto</vt:lpstr>
      <vt:lpstr>Titillium Web</vt:lpstr>
      <vt:lpstr>Titillium Web Light</vt:lpstr>
      <vt:lpstr>Titillium Web SemiBold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Awesomness</dc:title>
  <dc:creator>MEGATRON</dc:creator>
  <cp:lastModifiedBy>Kyle Kramer</cp:lastModifiedBy>
  <cp:revision>3412</cp:revision>
  <dcterms:created xsi:type="dcterms:W3CDTF">2019-09-17T09:07:59Z</dcterms:created>
  <dcterms:modified xsi:type="dcterms:W3CDTF">2023-10-02T19:13:01Z</dcterms:modified>
</cp:coreProperties>
</file>