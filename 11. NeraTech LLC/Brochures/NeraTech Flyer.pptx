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2" r:id="rId4"/>
  </p:sldMasterIdLst>
  <p:sldIdLst>
    <p:sldId id="275" r:id="rId5"/>
  </p:sldIdLst>
  <p:sldSz cx="7772400" cy="10058400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448" userDrawn="1">
          <p15:clr>
            <a:srgbClr val="A4A3A4"/>
          </p15:clr>
        </p15:guide>
        <p15:guide id="2" pos="3984" userDrawn="1">
          <p15:clr>
            <a:srgbClr val="A4A3A4"/>
          </p15:clr>
        </p15:guide>
        <p15:guide id="3" orient="horz" pos="31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3179" autoAdjust="0"/>
  </p:normalViewPr>
  <p:slideViewPr>
    <p:cSldViewPr snapToGrid="0" showGuides="1">
      <p:cViewPr varScale="1">
        <p:scale>
          <a:sx n="71" d="100"/>
          <a:sy n="71" d="100"/>
        </p:scale>
        <p:origin x="3096" y="78"/>
      </p:cViewPr>
      <p:guideLst>
        <p:guide pos="2448"/>
        <p:guide pos="3984"/>
        <p:guide orient="horz" pos="31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BFA9DE4-577A-4A35-9C21-223E7666D69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7772400" cy="10058400"/>
          </a:xfrm>
          <a:solidFill>
            <a:schemeClr val="accent5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739158" y="1677928"/>
            <a:ext cx="4572000" cy="2240280"/>
          </a:xfrm>
        </p:spPr>
        <p:txBody>
          <a:bodyPr anchor="b">
            <a:noAutofit/>
          </a:bodyPr>
          <a:lstStyle>
            <a:lvl1pPr algn="r">
              <a:defRPr sz="540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86200" y="4077934"/>
            <a:ext cx="3429001" cy="1051560"/>
          </a:xfrm>
        </p:spPr>
        <p:txBody>
          <a:bodyPr>
            <a:noAutofit/>
          </a:bodyPr>
          <a:lstStyle>
            <a:lvl1pPr marL="0" indent="0" algn="r">
              <a:lnSpc>
                <a:spcPts val="2400"/>
              </a:lnSpc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7852F5B-BB25-4EC0-98BC-873C9A5BE98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665124" y="398525"/>
            <a:ext cx="640080" cy="640080"/>
          </a:xfrm>
        </p:spPr>
        <p:txBody>
          <a:bodyPr>
            <a:normAutofit/>
          </a:bodyPr>
          <a:lstStyle>
            <a:lvl1pPr>
              <a:defRPr sz="1000">
                <a:latin typeface="+mn-lt"/>
              </a:defRPr>
            </a:lvl1pPr>
          </a:lstStyle>
          <a:p>
            <a:r>
              <a:rPr lang="en-US" dirty="0"/>
              <a:t>Add Logo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3A43B6-0646-4480-A294-06FA2179A9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2780" y="1051560"/>
            <a:ext cx="3392424" cy="266878"/>
          </a:xfrm>
        </p:spPr>
        <p:txBody>
          <a:bodyPr>
            <a:noAutofit/>
          </a:bodyPr>
          <a:lstStyle>
            <a:lvl1pPr algn="r">
              <a:defRPr sz="1100" b="1" cap="all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4120FC88-DF37-4CBA-9124-C40A37D6E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1" y="5303520"/>
            <a:ext cx="3566160" cy="1005839"/>
          </a:xfrm>
        </p:spPr>
        <p:txBody>
          <a:bodyPr vert="horz" lIns="91440" tIns="45720" rIns="91440" bIns="45720" rtlCol="0">
            <a:noAutofit/>
          </a:bodyPr>
          <a:lstStyle>
            <a:lvl1pPr algn="r">
              <a:lnSpc>
                <a:spcPts val="2000"/>
              </a:lnSpc>
              <a:spcBef>
                <a:spcPts val="0"/>
              </a:spcBef>
              <a:defRPr lang="en-US" sz="140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 algn="r"/>
            <a:r>
              <a:rPr lang="en-US" dirty="0"/>
              <a:t>Click to add text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ADFD43-AA95-421B-B21A-AC3B2FABB5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9365112"/>
            <a:ext cx="6858000" cy="401637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6149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 B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BFA9DE4-577A-4A35-9C21-223E7666D69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82880" y="187596"/>
            <a:ext cx="7406640" cy="4846320"/>
          </a:xfrm>
          <a:solidFill>
            <a:schemeClr val="accent5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743200" y="5650992"/>
            <a:ext cx="4572000" cy="1304944"/>
          </a:xfrm>
        </p:spPr>
        <p:txBody>
          <a:bodyPr anchor="b">
            <a:noAutofit/>
          </a:bodyPr>
          <a:lstStyle>
            <a:lvl1pPr algn="l"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743200" y="7077456"/>
            <a:ext cx="4571999" cy="1005840"/>
          </a:xfrm>
        </p:spPr>
        <p:txBody>
          <a:bodyPr>
            <a:noAutofit/>
          </a:bodyPr>
          <a:lstStyle>
            <a:lvl1pPr marL="0" indent="0" algn="l">
              <a:lnSpc>
                <a:spcPts val="1800"/>
              </a:lnSpc>
              <a:spcBef>
                <a:spcPts val="850"/>
              </a:spcBef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 dirty="0"/>
              <a:t>Click to add Subtitle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1019DCF-7FA2-48E9-B5CC-A9085F8D79B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95349" y="6424103"/>
            <a:ext cx="1005840" cy="1005840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Logo Here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AECCC28-200E-45EA-9B70-E24203D0416D}"/>
              </a:ext>
            </a:extLst>
          </p:cNvPr>
          <p:cNvCxnSpPr>
            <a:cxnSpLocks/>
          </p:cNvCxnSpPr>
          <p:nvPr userDrawn="1"/>
        </p:nvCxnSpPr>
        <p:spPr>
          <a:xfrm>
            <a:off x="2556807" y="5718329"/>
            <a:ext cx="0" cy="3291840"/>
          </a:xfrm>
          <a:prstGeom prst="line">
            <a:avLst/>
          </a:prstGeom>
          <a:ln w="19050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C88699F-C946-4F15-A32A-45039AB839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3200" y="8266176"/>
            <a:ext cx="4572000" cy="832104"/>
          </a:xfrm>
        </p:spPr>
        <p:txBody>
          <a:bodyPr>
            <a:noAutofit/>
          </a:bodyPr>
          <a:lstStyle>
            <a:lvl1pPr>
              <a:lnSpc>
                <a:spcPts val="1900"/>
              </a:lnSpc>
              <a:spcBef>
                <a:spcPts val="0"/>
              </a:spcBef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023FD8-D145-452C-8BB9-9011AB5AD5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372600"/>
            <a:ext cx="6858000" cy="274320"/>
          </a:xfrm>
        </p:spPr>
        <p:txBody>
          <a:bodyPr>
            <a:noAutofit/>
          </a:bodyPr>
          <a:lstStyle>
            <a:lvl1pPr algn="ctr">
              <a:defRPr sz="1400" b="1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50561E92-9147-4CAC-9F3F-17B0EA2B28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7611690"/>
            <a:ext cx="1882139" cy="914400"/>
          </a:xfrm>
        </p:spPr>
        <p:txBody>
          <a:bodyPr>
            <a:noAutofit/>
          </a:bodyPr>
          <a:lstStyle>
            <a:lvl1pPr algn="ctr">
              <a:lnSpc>
                <a:spcPts val="2000"/>
              </a:lnSpc>
              <a:defRPr sz="1400" b="1" cap="all" spc="3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148967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 C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3F2C77-EF90-4A4E-87E8-9B9816BC9DF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7772400" cy="10058400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40114B-5105-4933-A49C-74F155A834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984248"/>
            <a:ext cx="6858000" cy="2834640"/>
          </a:xfrm>
        </p:spPr>
        <p:txBody>
          <a:bodyPr anchor="b">
            <a:normAutofit/>
          </a:bodyPr>
          <a:lstStyle>
            <a:lvl1pPr algn="ctr">
              <a:defRPr sz="6600" cap="all" baseline="0">
                <a:solidFill>
                  <a:schemeClr val="accent6"/>
                </a:solidFill>
                <a:latin typeface="+mj-lt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02926E-C8C7-4266-AF04-5A218E304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915" y="4901184"/>
            <a:ext cx="6858000" cy="1261872"/>
          </a:xfrm>
        </p:spPr>
        <p:txBody>
          <a:bodyPr>
            <a:normAutofit/>
          </a:bodyPr>
          <a:lstStyle>
            <a:lvl1pPr marL="0" indent="0" algn="ctr">
              <a:lnSpc>
                <a:spcPts val="29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</a:t>
            </a:r>
          </a:p>
          <a:p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846C18F-2207-44CF-A598-69EAB6E4F2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07597" y="6263640"/>
            <a:ext cx="4974336" cy="868680"/>
          </a:xfrm>
        </p:spPr>
        <p:txBody>
          <a:bodyPr>
            <a:normAutofit/>
          </a:bodyPr>
          <a:lstStyle>
            <a:lvl1pPr algn="ctr">
              <a:lnSpc>
                <a:spcPts val="2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02DCDB89-0A7E-4468-8A7A-E51826EE25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9144000"/>
            <a:ext cx="7772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16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2E9E3E7D-B548-4217-82E6-A7AC410CD8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02736" y="484632"/>
            <a:ext cx="566928" cy="548640"/>
          </a:xfrm>
        </p:spPr>
        <p:txBody>
          <a:bodyPr/>
          <a:lstStyle>
            <a:lvl1pPr algn="ctr">
              <a:defRPr sz="1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Insert Logo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DD56B13-0ADB-4F76-87FC-87063412F0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115568"/>
            <a:ext cx="6858000" cy="338328"/>
          </a:xfrm>
        </p:spPr>
        <p:txBody>
          <a:bodyPr anchor="b">
            <a:normAutofit/>
          </a:bodyPr>
          <a:lstStyle>
            <a:lvl1pPr algn="ctr">
              <a:lnSpc>
                <a:spcPts val="2000"/>
              </a:lnSpc>
              <a:defRPr sz="1600" b="0" cap="all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121089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D023C27-C474-480F-BC7F-9C1AAFCAD9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72400" cy="42955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8A0F1A-22FB-45FF-80D6-4FE63A63EE04}"/>
              </a:ext>
            </a:extLst>
          </p:cNvPr>
          <p:cNvSpPr/>
          <p:nvPr userDrawn="1"/>
        </p:nvSpPr>
        <p:spPr>
          <a:xfrm>
            <a:off x="0" y="4295529"/>
            <a:ext cx="7772400" cy="57594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0658" tIns="35329" rIns="70658" bIns="353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sz="1391" dirty="0"/>
          </a:p>
        </p:txBody>
      </p:sp>
      <p:sp>
        <p:nvSpPr>
          <p:cNvPr id="12" name="Content Placeholder 14">
            <a:extLst>
              <a:ext uri="{FF2B5EF4-FFF2-40B4-BE49-F238E27FC236}">
                <a16:creationId xmlns:a16="http://schemas.microsoft.com/office/drawing/2014/main" id="{0D990D0E-21A8-4155-B955-886A21DE182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6645" y="4626864"/>
            <a:ext cx="2235973" cy="523693"/>
          </a:xfrm>
        </p:spPr>
        <p:txBody>
          <a:bodyPr>
            <a:noAutofit/>
          </a:bodyPr>
          <a:lstStyle>
            <a:lvl1pPr marL="0" indent="0">
              <a:buNone/>
              <a:defRPr sz="1854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Add Title Here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86030C3-0988-4616-B1A6-DC729760D6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6645" y="5289535"/>
            <a:ext cx="2235973" cy="438850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927"/>
              </a:spcBef>
              <a:buNone/>
              <a:defRPr sz="8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353278" indent="0">
              <a:lnSpc>
                <a:spcPct val="150000"/>
              </a:lnSpc>
              <a:spcBef>
                <a:spcPts val="927"/>
              </a:spcBef>
              <a:buNone/>
              <a:defRPr sz="8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706557" indent="0">
              <a:lnSpc>
                <a:spcPct val="150000"/>
              </a:lnSpc>
              <a:spcBef>
                <a:spcPts val="927"/>
              </a:spcBef>
              <a:buNone/>
              <a:defRPr sz="8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059835" indent="0">
              <a:lnSpc>
                <a:spcPct val="150000"/>
              </a:lnSpc>
              <a:spcBef>
                <a:spcPts val="927"/>
              </a:spcBef>
              <a:buNone/>
              <a:defRPr sz="8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413114" indent="0">
              <a:lnSpc>
                <a:spcPct val="150000"/>
              </a:lnSpc>
              <a:spcBef>
                <a:spcPts val="927"/>
              </a:spcBef>
              <a:buNone/>
              <a:defRPr sz="8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BD0440-9D47-4C93-95F9-EFC0FCF1C6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51166" y="6707888"/>
            <a:ext cx="2232799" cy="1620049"/>
          </a:xfrm>
        </p:spPr>
        <p:txBody>
          <a:bodyPr vert="horz" anchor="ctr">
            <a:noAutofit/>
          </a:bodyPr>
          <a:lstStyle>
            <a:lvl1pPr algn="ctr">
              <a:lnSpc>
                <a:spcPct val="100000"/>
              </a:lnSpc>
              <a:defRPr sz="3091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EDIT TEXT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62D81F5-56E3-4D39-96F6-6C09DF4C28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51166" y="8451707"/>
            <a:ext cx="2232799" cy="586242"/>
          </a:xfrm>
        </p:spPr>
        <p:txBody>
          <a:bodyPr vert="horz">
            <a:normAutofit/>
          </a:bodyPr>
          <a:lstStyle>
            <a:lvl1pPr marL="0" indent="0" algn="ctr">
              <a:lnSpc>
                <a:spcPct val="100000"/>
              </a:lnSpc>
              <a:buNone/>
              <a:defRPr sz="927" spc="232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291455" indent="0" algn="ctr">
              <a:buNone/>
              <a:defRPr sz="1275"/>
            </a:lvl2pPr>
            <a:lvl3pPr marL="582909" indent="0" algn="ctr">
              <a:buNone/>
              <a:defRPr sz="1147"/>
            </a:lvl3pPr>
            <a:lvl4pPr marL="874364" indent="0" algn="ctr">
              <a:buNone/>
              <a:defRPr sz="1020"/>
            </a:lvl4pPr>
            <a:lvl5pPr marL="1165819" indent="0" algn="ctr">
              <a:buNone/>
              <a:defRPr sz="1020"/>
            </a:lvl5pPr>
            <a:lvl6pPr marL="1457274" indent="0" algn="ctr">
              <a:buNone/>
              <a:defRPr sz="1020"/>
            </a:lvl6pPr>
            <a:lvl7pPr marL="1748728" indent="0" algn="ctr">
              <a:buNone/>
              <a:defRPr sz="1020"/>
            </a:lvl7pPr>
            <a:lvl8pPr marL="2040183" indent="0" algn="ctr">
              <a:buNone/>
              <a:defRPr sz="1020"/>
            </a:lvl8pPr>
            <a:lvl9pPr marL="2331638" indent="0" algn="ctr">
              <a:buNone/>
              <a:defRPr sz="1020"/>
            </a:lvl9pPr>
          </a:lstStyle>
          <a:p>
            <a:r>
              <a:rPr lang="en-US" noProof="0" dirty="0"/>
              <a:t>CLICK TO EDIT TEXT</a:t>
            </a:r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6A973B95-8AB3-4E60-8A20-AB12D6D0E54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64075" y="4626864"/>
            <a:ext cx="2235973" cy="523693"/>
          </a:xfrm>
        </p:spPr>
        <p:txBody>
          <a:bodyPr>
            <a:noAutofit/>
          </a:bodyPr>
          <a:lstStyle>
            <a:lvl1pPr marL="0" indent="0">
              <a:buNone/>
              <a:defRPr sz="1854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Add Title Here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569348C-F945-4CEC-9698-686F8ABC8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4075" y="5289536"/>
            <a:ext cx="2235973" cy="2253904"/>
          </a:xfrm>
        </p:spPr>
        <p:txBody>
          <a:bodyPr>
            <a:normAutofit/>
          </a:bodyPr>
          <a:lstStyle>
            <a:lvl1pPr marL="0" indent="0">
              <a:buNone/>
              <a:defRPr sz="8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353278" indent="0">
              <a:buNone/>
              <a:defRPr sz="8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706557" indent="0">
              <a:buNone/>
              <a:defRPr sz="8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059835" indent="0">
              <a:buNone/>
              <a:defRPr sz="8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413114" indent="0">
              <a:buNone/>
              <a:defRPr sz="8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77826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87391"/>
            <a:ext cx="6857999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677584"/>
            <a:ext cx="6857999" cy="6923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8820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5" r:id="rId3"/>
    <p:sldLayoutId id="2147483666" r:id="rId4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48" userDrawn="1">
          <p15:clr>
            <a:srgbClr val="F26B43"/>
          </p15:clr>
        </p15:guide>
        <p15:guide id="2" pos="288" userDrawn="1">
          <p15:clr>
            <a:srgbClr val="F26B43"/>
          </p15:clr>
        </p15:guide>
        <p15:guide id="3" pos="4608" userDrawn="1">
          <p15:clr>
            <a:srgbClr val="F26B43"/>
          </p15:clr>
        </p15:guide>
        <p15:guide id="4" orient="horz" pos="3168" userDrawn="1">
          <p15:clr>
            <a:srgbClr val="F26B43"/>
          </p15:clr>
        </p15:guide>
        <p15:guide id="5" orient="horz" pos="6048" userDrawn="1">
          <p15:clr>
            <a:srgbClr val="F26B43"/>
          </p15:clr>
        </p15:guide>
        <p15:guide id="6" orient="horz" pos="288" userDrawn="1">
          <p15:clr>
            <a:srgbClr val="F26B43"/>
          </p15:clr>
        </p15:guide>
        <p15:guide id="7" pos="1632" userDrawn="1">
          <p15:clr>
            <a:srgbClr val="F26B43"/>
          </p15:clr>
        </p15:guide>
        <p15:guide id="8" pos="3264" userDrawn="1">
          <p15:clr>
            <a:srgbClr val="F26B43"/>
          </p15:clr>
        </p15:guide>
        <p15:guide id="9" pos="17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558DC3-B822-E30E-EEAB-087CC896C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643905"/>
            <a:ext cx="7772400" cy="4977710"/>
          </a:xfrm>
          <a:prstGeom prst="rect">
            <a:avLst/>
          </a:prstGeom>
        </p:spPr>
      </p:pic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28E4C3E5-39D0-4E73-92D1-37B7D32F08A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96726" y="8791756"/>
            <a:ext cx="2235973" cy="523693"/>
          </a:xfrm>
        </p:spPr>
        <p:txBody>
          <a:bodyPr/>
          <a:lstStyle/>
          <a:p>
            <a:r>
              <a:rPr lang="en-US" dirty="0"/>
              <a:t>Contact Us: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047EA2A-40A4-486B-B8C9-03B7FB0077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36427" y="9201392"/>
            <a:ext cx="2235973" cy="809452"/>
          </a:xfrm>
        </p:spPr>
        <p:txBody>
          <a:bodyPr/>
          <a:lstStyle/>
          <a:p>
            <a:r>
              <a:rPr lang="en-US" dirty="0"/>
              <a:t>423-737-3007​</a:t>
            </a:r>
          </a:p>
          <a:p>
            <a:r>
              <a:rPr lang="en-US" dirty="0"/>
              <a:t>thesixsigmaengineer@gmail.com</a:t>
            </a:r>
          </a:p>
          <a:p>
            <a:r>
              <a:rPr lang="en-US" dirty="0"/>
              <a:t>www.kylekramer.xyz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20A808-7F12-4113-98A3-D227177B9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548" y="6647028"/>
            <a:ext cx="2232799" cy="1620049"/>
          </a:xfrm>
        </p:spPr>
        <p:txBody>
          <a:bodyPr/>
          <a:lstStyle/>
          <a:p>
            <a:r>
              <a:rPr lang="en-US" sz="2400" dirty="0" err="1"/>
              <a:t>NeraTech</a:t>
            </a:r>
            <a:r>
              <a:rPr lang="en-US" sz="2400" dirty="0"/>
              <a:t>, LLC.</a:t>
            </a:r>
          </a:p>
        </p:txBody>
      </p:sp>
      <p:pic>
        <p:nvPicPr>
          <p:cNvPr id="13" name="Picture 12" descr="A black and white logo with a dog in a suit and tie&#10;&#10;Description automatically generated">
            <a:extLst>
              <a:ext uri="{FF2B5EF4-FFF2-40B4-BE49-F238E27FC236}">
                <a16:creationId xmlns:a16="http://schemas.microsoft.com/office/drawing/2014/main" id="{45407C9A-21BA-7ADB-5850-ED527B6F0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02" y="5029200"/>
            <a:ext cx="2207512" cy="220751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E2BE0C2-E671-AFF2-C736-B013056C4BC3}"/>
              </a:ext>
            </a:extLst>
          </p:cNvPr>
          <p:cNvSpPr txBox="1">
            <a:spLocks/>
          </p:cNvSpPr>
          <p:nvPr/>
        </p:nvSpPr>
        <p:spPr>
          <a:xfrm>
            <a:off x="2743200" y="4688967"/>
            <a:ext cx="4572000" cy="13049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77724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Innovation with Impact.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44EC3B1-677D-6945-A008-9DAC02096E51}"/>
              </a:ext>
            </a:extLst>
          </p:cNvPr>
          <p:cNvCxnSpPr>
            <a:cxnSpLocks/>
          </p:cNvCxnSpPr>
          <p:nvPr/>
        </p:nvCxnSpPr>
        <p:spPr>
          <a:xfrm>
            <a:off x="2556807" y="4756304"/>
            <a:ext cx="0" cy="4297299"/>
          </a:xfrm>
          <a:prstGeom prst="line">
            <a:avLst/>
          </a:prstGeom>
          <a:ln w="19050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2827028-F79C-53C3-FB63-69B1D1241138}"/>
              </a:ext>
            </a:extLst>
          </p:cNvPr>
          <p:cNvSpPr txBox="1">
            <a:spLocks/>
          </p:cNvSpPr>
          <p:nvPr/>
        </p:nvSpPr>
        <p:spPr>
          <a:xfrm>
            <a:off x="2684862" y="5973926"/>
            <a:ext cx="4706538" cy="24461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77240" rtl="0" eaLnBrk="1" latinLnBrk="0" hangingPunct="1">
              <a:lnSpc>
                <a:spcPts val="19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353278" indent="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None/>
              <a:defRPr sz="85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706557" indent="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None/>
              <a:defRPr sz="85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59835" indent="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None/>
              <a:defRPr sz="85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413114" indent="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None/>
              <a:defRPr sz="85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At </a:t>
            </a:r>
            <a:r>
              <a:rPr lang="en-US" dirty="0" err="1"/>
              <a:t>NeraTech</a:t>
            </a:r>
            <a:r>
              <a:rPr lang="en-US" dirty="0"/>
              <a:t>, we are your trusted partner in the ever-evolving realms of business and technology. As a dynamic and versatile business, we specialize in a spectrum of creative services tailored to meet your needs. From expert consulting in business and technology to breathtaking drone and real-estate photography, immersive VR development, captivating videography, and inspired design services, </a:t>
            </a:r>
            <a:r>
              <a:rPr lang="en-US" dirty="0" err="1"/>
              <a:t>NeraTech</a:t>
            </a:r>
            <a:r>
              <a:rPr lang="en-US" dirty="0"/>
              <a:t> is your one-stop destination for innovation and excellence.</a:t>
            </a:r>
          </a:p>
        </p:txBody>
      </p:sp>
    </p:spTree>
    <p:extLst>
      <p:ext uri="{BB962C8B-B14F-4D97-AF65-F5344CB8AC3E}">
        <p14:creationId xmlns:p14="http://schemas.microsoft.com/office/powerpoint/2010/main" val="346886234"/>
      </p:ext>
    </p:extLst>
  </p:cSld>
  <p:clrMapOvr>
    <a:masterClrMapping/>
  </p:clrMapOvr>
</p:sld>
</file>

<file path=ppt/theme/theme1.xml><?xml version="1.0" encoding="utf-8"?>
<a:theme xmlns:a="http://schemas.openxmlformats.org/drawingml/2006/main" name="Yoga Theme">
  <a:themeElements>
    <a:clrScheme name="Custom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C5D9C"/>
      </a:accent1>
      <a:accent2>
        <a:srgbClr val="7030A0"/>
      </a:accent2>
      <a:accent3>
        <a:srgbClr val="FFD374"/>
      </a:accent3>
      <a:accent4>
        <a:srgbClr val="EC93BF"/>
      </a:accent4>
      <a:accent5>
        <a:srgbClr val="B8DBD5"/>
      </a:accent5>
      <a:accent6>
        <a:srgbClr val="FFE277"/>
      </a:accent6>
      <a:hlink>
        <a:srgbClr val="0563C1"/>
      </a:hlink>
      <a:folHlink>
        <a:srgbClr val="954F72"/>
      </a:folHlink>
    </a:clrScheme>
    <a:fontScheme name="Custom 20">
      <a:majorFont>
        <a:latin typeface="Avenir Next LT Pro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1935717_win32_fixed" id="{DF3A0FE3-53C6-4F9C-A39D-3567F2466E3C}" vid="{8B57394B-D105-4050-AA0C-34D6F7A298B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0DAAA36-FC6A-4B4E-B006-BDB8BFDC25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BABDFD-5CA0-4B69-971A-6612625D91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3E31A3-8B73-49B3-A919-5B0568D43E61}">
  <ds:schemaRefs>
    <ds:schemaRef ds:uri="http://schemas.openxmlformats.org/package/2006/metadata/core-properties"/>
    <ds:schemaRef ds:uri="http://schemas.microsoft.com/sharepoint/v3"/>
    <ds:schemaRef ds:uri="http://schemas.microsoft.com/office/infopath/2007/PartnerControls"/>
    <ds:schemaRef ds:uri="http://purl.org/dc/terms/"/>
    <ds:schemaRef ds:uri="http://schemas.microsoft.com/office/2006/documentManagement/types"/>
    <ds:schemaRef ds:uri="16c05727-aa75-4e4a-9b5f-8a80a1165891"/>
    <ds:schemaRef ds:uri="http://purl.org/dc/dcmitype/"/>
    <ds:schemaRef ds:uri="http://purl.org/dc/elements/1.1/"/>
    <ds:schemaRef ds:uri="http://schemas.microsoft.com/office/2006/metadata/properties"/>
    <ds:schemaRef ds:uri="230e9df3-be65-4c73-a93b-d1236ebd677e"/>
    <ds:schemaRef ds:uri="71af3243-3dd4-4a8d-8c0d-dd76da1f02a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97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Avenir Next LT Pro</vt:lpstr>
      <vt:lpstr>Avenir Next LT Pro Light</vt:lpstr>
      <vt:lpstr>Yoga Theme</vt:lpstr>
      <vt:lpstr>NeraTech, LLC.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2022-07-04T05:35:30Z</dcterms:created>
  <dcterms:modified xsi:type="dcterms:W3CDTF">2023-10-02T19:24:03Z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