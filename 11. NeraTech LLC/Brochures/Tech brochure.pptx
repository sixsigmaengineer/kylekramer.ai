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vnd.openxmlformats-officedocument.presentationml.presentation.main+xml"/>
  <Default Extension="png" ContentType="image/png"/>
  <Default Extension="svg" ContentType="image/svg+xml"/>
  <Override PartName="/ppt/presProps.xml" ContentType="application/vnd.openxmlformats-officedocument.presentationml.presProps+xml"/>
  <Override PartName="/customXml/item2.xml" ContentType="application/xml"/>
  <Override PartName="/customXml/itemProps21.xml" ContentType="application/vnd.openxmlformats-officedocument.customXmlProperties+xml"/>
  <Override PartName="/ppt/slides/slide21.xml" ContentType="application/vnd.openxmlformats-officedocument.presentationml.slide+xml"/>
  <Override PartName="/ppt/notesSlides/notesSlide11.xml" ContentType="application/vnd.openxmlformats-officedocument.presentationml.notesSlide+xml"/>
  <Override PartName="/ppt/notesMasters/notesMaster11.xml" ContentType="application/vnd.openxmlformats-officedocument.presentationml.notesMaster+xml"/>
  <Override PartName="/ppt/theme/theme21.xml" ContentType="application/vnd.openxmlformats-officedocument.theme+xml"/>
  <Override PartName="/ppt/slideLayouts/slideLayout41.xml" ContentType="application/vnd.openxmlformats-officedocument.presentationml.slideLayout+xml"/>
  <Override PartName="/ppt/slideMasters/slideMaster11.xml" ContentType="application/vnd.openxmlformats-officedocument.presentationml.slideMaster+xml"/>
  <Override PartName="/ppt/slideLayouts/slideLayout3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12.xml" ContentType="application/vnd.openxmlformats-officedocument.theme+xml"/>
  <Override PartName="/ppt/handoutMasters/handoutMaster11.xml" ContentType="application/vnd.openxmlformats-officedocument.presentationml.handoutMaster+xml"/>
  <Override PartName="/ppt/theme/theme33.xml" ContentType="application/vnd.openxmlformats-officedocument.theme+xml"/>
  <Override PartName="/customXml/item12.xml" ContentType="application/xml"/>
  <Override PartName="/customXml/itemProps12.xml" ContentType="application/vnd.openxmlformats-officedocument.customXmlProperties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43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23.xml" ContentType="application/vnd.openxmlformats-officedocument.presentationml.notesSlide+xml"/>
  <Override PartName="/ppt/viewProps.xml" ContentType="application/vnd.openxmlformats-officedocument.presentationml.viewProps+xml"/>
  <Override PartName="/customXml/item33.xml" ContentType="application/xml"/>
  <Override PartName="/customXml/itemProps33.xml" ContentType="application/vnd.openxmlformats-officedocument.customXmlProperties+xml"/>
  <Override PartName="/ppt/webextensions/taskpanes.xml" ContentType="application/vnd.ms-office.webextensiontaskpanes+xml"/>
  <Override PartName="/ppt/webextensions/webextension1.xml" ContentType="application/vnd.ms-office.webextension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thumbnail" Target="/docProps/thumbnail.jpeg" Id="rId3" /><Relationship Type="http://schemas.openxmlformats.org/officeDocument/2006/relationships/officeDocument" Target="/ppt/presentation.xml" Id="rId2" /><Relationship Type="http://schemas.microsoft.com/office/2011/relationships/webextensiontaskpanes" Target="/ppt/webextensions/taskpanes.xml" Id="rId1" /><Relationship Type="http://schemas.openxmlformats.org/officeDocument/2006/relationships/custom-properties" Target="/docProps/custom.xml" Id="rId6" /><Relationship Type="http://schemas.openxmlformats.org/officeDocument/2006/relationships/extended-properties" Target="/docProps/app.xml" Id="rId5" /><Relationship Type="http://schemas.openxmlformats.org/package/2006/relationships/metadata/core-properties" Target="/docProps/core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86" r:id="rId1"/>
  </p:sldMasterIdLst>
  <p:notesMasterIdLst>
    <p:notesMasterId r:id="rId6"/>
  </p:notesMasterIdLst>
  <p:handoutMasterIdLst>
    <p:handoutMasterId r:id="rId7"/>
  </p:handoutMasterIdLst>
  <p:sldIdLst>
    <p:sldId id="275" r:id="rId2"/>
    <p:sldId id="274" r:id="rId3"/>
    <p:sldId id="276" r:id="rId4"/>
    <p:sldId id="272" r:id="rId5"/>
  </p:sldIdLst>
  <p:sldSz cx="10058400" cy="7772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8" userDrawn="1">
          <p15:clr>
            <a:srgbClr val="A4A3A4"/>
          </p15:clr>
        </p15:guide>
        <p15:guide id="2" orient="horz" pos="2784" userDrawn="1">
          <p15:clr>
            <a:srgbClr val="A4A3A4"/>
          </p15:clr>
        </p15:guide>
        <p15:guide id="3" orient="horz" pos="576" userDrawn="1">
          <p15:clr>
            <a:srgbClr val="A4A3A4"/>
          </p15:clr>
        </p15:guide>
        <p15:guide id="4" pos="31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4D8C"/>
    <a:srgbClr val="1A305C"/>
    <a:srgbClr val="3F765F"/>
    <a:srgbClr val="367058"/>
    <a:srgbClr val="1B4935"/>
    <a:srgbClr val="679B9B"/>
    <a:srgbClr val="25654A"/>
    <a:srgbClr val="E6E6E6"/>
    <a:srgbClr val="F38571"/>
    <a:srgbClr val="FFB6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46" autoAdjust="0"/>
    <p:restoredTop sz="93725" autoAdjust="0"/>
  </p:normalViewPr>
  <p:slideViewPr>
    <p:cSldViewPr snapToGrid="0" showGuides="1">
      <p:cViewPr>
        <p:scale>
          <a:sx n="100" d="100"/>
          <a:sy n="100" d="100"/>
        </p:scale>
        <p:origin x="504" y="254"/>
      </p:cViewPr>
      <p:guideLst>
        <p:guide orient="horz" pos="2088"/>
        <p:guide orient="horz" pos="2784"/>
        <p:guide orient="horz" pos="576"/>
        <p:guide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684" y="36"/>
      </p:cViewPr>
      <p:guideLst/>
    </p:cSldViewPr>
  </p:notes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Id8" /><Relationship Type="http://schemas.openxmlformats.org/officeDocument/2006/relationships/customXml" Target="/customXml/item2.xml" Id="rId13" /><Relationship Type="http://schemas.openxmlformats.org/officeDocument/2006/relationships/slide" Target="/ppt/slides/slide21.xml" Id="rId3" /><Relationship Type="http://schemas.openxmlformats.org/officeDocument/2006/relationships/handoutMaster" Target="/ppt/handoutMasters/handoutMaster11.xml" Id="rId7" /><Relationship Type="http://schemas.openxmlformats.org/officeDocument/2006/relationships/customXml" Target="/customXml/item12.xml" Id="rId12" /><Relationship Type="http://schemas.openxmlformats.org/officeDocument/2006/relationships/slide" Target="/ppt/slides/slide12.xml" Id="rId2" /><Relationship Type="http://schemas.openxmlformats.org/officeDocument/2006/relationships/slideMaster" Target="/ppt/slideMasters/slideMaster11.xml" Id="rId1" /><Relationship Type="http://schemas.openxmlformats.org/officeDocument/2006/relationships/notesMaster" Target="/ppt/notesMasters/notesMaster11.xml" Id="rId6" /><Relationship Type="http://schemas.openxmlformats.org/officeDocument/2006/relationships/tableStyles" Target="/ppt/tableStyles.xml" Id="rId11" /><Relationship Type="http://schemas.openxmlformats.org/officeDocument/2006/relationships/slide" Target="/ppt/slides/slide43.xml" Id="rId5" /><Relationship Type="http://schemas.openxmlformats.org/officeDocument/2006/relationships/theme" Target="/ppt/theme/theme12.xml" Id="rId10" /><Relationship Type="http://schemas.openxmlformats.org/officeDocument/2006/relationships/slide" Target="/ppt/slides/slide34.xml" Id="rId4" /><Relationship Type="http://schemas.openxmlformats.org/officeDocument/2006/relationships/viewProps" Target="/ppt/viewProps.xml" Id="rId9" /><Relationship Type="http://schemas.openxmlformats.org/officeDocument/2006/relationships/customXml" Target="/customXml/item33.xml" Id="rId14" /></Relationships>
</file>

<file path=ppt/handoutMasters/_rels/handoutMaster11.xml.rels>&#65279;<?xml version="1.0" encoding="utf-8"?><Relationships xmlns="http://schemas.openxmlformats.org/package/2006/relationships"><Relationship Type="http://schemas.openxmlformats.org/officeDocument/2006/relationships/theme" Target="/ppt/theme/theme33.xml" Id="rId1" /></Relationships>
</file>

<file path=ppt/handoutMasters/handoutMaster1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7B51015-12CA-4649-B47F-D3EB5E1095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111F2F-D8BA-4A13-91FC-3878C75727F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668B7C-E4CD-4872-B084-44133F808FCE}" type="datetimeFigureOut">
              <a:rPr lang="en-US" smtClean="0"/>
              <a:t>6/29/2020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8FD67D-A60A-4914-89F3-9FC43EF5470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1642D8-EDCF-4A15-A29F-1B065ECC2E7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7E8E42-E7C5-4B24-8575-74A765CA0A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3306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1.xml.rels>&#65279;<?xml version="1.0" encoding="utf-8"?><Relationships xmlns="http://schemas.openxmlformats.org/package/2006/relationships"><Relationship Type="http://schemas.openxmlformats.org/officeDocument/2006/relationships/theme" Target="/ppt/theme/theme21.xml" Id="rId1" /></Relationships>
</file>

<file path=ppt/notesMasters/notesMaster1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33D5BD-E30B-48AB-B24F-3878C333D518}" type="datetimeFigureOut">
              <a:rPr lang="en-US" smtClean="0"/>
              <a:t>6/29/2020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81A707-0A4C-444E-BBAC-8F56E4534D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295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21.xml" Id="rId2" /><Relationship Type="http://schemas.openxmlformats.org/officeDocument/2006/relationships/notesMaster" Target="/ppt/notesMasters/notesMaster11.xml" Id="rId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34.xml" Id="rId2" /><Relationship Type="http://schemas.openxmlformats.org/officeDocument/2006/relationships/notesMaster" Target="/ppt/notesMasters/notesMaster11.xml" Id="rId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43.xml" Id="rId2" /><Relationship Type="http://schemas.openxmlformats.org/officeDocument/2006/relationships/notesMaster" Target="/ppt/notesMasters/notesMaster11.xml" Id="rId1" /></Relationship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1A707-0A4C-444E-BBAC-8F56E4534DF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8788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1A707-0A4C-444E-BBAC-8F56E4534DF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1939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1A707-0A4C-444E-BBAC-8F56E4534DF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2301"/>
      </p:ext>
    </p:extLst>
  </p:cSld>
  <p:clrMapOvr>
    <a:masterClrMapping/>
  </p:clrMapOvr>
</p:note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D023C27-C474-480F-BC7F-9C1AAFCAD96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0058400" cy="331927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8A0F1A-22FB-45FF-80D6-4FE63A63EE04}"/>
              </a:ext>
            </a:extLst>
          </p:cNvPr>
          <p:cNvSpPr/>
          <p:nvPr userDrawn="1"/>
        </p:nvSpPr>
        <p:spPr>
          <a:xfrm>
            <a:off x="9600" y="3319272"/>
            <a:ext cx="10048800" cy="44504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12" name="Content Placeholder 14">
            <a:extLst>
              <a:ext uri="{FF2B5EF4-FFF2-40B4-BE49-F238E27FC236}">
                <a16:creationId xmlns:a16="http://schemas.microsoft.com/office/drawing/2014/main" id="{0D990D0E-21A8-4155-B955-886A21DE182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28600" y="3575304"/>
            <a:ext cx="2893612" cy="404672"/>
          </a:xfrm>
        </p:spPr>
        <p:txBody>
          <a:bodyPr>
            <a:no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Add Title Here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86030C3-0988-4616-B1A6-DC729760D6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8600" y="4087368"/>
            <a:ext cx="2893612" cy="339111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0BD0440-9D47-4C93-95F9-EFC0FCF1C6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25038" y="5183368"/>
            <a:ext cx="2889504" cy="1251856"/>
          </a:xfrm>
        </p:spPr>
        <p:txBody>
          <a:bodyPr vert="horz"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EDIT TEXT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D62D81F5-56E3-4D39-96F6-6C09DF4C28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25038" y="6530864"/>
            <a:ext cx="2889504" cy="453005"/>
          </a:xfrm>
        </p:spPr>
        <p:txBody>
          <a:bodyPr vert="horz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spc="30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 noProof="0" dirty="0"/>
              <a:t>CLICK TO EDIT TEXT</a:t>
            </a:r>
          </a:p>
        </p:txBody>
      </p:sp>
      <p:sp>
        <p:nvSpPr>
          <p:cNvPr id="16" name="Content Placeholder 14">
            <a:extLst>
              <a:ext uri="{FF2B5EF4-FFF2-40B4-BE49-F238E27FC236}">
                <a16:creationId xmlns:a16="http://schemas.microsoft.com/office/drawing/2014/main" id="{6A973B95-8AB3-4E60-8A20-AB12D6D0E54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577038" y="3575304"/>
            <a:ext cx="2893612" cy="404672"/>
          </a:xfrm>
        </p:spPr>
        <p:txBody>
          <a:bodyPr>
            <a:no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Add Title Here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569348C-F945-4CEC-9698-686F8ABC8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77038" y="4087368"/>
            <a:ext cx="2893612" cy="1741653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14019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D023C27-C474-480F-BC7F-9C1AAFCAD96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52801" y="0"/>
            <a:ext cx="6705600" cy="4419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8A0F1A-22FB-45FF-80D6-4FE63A63EE04}"/>
              </a:ext>
            </a:extLst>
          </p:cNvPr>
          <p:cNvSpPr/>
          <p:nvPr userDrawn="1"/>
        </p:nvSpPr>
        <p:spPr>
          <a:xfrm>
            <a:off x="9600" y="0"/>
            <a:ext cx="3343200" cy="77697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01E5D2-6D16-41B9-8D95-C3831084A57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25038" y="5183368"/>
            <a:ext cx="2889504" cy="1251856"/>
          </a:xfrm>
        </p:spPr>
        <p:txBody>
          <a:bodyPr vert="horz"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noProof="0" dirty="0"/>
              <a:t>EDIT TEXT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C1E1772A-8C1A-43F8-A297-A2A1C4961A7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25038" y="6530864"/>
            <a:ext cx="2889504" cy="453005"/>
          </a:xfrm>
        </p:spPr>
        <p:txBody>
          <a:bodyPr vert="horz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spc="3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 noProof="0" dirty="0"/>
              <a:t>CLICK TO EDIT TEXT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492751-E9EF-463C-8C1E-1AA3A9B1D816}"/>
              </a:ext>
            </a:extLst>
          </p:cNvPr>
          <p:cNvSpPr/>
          <p:nvPr userDrawn="1"/>
        </p:nvSpPr>
        <p:spPr>
          <a:xfrm>
            <a:off x="3355200" y="3886200"/>
            <a:ext cx="3348000" cy="3886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Content Placeholder 14">
            <a:extLst>
              <a:ext uri="{FF2B5EF4-FFF2-40B4-BE49-F238E27FC236}">
                <a16:creationId xmlns:a16="http://schemas.microsoft.com/office/drawing/2014/main" id="{E6FA2C89-4818-4619-8F8B-31E5505EAF7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577038" y="4713695"/>
            <a:ext cx="2893612" cy="404672"/>
          </a:xfrm>
        </p:spPr>
        <p:txBody>
          <a:bodyPr>
            <a:no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Add Title Here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67651986-01F3-4697-A0D4-31F6A10983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77038" y="5216093"/>
            <a:ext cx="2893612" cy="1741653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Content Placeholder 14">
            <a:extLst>
              <a:ext uri="{FF2B5EF4-FFF2-40B4-BE49-F238E27FC236}">
                <a16:creationId xmlns:a16="http://schemas.microsoft.com/office/drawing/2014/main" id="{0D990D0E-21A8-4155-B955-886A21DE182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28600" y="1530776"/>
            <a:ext cx="2893612" cy="404672"/>
          </a:xfrm>
        </p:spPr>
        <p:txBody>
          <a:bodyPr>
            <a:no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Add Title Here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86030C3-0988-4616-B1A6-DC729760D6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8600" y="2044385"/>
            <a:ext cx="2893612" cy="480709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74006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4B57A7-3A86-45DA-B5CA-AC7A481E3274}"/>
              </a:ext>
            </a:extLst>
          </p:cNvPr>
          <p:cNvSpPr/>
          <p:nvPr userDrawn="1"/>
        </p:nvSpPr>
        <p:spPr>
          <a:xfrm>
            <a:off x="0" y="0"/>
            <a:ext cx="3355974" cy="44433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F3BCA9-2C74-4567-9FB2-2CE1AC28A6EC}"/>
              </a:ext>
            </a:extLst>
          </p:cNvPr>
          <p:cNvSpPr/>
          <p:nvPr userDrawn="1"/>
        </p:nvSpPr>
        <p:spPr>
          <a:xfrm>
            <a:off x="6702425" y="0"/>
            <a:ext cx="3355975" cy="44433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86D9E3AF-002F-496A-AE6E-5675F64592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5975" y="-1"/>
            <a:ext cx="3348000" cy="3300621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6E48971-37C3-4BED-A53F-BBE4AE0A58D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443322"/>
            <a:ext cx="3348000" cy="3329078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E35617C7-C13A-4F76-8C0C-AF5E38C6227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10400" y="4443322"/>
            <a:ext cx="3348000" cy="3329078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7DB83E81-869F-4BAD-AEC6-B87F2B879A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848535"/>
            <a:ext cx="2864802" cy="3505751"/>
          </a:xfrm>
        </p:spPr>
        <p:txBody>
          <a:bodyPr lIns="9144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6A9BD8AF-34CA-4F04-9A17-B45F6EB3AA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81400" y="3554730"/>
            <a:ext cx="2895599" cy="3989070"/>
          </a:xfrm>
        </p:spPr>
        <p:txBody>
          <a:bodyPr lIns="0" anchor="ctr">
            <a:normAutofit/>
          </a:bodyPr>
          <a:lstStyle>
            <a:lvl1pPr marL="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2390D74A-03BA-4C31-B59B-57CCDAF885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31152" y="228600"/>
            <a:ext cx="2898329" cy="530895"/>
          </a:xfrm>
        </p:spPr>
        <p:txBody>
          <a:bodyPr lIns="91440" anchor="t">
            <a:no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 </a:t>
            </a:r>
            <a:br>
              <a:rPr lang="en-US" dirty="0"/>
            </a:br>
            <a:r>
              <a:rPr lang="en-US" dirty="0"/>
              <a:t>HERE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50BE2EB5-0041-4D2D-A6AE-4DE92FEED8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31151" y="848535"/>
            <a:ext cx="2898647" cy="3505751"/>
          </a:xfrm>
        </p:spPr>
        <p:txBody>
          <a:bodyPr lIns="91440">
            <a:normAutofit/>
          </a:bodyPr>
          <a:lstStyle>
            <a:lvl1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itle 3">
            <a:extLst>
              <a:ext uri="{FF2B5EF4-FFF2-40B4-BE49-F238E27FC236}">
                <a16:creationId xmlns:a16="http://schemas.microsoft.com/office/drawing/2014/main" id="{7D4C849E-DCC1-4757-BBBF-C69B4CD0B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2804477" cy="475315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US" sz="2400" b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712004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7DA993-9462-4064-B89B-BCEF27D4DACC}"/>
              </a:ext>
            </a:extLst>
          </p:cNvPr>
          <p:cNvSpPr/>
          <p:nvPr userDrawn="1"/>
        </p:nvSpPr>
        <p:spPr>
          <a:xfrm>
            <a:off x="6704476" y="3331758"/>
            <a:ext cx="3343200" cy="44406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931403-AA2F-415D-BC4C-E1168B62C473}"/>
              </a:ext>
            </a:extLst>
          </p:cNvPr>
          <p:cNvSpPr/>
          <p:nvPr userDrawn="1"/>
        </p:nvSpPr>
        <p:spPr>
          <a:xfrm>
            <a:off x="-318" y="3329078"/>
            <a:ext cx="3343200" cy="44406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86D9E3AF-002F-496A-AE6E-5675F64592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5975" y="4471779"/>
            <a:ext cx="3348000" cy="3300621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6E48971-37C3-4BED-A53F-BBE4AE0A58D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340"/>
            <a:ext cx="3342882" cy="3329078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E35617C7-C13A-4F76-8C0C-AF5E38C6227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03975" y="0"/>
            <a:ext cx="3354425" cy="3329078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7DB83E81-869F-4BAD-AEC6-B87F2B879A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4410389"/>
            <a:ext cx="2804477" cy="3114839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998F7F43-9F0A-4A12-909E-A0A45D5129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97760" y="237735"/>
            <a:ext cx="2895600" cy="720005"/>
          </a:xfrm>
        </p:spPr>
        <p:txBody>
          <a:bodyPr lIns="0" anchor="t">
            <a:no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 </a:t>
            </a:r>
            <a:br>
              <a:rPr lang="en-US" dirty="0"/>
            </a:br>
            <a:r>
              <a:rPr lang="en-US" dirty="0"/>
              <a:t>Here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5331389-512C-445A-AAE9-512161E810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97442" y="653143"/>
            <a:ext cx="2895600" cy="3473689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77F65966-649A-4014-AAD1-3121592E2E3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2615" y="4350709"/>
            <a:ext cx="2887103" cy="3114839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2pPr>
            <a:lvl3pPr marL="9144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59F801B-9725-432B-9CE8-6F353446E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886200"/>
            <a:ext cx="2804477" cy="475315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US" sz="2400" b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491984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2.xml" Id="rId3" /><Relationship Type="http://schemas.openxmlformats.org/officeDocument/2006/relationships/slideLayout" Target="/ppt/slideLayouts/slideLayout23.xml" Id="rId2" /><Relationship Type="http://schemas.openxmlformats.org/officeDocument/2006/relationships/slideLayout" Target="/ppt/slideLayouts/slideLayout14.xml" Id="rId1" /><Relationship Type="http://schemas.openxmlformats.org/officeDocument/2006/relationships/theme" Target="/ppt/theme/theme12.xml" Id="rId5" /><Relationship Type="http://schemas.openxmlformats.org/officeDocument/2006/relationships/slideLayout" Target="/ppt/slideLayouts/slideLayout41.xml" Id="rId4" /></Relationships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615E1-5D6D-48CF-AD07-8B84FA4F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9601199" cy="1501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7D790-2770-4A00-BC9B-FA42651B6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599" y="2363788"/>
            <a:ext cx="9601199" cy="5180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3699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3" r:id="rId2"/>
    <p:sldLayoutId id="2147483692" r:id="rId3"/>
    <p:sldLayoutId id="214748369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112" userDrawn="1">
          <p15:clr>
            <a:srgbClr val="F26B43"/>
          </p15:clr>
        </p15:guide>
        <p15:guide id="3" pos="4224" userDrawn="1">
          <p15:clr>
            <a:srgbClr val="F26B43"/>
          </p15:clr>
        </p15:guide>
        <p15:guide id="4" pos="144" userDrawn="1">
          <p15:clr>
            <a:srgbClr val="5ACBF0"/>
          </p15:clr>
        </p15:guide>
        <p15:guide id="6" pos="6192" userDrawn="1">
          <p15:clr>
            <a:srgbClr val="5ACBF0"/>
          </p15:clr>
        </p15:guide>
        <p15:guide id="8" orient="horz" pos="144" userDrawn="1">
          <p15:clr>
            <a:srgbClr val="5ACBF0"/>
          </p15:clr>
        </p15:guide>
        <p15:guide id="9" orient="horz" pos="4752" userDrawn="1">
          <p15:clr>
            <a:srgbClr val="5ACBF0"/>
          </p15:clr>
        </p15:guide>
        <p15:guide id="10" pos="1968" userDrawn="1">
          <p15:clr>
            <a:srgbClr val="5ACBF0"/>
          </p15:clr>
        </p15:guide>
        <p15:guide id="11" pos="2256" userDrawn="1">
          <p15:clr>
            <a:srgbClr val="5ACBF0"/>
          </p15:clr>
        </p15:guide>
        <p15:guide id="12" pos="4080" userDrawn="1">
          <p15:clr>
            <a:srgbClr val="5ACBF0"/>
          </p15:clr>
        </p15:guide>
        <p15:guide id="13" pos="4368" userDrawn="1">
          <p15:clr>
            <a:srgbClr val="5ACBF0"/>
          </p15:clr>
        </p15:guide>
      </p15:sldGuideLst>
    </p:ext>
  </p:extLst>
</p:sldMaster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2.png" Id="rId3" /><Relationship Type="http://schemas.openxmlformats.org/officeDocument/2006/relationships/image" Target="/ppt/media/image15.jpeg" Id="rId2" /><Relationship Type="http://schemas.openxmlformats.org/officeDocument/2006/relationships/slideLayout" Target="/ppt/slideLayouts/slideLayout14.xml" Id="rId1" /><Relationship Type="http://schemas.openxmlformats.org/officeDocument/2006/relationships/image" Target="/ppt/media/image3.svg" Id="rId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image" Target="/ppt/media/image42.jpeg" Id="rId3" /><Relationship Type="http://schemas.openxmlformats.org/officeDocument/2006/relationships/notesSlide" Target="/ppt/notesSlides/notesSlide11.xml" Id="rId2" /><Relationship Type="http://schemas.openxmlformats.org/officeDocument/2006/relationships/slideLayout" Target="/ppt/slideLayouts/slideLayout41.xml" Id="rId1" /><Relationship Type="http://schemas.openxmlformats.org/officeDocument/2006/relationships/image" Target="/ppt/media/image63.jpeg" Id="rId5" /><Relationship Type="http://schemas.openxmlformats.org/officeDocument/2006/relationships/image" Target="/ppt/media/image54.jpeg" Id="rId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image" Target="/ppt/media/image79.jpeg" Id="rId3" /><Relationship Type="http://schemas.openxmlformats.org/officeDocument/2006/relationships/notesSlide" Target="/ppt/notesSlides/notesSlide23.xml" Id="rId2" /><Relationship Type="http://schemas.openxmlformats.org/officeDocument/2006/relationships/slideLayout" Target="/ppt/slideLayouts/slideLayout23.xml" Id="rId1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image" Target="/ppt/media/image86.jpeg" Id="rId3" /><Relationship Type="http://schemas.openxmlformats.org/officeDocument/2006/relationships/notesSlide" Target="/ppt/notesSlides/notesSlide32.xml" Id="rId2" /><Relationship Type="http://schemas.openxmlformats.org/officeDocument/2006/relationships/slideLayout" Target="/ppt/slideLayouts/slideLayout32.xml" Id="rId1" /><Relationship Type="http://schemas.openxmlformats.org/officeDocument/2006/relationships/image" Target="/ppt/media/image107.jpeg" Id="rId5" /><Relationship Type="http://schemas.openxmlformats.org/officeDocument/2006/relationships/image" Target="/ppt/media/image98.jpeg" Id="rId4" /></Relationships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Placeholder 32" descr="close up of mathematical graphs">
            <a:extLst>
              <a:ext uri="{FF2B5EF4-FFF2-40B4-BE49-F238E27FC236}">
                <a16:creationId xmlns:a16="http://schemas.microsoft.com/office/drawing/2014/main" id="{7BD14B25-FFA5-4B8F-896A-1D6AD5C15A5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1" r="121"/>
          <a:stretch/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550C0-A744-4D4E-B2C1-59093218801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Our Vision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D61503-6CC8-46FC-A387-705D37A0FD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r>
              <a:rPr lang="en-US" dirty="0"/>
              <a:t>Maecenas porttitor congue massa. Fusce posuere, magna sed pulvinar ultricies, purus lectus malesuada libero, sit amet commodo magna eros quis urna.</a:t>
            </a:r>
          </a:p>
        </p:txBody>
      </p:sp>
      <p:sp>
        <p:nvSpPr>
          <p:cNvPr id="39" name="Content Placeholder 38">
            <a:extLst>
              <a:ext uri="{FF2B5EF4-FFF2-40B4-BE49-F238E27FC236}">
                <a16:creationId xmlns:a16="http://schemas.microsoft.com/office/drawing/2014/main" id="{28E4C3E5-39D0-4E73-92D1-37B7D32F08A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Contact Us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5047EA2A-40A4-486B-B8C9-03B7FB0077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4567 Main St ​</a:t>
            </a:r>
          </a:p>
          <a:p>
            <a:r>
              <a:rPr lang="en-US" dirty="0"/>
              <a:t>Buffalo, NY 98052​</a:t>
            </a:r>
          </a:p>
          <a:p>
            <a:r>
              <a:rPr lang="en-US" dirty="0"/>
              <a:t>555-0100​</a:t>
            </a:r>
          </a:p>
          <a:p>
            <a:r>
              <a:rPr lang="en-US" dirty="0"/>
              <a:t>info@tailwindtraders.com​</a:t>
            </a:r>
          </a:p>
          <a:p>
            <a:r>
              <a:rPr lang="en-US" dirty="0"/>
              <a:t>tailwindtraders.com</a:t>
            </a:r>
          </a:p>
        </p:txBody>
      </p:sp>
      <p:pic>
        <p:nvPicPr>
          <p:cNvPr id="48" name="Picture Placeholder 16">
            <a:extLst>
              <a:ext uri="{FF2B5EF4-FFF2-40B4-BE49-F238E27FC236}">
                <a16:creationId xmlns:a16="http://schemas.microsoft.com/office/drawing/2014/main" id="{56A4B0FF-F042-47B0-871D-4A36B7293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90" b="90"/>
          <a:stretch>
            <a:fillRect/>
          </a:stretch>
        </p:blipFill>
        <p:spPr>
          <a:xfrm>
            <a:off x="7955780" y="4214597"/>
            <a:ext cx="881063" cy="8794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20A808-7F12-4113-98A3-D227177B96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TAILWIND TRADERS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4F6AA6-65E7-4E7A-B550-6220A61676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INVEST IN YOUR FUTURE</a:t>
            </a:r>
          </a:p>
        </p:txBody>
      </p:sp>
    </p:spTree>
    <p:extLst>
      <p:ext uri="{BB962C8B-B14F-4D97-AF65-F5344CB8AC3E}">
        <p14:creationId xmlns:p14="http://schemas.microsoft.com/office/powerpoint/2010/main" val="3468862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pen drawing line graph">
            <a:extLst>
              <a:ext uri="{FF2B5EF4-FFF2-40B4-BE49-F238E27FC236}">
                <a16:creationId xmlns:a16="http://schemas.microsoft.com/office/drawing/2014/main" id="{CB99DC04-3520-4C11-90E0-A4F0438ED38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25" r="425"/>
          <a:stretch/>
        </p:blipFill>
        <p:spPr/>
      </p:pic>
      <p:pic>
        <p:nvPicPr>
          <p:cNvPr id="25" name="Picture Placeholder 24" descr="group collaborating over a laptop">
            <a:extLst>
              <a:ext uri="{FF2B5EF4-FFF2-40B4-BE49-F238E27FC236}">
                <a16:creationId xmlns:a16="http://schemas.microsoft.com/office/drawing/2014/main" id="{3A866D61-5A53-48A0-9828-C82CDA027DC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1" b="71"/>
          <a:stretch/>
        </p:blipFill>
        <p:spPr/>
      </p:pic>
      <p:pic>
        <p:nvPicPr>
          <p:cNvPr id="9" name="Picture Placeholder 8" descr="woman holding binder leaving office">
            <a:extLst>
              <a:ext uri="{FF2B5EF4-FFF2-40B4-BE49-F238E27FC236}">
                <a16:creationId xmlns:a16="http://schemas.microsoft.com/office/drawing/2014/main" id="{7F4B8A9C-45CD-4CD3-9835-7B75C8E7DF8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5" b="95"/>
          <a:stretch/>
        </p:blipFill>
        <p:spPr/>
      </p:pic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B16388D3-BE48-44F4-A6D7-DDF2293730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r>
              <a:rPr lang="en-US" dirty="0"/>
              <a:t>Maecenas porttitor congue massa. Fusce posuere, magna sed pulvinar ultricies, purus lectus malesuada libero, sit amet commodo magna eros quis urna.</a:t>
            </a:r>
          </a:p>
          <a:p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4508FAD-2D2E-458D-B98F-3AB625F327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Our Team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FD12705-AB70-40E3-A13F-B36B09C895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r>
              <a:rPr lang="en-US" dirty="0"/>
              <a:t>Maecenas porttitor congue massa. Fusce posuere, magna sed pulvinar ultricies, purus lectus malesuada libero, sit amet commodo magna eros quis urna.</a:t>
            </a:r>
          </a:p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C64EB9-E6EA-45AD-9476-BDDE8998505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Our team of experts are here to help you develop successful strategies today for a financially secure tomorrow. </a:t>
            </a:r>
          </a:p>
        </p:txBody>
      </p:sp>
      <p:sp>
        <p:nvSpPr>
          <p:cNvPr id="86" name="Title 85">
            <a:extLst>
              <a:ext uri="{FF2B5EF4-FFF2-40B4-BE49-F238E27FC236}">
                <a16:creationId xmlns:a16="http://schemas.microsoft.com/office/drawing/2014/main" id="{FD30442A-A1AE-4FD1-B045-22F09C71C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Services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1256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Placeholder 40" descr="close up of mathematical graphs">
            <a:extLst>
              <a:ext uri="{FF2B5EF4-FFF2-40B4-BE49-F238E27FC236}">
                <a16:creationId xmlns:a16="http://schemas.microsoft.com/office/drawing/2014/main" id="{B18AACB1-42A2-4B1E-8CE7-58311236AD5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9" r="319"/>
          <a:stretch/>
        </p:blipFill>
        <p:spPr/>
      </p:pic>
      <p:sp>
        <p:nvSpPr>
          <p:cNvPr id="45" name="Title 44">
            <a:extLst>
              <a:ext uri="{FF2B5EF4-FFF2-40B4-BE49-F238E27FC236}">
                <a16:creationId xmlns:a16="http://schemas.microsoft.com/office/drawing/2014/main" id="{2704561A-EBDC-4554-AB63-6E7F0AD34E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TAILWIND TRADERS </a:t>
            </a:r>
          </a:p>
        </p:txBody>
      </p:sp>
      <p:sp>
        <p:nvSpPr>
          <p:cNvPr id="46" name="Subtitle 45">
            <a:extLst>
              <a:ext uri="{FF2B5EF4-FFF2-40B4-BE49-F238E27FC236}">
                <a16:creationId xmlns:a16="http://schemas.microsoft.com/office/drawing/2014/main" id="{84AA5B14-11B0-4875-B1F5-69DBF1E46D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INVEST IN YOUR FUTURE</a:t>
            </a:r>
          </a:p>
          <a:p>
            <a:endParaRPr lang="en-US" dirty="0"/>
          </a:p>
        </p:txBody>
      </p:sp>
      <p:sp>
        <p:nvSpPr>
          <p:cNvPr id="47" name="Content Placeholder 46">
            <a:extLst>
              <a:ext uri="{FF2B5EF4-FFF2-40B4-BE49-F238E27FC236}">
                <a16:creationId xmlns:a16="http://schemas.microsoft.com/office/drawing/2014/main" id="{510886A2-18AD-4F58-A88D-0836A93378A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Contact Us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188890BB-2976-4D42-B9BB-FE40645D126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4567 Main St ​</a:t>
            </a:r>
          </a:p>
          <a:p>
            <a:r>
              <a:rPr lang="en-US" dirty="0"/>
              <a:t>Buffalo, NY 98052​</a:t>
            </a:r>
          </a:p>
          <a:p>
            <a:r>
              <a:rPr lang="en-US" dirty="0"/>
              <a:t>555-0100​</a:t>
            </a:r>
          </a:p>
          <a:p>
            <a:r>
              <a:rPr lang="en-US" dirty="0"/>
              <a:t>info@tailwindtraders.com​</a:t>
            </a:r>
          </a:p>
          <a:p>
            <a:r>
              <a:rPr lang="en-US" dirty="0"/>
              <a:t>tailwindtraders.com</a:t>
            </a:r>
          </a:p>
          <a:p>
            <a:endParaRPr lang="en-US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85B9EC67-E16B-4644-BE4E-9F3520D5AEC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Our Vision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9C5F90-E573-43D7-AC40-5AD946F4D0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Lorem ipsum dolor sit amet, consectetuer adipiscing elit. Maecenas porttitor congue massa. Fusce posuere, magna sed pulvinar ultricies, purus lectus malesuada libero, sit </a:t>
            </a:r>
            <a:br>
              <a:rPr lang="en-US" dirty="0"/>
            </a:br>
            <a:r>
              <a:rPr lang="en-US" dirty="0"/>
              <a:t>amet commodo magna eros quis urna.</a:t>
            </a:r>
          </a:p>
          <a:p>
            <a:r>
              <a:rPr lang="en-US" dirty="0"/>
              <a:t>Maecenas porttitor congue massa. Fusce posuere, magna sed pulvinar ultricies, purus lectus malesuada libero, sit amet commodo magna eros quis urna.</a:t>
            </a:r>
          </a:p>
          <a:p>
            <a:r>
              <a:rPr lang="en-US" dirty="0"/>
              <a:t>Lorem ipsum dolor sit amet, consectetuer adipiscing elit. Maecenas porttitor congue massa. Fusce posuere, magna sed pulvinar ultricies, purus lectus malesuada libero, sit </a:t>
            </a:r>
            <a:br>
              <a:rPr lang="en-US" dirty="0"/>
            </a:br>
            <a:r>
              <a:rPr lang="en-US" dirty="0"/>
              <a:t>amet commodo magna eros quis urna.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7648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pen drawing line graph">
            <a:extLst>
              <a:ext uri="{FF2B5EF4-FFF2-40B4-BE49-F238E27FC236}">
                <a16:creationId xmlns:a16="http://schemas.microsoft.com/office/drawing/2014/main" id="{1E006552-A299-4408-9F54-B196F5056EA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r="1"/>
          <a:stretch/>
        </p:blipFill>
        <p:spPr/>
      </p:pic>
      <p:pic>
        <p:nvPicPr>
          <p:cNvPr id="25" name="Picture Placeholder 24" descr="group collaborating over a laptop">
            <a:extLst>
              <a:ext uri="{FF2B5EF4-FFF2-40B4-BE49-F238E27FC236}">
                <a16:creationId xmlns:a16="http://schemas.microsoft.com/office/drawing/2014/main" id="{3A866D61-5A53-48A0-9828-C82CDA027DC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8" name="Picture Placeholder 7" descr="woman holding binder leaving office">
            <a:extLst>
              <a:ext uri="{FF2B5EF4-FFF2-40B4-BE49-F238E27FC236}">
                <a16:creationId xmlns:a16="http://schemas.microsoft.com/office/drawing/2014/main" id="{672E69F0-216F-41E3-A8BF-4C5DA81E144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435A574-EC9F-4321-9CA3-5D765C30B3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r>
              <a:rPr lang="en-US" dirty="0"/>
              <a:t>Maecenas porttitor congue massa. Fusce posuere, magna sed pulvinar ultricies, purus lectus malesuada libero, sit amet commodo magna eros quis urna.</a:t>
            </a:r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F457663-49C5-4FE7-93F7-6D408078AC6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Our team of experts are here to help you develop successful strategies today for a financially secure tomorrow. 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F0CFD1C-F6E7-4B83-AB91-F24AF9E653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Our Team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AB717E8-011C-4547-A6B4-B8F2FE4F15F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Lorem ipsum dolor sit amet, consectetuer adipiscing elit.</a:t>
            </a:r>
          </a:p>
          <a:p>
            <a:r>
              <a:rPr lang="en-US" dirty="0"/>
              <a:t>Maecenas porttitor congue massa.</a:t>
            </a:r>
          </a:p>
          <a:p>
            <a:r>
              <a:rPr lang="en-US" dirty="0"/>
              <a:t>Fusce posuere, magna sed pulvinar ultricies, purus lectus malesuada libero, sit amet commodo magna eros quis urna.</a:t>
            </a:r>
          </a:p>
          <a:p>
            <a:endParaRPr lang="en-US" dirty="0"/>
          </a:p>
        </p:txBody>
      </p:sp>
      <p:sp>
        <p:nvSpPr>
          <p:cNvPr id="115" name="Title 114">
            <a:extLst>
              <a:ext uri="{FF2B5EF4-FFF2-40B4-BE49-F238E27FC236}">
                <a16:creationId xmlns:a16="http://schemas.microsoft.com/office/drawing/2014/main" id="{D328ED67-05E4-4380-99B0-44D2DEB53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Services</a:t>
            </a:r>
          </a:p>
        </p:txBody>
      </p:sp>
    </p:spTree>
    <p:extLst>
      <p:ext uri="{BB962C8B-B14F-4D97-AF65-F5344CB8AC3E}">
        <p14:creationId xmlns:p14="http://schemas.microsoft.com/office/powerpoint/2010/main" val="719325024"/>
      </p:ext>
    </p:extLst>
  </p:cSld>
  <p:clrMapOvr>
    <a:masterClrMapping/>
  </p:clrMapOvr>
</p:sld>
</file>

<file path=ppt/theme/theme12.xml><?xml version="1.0" encoding="utf-8"?>
<a:theme xmlns:a="http://schemas.openxmlformats.org/drawingml/2006/main" name="2_Custom Design">
  <a:themeElements>
    <a:clrScheme name="Custom 5">
      <a:dk1>
        <a:srgbClr val="000000"/>
      </a:dk1>
      <a:lt1>
        <a:sysClr val="window" lastClr="FFFFFF"/>
      </a:lt1>
      <a:dk2>
        <a:srgbClr val="17406D"/>
      </a:dk2>
      <a:lt2>
        <a:srgbClr val="DBEFF9"/>
      </a:lt2>
      <a:accent1>
        <a:srgbClr val="82B1E4"/>
      </a:accent1>
      <a:accent2>
        <a:srgbClr val="17406D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7406D"/>
      </a:hlink>
      <a:folHlink>
        <a:srgbClr val="82B1E4"/>
      </a:folHlink>
    </a:clrScheme>
    <a:fontScheme name="Custom 6">
      <a:majorFont>
        <a:latin typeface="Century Gothic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&#65279;<?xml version="1.0" encoding="utf-8"?><Relationships xmlns="http://schemas.openxmlformats.org/package/2006/relationships"><Relationship Type="http://schemas.microsoft.com/office/2011/relationships/webextension" Target="/ppt/webextensions/webextension1.xml" Id="rId1" /></Relationships>
</file>

<file path=ppt/webextensions/taskpanes.xml><?xml version="1.0" encoding="utf-8"?>
<wetp:taskpanes xmlns:wetp="http://schemas.microsoft.com/office/webextensions/taskpanes/2010/11">
  <wetp:taskpane dockstate="right" visibility="0" width="387" row="9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2626E1F-ED93-4A4E-AF1C-1617B798BE36}">
  <we:reference id="wa104178141" version="4.3.3.0" store="en-US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customXml/_rels/item2.xml.rels>&#65279;<?xml version="1.0" encoding="utf-8"?><Relationships xmlns="http://schemas.openxmlformats.org/package/2006/relationships"><Relationship Type="http://schemas.openxmlformats.org/officeDocument/2006/relationships/customXmlProps" Target="/customXml/itemProps21.xml" Id="rId1" /></Relationships>
</file>

<file path=customXml/_rels/item12.xml.rels>&#65279;<?xml version="1.0" encoding="utf-8"?><Relationships xmlns="http://schemas.openxmlformats.org/package/2006/relationships"><Relationship Type="http://schemas.openxmlformats.org/officeDocument/2006/relationships/customXmlProps" Target="/customXml/itemProps12.xml" Id="rId1" /></Relationships>
</file>

<file path=customXml/_rels/item33.xml.rels>&#65279;<?xml version="1.0" encoding="utf-8"?><Relationships xmlns="http://schemas.openxmlformats.org/package/2006/relationships"><Relationship Type="http://schemas.openxmlformats.org/officeDocument/2006/relationships/customXmlProps" Target="/customXml/itemProps33.xml" Id="rId1" /></Relationship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2.xml><?xml version="1.0" encoding="utf-8"?>
<ds:datastoreItem xmlns:ds="http://schemas.openxmlformats.org/officeDocument/2006/customXml" ds:itemID="{5D82FBE3-5E95-4B7A-88C0-B7BB58A96823}"/>
</file>

<file path=customXml/itemProps21.xml><?xml version="1.0" encoding="utf-8"?>
<ds:datastoreItem xmlns:ds="http://schemas.openxmlformats.org/officeDocument/2006/customXml" ds:itemID="{D9EAC644-7B36-4B02-AE6A-271637DE6193}"/>
</file>

<file path=customXml/itemProps33.xml><?xml version="1.0" encoding="utf-8"?>
<ds:datastoreItem xmlns:ds="http://schemas.openxmlformats.org/officeDocument/2006/customXml" ds:itemID="{581AEECB-7CBF-41B6-B304-895A4D5BDF0F}"/>
</file>

<file path=docProps/app.xml><?xml version="1.0" encoding="utf-8"?>
<ap:Properties xmlns:vt="http://schemas.openxmlformats.org/officeDocument/2006/docPropsVTypes" xmlns:ap="http://schemas.openxmlformats.org/officeDocument/2006/extended-properties">
  <ap:Template/>
  <ap:TotalTime>0</ap:TotalTime>
  <ap:Words>494</ap:Words>
  <ap:Application>Microsoft Office PowerPoint</ap:Application>
  <ap:PresentationFormat>Custom</ap:PresentationFormat>
  <ap:Paragraphs>43</ap:Paragraphs>
  <ap:Slides>4</ap:Slides>
  <ap:Notes>3</ap:Notes>
  <ap:HiddenSlides>0</ap:HiddenSlides>
  <ap:MMClips>0</ap:MMClips>
  <ap:ScaleCrop>false</ap:ScaleCrop>
  <ap:HeadingPairs>
    <vt:vector baseType="variant" size="6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ap:HeadingPairs>
  <ap:TitlesOfParts>
    <vt:vector baseType="lpstr" size="9">
      <vt:lpstr>Arial</vt:lpstr>
      <vt:lpstr>Calibri</vt:lpstr>
      <vt:lpstr>Century Gothic</vt:lpstr>
      <vt:lpstr>Gill Sans MT</vt:lpstr>
      <vt:lpstr>2_Custom Design</vt:lpstr>
      <vt:lpstr>TAILWIND TRADERS</vt:lpstr>
      <vt:lpstr>Our Services </vt:lpstr>
      <vt:lpstr>TAILWIND TRADERS </vt:lpstr>
      <vt:lpstr>Our Services</vt:lpstr>
    </vt:vector>
  </ap:TitlesOfParts>
  <ap:Company/>
  <ap:LinksUpToDate>false</ap:LinksUpToDate>
  <ap:SharedDoc>false</ap:SharedDoc>
  <ap:HyperlinksChanged>false</ap:HyperlinksChanged>
  <ap:AppVersion>16.0000</ap:AppVers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2020-06-29T21:50:47Z</dcterms:created>
  <dcterms:modified xsi:type="dcterms:W3CDTF">2020-06-29T21:50:50Z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